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5"/>
  </p:notesMasterIdLst>
  <p:handoutMasterIdLst>
    <p:handoutMasterId r:id="rId16"/>
  </p:handoutMasterIdLst>
  <p:sldIdLst>
    <p:sldId id="398" r:id="rId2"/>
    <p:sldId id="397" r:id="rId3"/>
    <p:sldId id="406" r:id="rId4"/>
    <p:sldId id="407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</p:sldIdLst>
  <p:sldSz cx="9144000" cy="5143500" type="screen16x9"/>
  <p:notesSz cx="6797675" cy="9928225"/>
  <p:custDataLst>
    <p:tags r:id="rId17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FFFCC"/>
    <a:srgbClr val="8C8C8C"/>
    <a:srgbClr val="AC1A2F"/>
    <a:srgbClr val="E30613"/>
    <a:srgbClr val="D3D3D3"/>
    <a:srgbClr val="33CC33"/>
    <a:srgbClr val="FFCCFF"/>
    <a:srgbClr val="0000FF"/>
    <a:srgbClr val="83B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813E7D-D7F6-46A0-BA56-D830A71BE45B}" v="5" dt="2026-04-09T16:13:00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09" d="100"/>
          <a:sy n="109" d="100"/>
        </p:scale>
        <p:origin x="1878" y="102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4-09T16:14:41.047" v="6681" actId="20577"/>
      <pc:docMkLst>
        <pc:docMk/>
      </pc:docMkLst>
      <pc:sldChg chg="addSp delSp modSp del mod modAnim modNotes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785026775" sldId="395"/>
        </pc:sldMkLst>
      </pc:sldChg>
      <pc:sldChg chg="addSp delSp modSp del mod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1742129704" sldId="396"/>
        </pc:sldMkLst>
      </pc:sldChg>
      <pc:sldChg chg="modSp add del mod ord">
        <pc:chgData name="Murzio Luca" userId="62ead766-6eaf-4057-bb25-25909a8c13e9" providerId="ADAL" clId="{3FA68CEF-BA90-4830-B164-02BEB71A7E1D}" dt="2026-04-09T16:10:26.748" v="6576"/>
        <pc:sldMkLst>
          <pc:docMk/>
          <pc:sldMk cId="2760470487" sldId="397"/>
        </pc:sldMkLst>
        <pc:spChg chg="mod">
          <ac:chgData name="Murzio Luca" userId="62ead766-6eaf-4057-bb25-25909a8c13e9" providerId="ADAL" clId="{3FA68CEF-BA90-4830-B164-02BEB71A7E1D}" dt="2026-03-24T10:57:52.097" v="4297" actId="20577"/>
          <ac:spMkLst>
            <pc:docMk/>
            <pc:sldMk cId="2760470487" sldId="397"/>
            <ac:spMk id="4" creationId="{A880B918-0CF5-735A-BA31-CEE0BB487251}"/>
          </ac:spMkLst>
        </pc:spChg>
      </pc:sldChg>
      <pc:sldChg chg="addSp delSp modSp mod setBg modNotesTx">
        <pc:chgData name="Murzio Luca" userId="62ead766-6eaf-4057-bb25-25909a8c13e9" providerId="ADAL" clId="{3FA68CEF-BA90-4830-B164-02BEB71A7E1D}" dt="2026-04-08T13:03:56.627" v="6207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4-08T13:03:56.627" v="6207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3-20T10:35:19.705" v="61" actId="20577"/>
          <ac:spMkLst>
            <pc:docMk/>
            <pc:sldMk cId="2453220132" sldId="398"/>
            <ac:spMk id="8" creationId="{914F1CCD-6988-40EB-8723-4DA122189198}"/>
          </ac:spMkLst>
        </pc:spChg>
        <pc:picChg chg="add mod">
          <ac:chgData name="Murzio Luca" userId="62ead766-6eaf-4057-bb25-25909a8c13e9" providerId="ADAL" clId="{3FA68CEF-BA90-4830-B164-02BEB71A7E1D}" dt="2026-03-23T10:26:25.396" v="1996" actId="1076"/>
          <ac:picMkLst>
            <pc:docMk/>
            <pc:sldMk cId="2453220132" sldId="398"/>
            <ac:picMk id="4" creationId="{94975818-5F77-CDA3-C7A8-B948528764E0}"/>
          </ac:picMkLst>
        </pc:picChg>
      </pc:sldChg>
      <pc:sldChg chg="addSp delSp modSp new del mod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55841807" sldId="399"/>
        </pc:sldMkLst>
      </pc:sldChg>
      <pc:sldChg chg="addSp delSp modSp new del mod modClrScheme chgLayout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3034292770" sldId="400"/>
        </pc:sldMkLst>
      </pc:sldChg>
      <pc:sldChg chg="addSp delSp modSp new del mod modClrScheme chgLayout">
        <pc:chgData name="Murzio Luca" userId="62ead766-6eaf-4057-bb25-25909a8c13e9" providerId="ADAL" clId="{3FA68CEF-BA90-4830-B164-02BEB71A7E1D}" dt="2026-04-09T16:10:04.292" v="6571" actId="47"/>
        <pc:sldMkLst>
          <pc:docMk/>
          <pc:sldMk cId="4259039672" sldId="402"/>
        </pc:sldMkLst>
      </pc:sldChg>
      <pc:sldChg chg="addSp delSp modSp new del mod modClrScheme chgLayout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1476396478" sldId="403"/>
        </pc:sldMkLst>
      </pc:sldChg>
      <pc:sldChg chg="addSp delSp modSp new del mod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3330975531" sldId="404"/>
        </pc:sldMkLst>
      </pc:sldChg>
      <pc:sldChg chg="addSp delSp modSp new del mod modNotesTx">
        <pc:chgData name="Murzio Luca" userId="62ead766-6eaf-4057-bb25-25909a8c13e9" providerId="ADAL" clId="{3FA68CEF-BA90-4830-B164-02BEB71A7E1D}" dt="2026-04-09T16:10:04.292" v="6571" actId="47"/>
        <pc:sldMkLst>
          <pc:docMk/>
          <pc:sldMk cId="2625071894" sldId="405"/>
        </pc:sldMkLst>
      </pc:sldChg>
      <pc:sldChg chg="addSp delSp modSp new add del mod ord">
        <pc:chgData name="Murzio Luca" userId="62ead766-6eaf-4057-bb25-25909a8c13e9" providerId="ADAL" clId="{3FA68CEF-BA90-4830-B164-02BEB71A7E1D}" dt="2026-04-09T16:10:26.748" v="6576"/>
        <pc:sldMkLst>
          <pc:docMk/>
          <pc:sldMk cId="57708598" sldId="406"/>
        </pc:sldMkLst>
        <pc:spChg chg="mod">
          <ac:chgData name="Murzio Luca" userId="62ead766-6eaf-4057-bb25-25909a8c13e9" providerId="ADAL" clId="{3FA68CEF-BA90-4830-B164-02BEB71A7E1D}" dt="2026-03-24T10:36:56.099" v="4209" actId="26606"/>
          <ac:spMkLst>
            <pc:docMk/>
            <pc:sldMk cId="57708598" sldId="406"/>
            <ac:spMk id="2" creationId="{49AC77C5-FFE7-8703-2B0B-FB0D072A6E6F}"/>
          </ac:spMkLst>
        </pc:spChg>
        <pc:spChg chg="mod">
          <ac:chgData name="Murzio Luca" userId="62ead766-6eaf-4057-bb25-25909a8c13e9" providerId="ADAL" clId="{3FA68CEF-BA90-4830-B164-02BEB71A7E1D}" dt="2026-03-24T10:36:56.099" v="4209" actId="26606"/>
          <ac:spMkLst>
            <pc:docMk/>
            <pc:sldMk cId="57708598" sldId="406"/>
            <ac:spMk id="3" creationId="{E62BC05E-E236-F8D2-BA82-2AD2FE8DDF63}"/>
          </ac:spMkLst>
        </pc:spChg>
        <pc:graphicFrameChg chg="add mod modGraphic">
          <ac:chgData name="Murzio Luca" userId="62ead766-6eaf-4057-bb25-25909a8c13e9" providerId="ADAL" clId="{3FA68CEF-BA90-4830-B164-02BEB71A7E1D}" dt="2026-03-24T10:37:59.053" v="4222" actId="6549"/>
          <ac:graphicFrameMkLst>
            <pc:docMk/>
            <pc:sldMk cId="57708598" sldId="406"/>
            <ac:graphicFrameMk id="5" creationId="{79208207-F4A9-A7A5-BA7B-39C14337B7AC}"/>
          </ac:graphicFrameMkLst>
        </pc:graphicFrameChg>
      </pc:sldChg>
      <pc:sldChg chg="addSp delSp modSp new add del mod modClrScheme chgLayout">
        <pc:chgData name="Murzio Luca" userId="62ead766-6eaf-4057-bb25-25909a8c13e9" providerId="ADAL" clId="{3FA68CEF-BA90-4830-B164-02BEB71A7E1D}" dt="2026-04-09T16:10:26.748" v="6576"/>
        <pc:sldMkLst>
          <pc:docMk/>
          <pc:sldMk cId="1669330150" sldId="407"/>
        </pc:sldMkLst>
        <pc:spChg chg="mod">
          <ac:chgData name="Murzio Luca" userId="62ead766-6eaf-4057-bb25-25909a8c13e9" providerId="ADAL" clId="{3FA68CEF-BA90-4830-B164-02BEB71A7E1D}" dt="2026-03-24T10:47:07.007" v="4256" actId="26606"/>
          <ac:spMkLst>
            <pc:docMk/>
            <pc:sldMk cId="1669330150" sldId="407"/>
            <ac:spMk id="2" creationId="{9E62F2DD-6397-2C7E-E9DC-906AFF6936A0}"/>
          </ac:spMkLst>
        </pc:spChg>
        <pc:spChg chg="mod ord">
          <ac:chgData name="Murzio Luca" userId="62ead766-6eaf-4057-bb25-25909a8c13e9" providerId="ADAL" clId="{3FA68CEF-BA90-4830-B164-02BEB71A7E1D}" dt="2026-03-24T10:47:32.676" v="4263" actId="27636"/>
          <ac:spMkLst>
            <pc:docMk/>
            <pc:sldMk cId="1669330150" sldId="407"/>
            <ac:spMk id="3" creationId="{FFAC9FD8-C1C7-14C1-6F40-951B7A372D76}"/>
          </ac:spMkLst>
        </pc:spChg>
        <pc:picChg chg="add mod">
          <ac:chgData name="Murzio Luca" userId="62ead766-6eaf-4057-bb25-25909a8c13e9" providerId="ADAL" clId="{3FA68CEF-BA90-4830-B164-02BEB71A7E1D}" dt="2026-03-24T10:56:58.050" v="4273" actId="1076"/>
          <ac:picMkLst>
            <pc:docMk/>
            <pc:sldMk cId="1669330150" sldId="407"/>
            <ac:picMk id="12" creationId="{CF112BDA-3536-08A2-5ADB-BE32091C31C6}"/>
          </ac:picMkLst>
        </pc:picChg>
      </pc:sldChg>
      <pc:sldChg chg="modSp add del mod">
        <pc:chgData name="Murzio Luca" userId="62ead766-6eaf-4057-bb25-25909a8c13e9" providerId="ADAL" clId="{3FA68CEF-BA90-4830-B164-02BEB71A7E1D}" dt="2026-04-09T16:10:04.292" v="6571" actId="47"/>
        <pc:sldMkLst>
          <pc:docMk/>
          <pc:sldMk cId="1551648104" sldId="408"/>
        </pc:sldMkLst>
      </pc:sldChg>
      <pc:sldChg chg="addSp delSp modSp new add del mod">
        <pc:chgData name="Murzio Luca" userId="62ead766-6eaf-4057-bb25-25909a8c13e9" providerId="ADAL" clId="{3FA68CEF-BA90-4830-B164-02BEB71A7E1D}" dt="2026-04-09T16:12:39.654" v="6601" actId="207"/>
        <pc:sldMkLst>
          <pc:docMk/>
          <pc:sldMk cId="3527962205" sldId="409"/>
        </pc:sldMkLst>
        <pc:spChg chg="mod">
          <ac:chgData name="Murzio Luca" userId="62ead766-6eaf-4057-bb25-25909a8c13e9" providerId="ADAL" clId="{3FA68CEF-BA90-4830-B164-02BEB71A7E1D}" dt="2026-03-24T10:58:32.983" v="4340" actId="20577"/>
          <ac:spMkLst>
            <pc:docMk/>
            <pc:sldMk cId="3527962205" sldId="409"/>
            <ac:spMk id="2" creationId="{03A09C7B-AF30-1806-0EAA-3ECEB8A94FF9}"/>
          </ac:spMkLst>
        </pc:spChg>
        <pc:spChg chg="mod">
          <ac:chgData name="Murzio Luca" userId="62ead766-6eaf-4057-bb25-25909a8c13e9" providerId="ADAL" clId="{3FA68CEF-BA90-4830-B164-02BEB71A7E1D}" dt="2026-04-09T16:11:04.422" v="6583" actId="21"/>
          <ac:spMkLst>
            <pc:docMk/>
            <pc:sldMk cId="3527962205" sldId="409"/>
            <ac:spMk id="3" creationId="{360697EE-95CC-39CF-70FF-60A5F490002F}"/>
          </ac:spMkLst>
        </pc:spChg>
        <pc:spChg chg="add mod">
          <ac:chgData name="Murzio Luca" userId="62ead766-6eaf-4057-bb25-25909a8c13e9" providerId="ADAL" clId="{3FA68CEF-BA90-4830-B164-02BEB71A7E1D}" dt="2026-04-09T16:12:39.654" v="6601" actId="207"/>
          <ac:spMkLst>
            <pc:docMk/>
            <pc:sldMk cId="3527962205" sldId="409"/>
            <ac:spMk id="4" creationId="{2F61B36A-E6CF-4387-CD8F-424F698B2A52}"/>
          </ac:spMkLst>
        </pc:spChg>
        <pc:picChg chg="add mod ord">
          <ac:chgData name="Murzio Luca" userId="62ead766-6eaf-4057-bb25-25909a8c13e9" providerId="ADAL" clId="{3FA68CEF-BA90-4830-B164-02BEB71A7E1D}" dt="2026-04-09T16:12:25.860" v="6600" actId="1076"/>
          <ac:picMkLst>
            <pc:docMk/>
            <pc:sldMk cId="3527962205" sldId="409"/>
            <ac:picMk id="8" creationId="{3A6FE459-5D01-2E66-0C51-787D08A74953}"/>
          </ac:picMkLst>
        </pc:picChg>
      </pc:sldChg>
      <pc:sldChg chg="modSp add del mod">
        <pc:chgData name="Murzio Luca" userId="62ead766-6eaf-4057-bb25-25909a8c13e9" providerId="ADAL" clId="{3FA68CEF-BA90-4830-B164-02BEB71A7E1D}" dt="2026-04-09T16:10:26.748" v="6576"/>
        <pc:sldMkLst>
          <pc:docMk/>
          <pc:sldMk cId="4206903187" sldId="410"/>
        </pc:sldMkLst>
        <pc:spChg chg="mod">
          <ac:chgData name="Murzio Luca" userId="62ead766-6eaf-4057-bb25-25909a8c13e9" providerId="ADAL" clId="{3FA68CEF-BA90-4830-B164-02BEB71A7E1D}" dt="2026-03-24T11:07:17.790" v="4390" actId="20577"/>
          <ac:spMkLst>
            <pc:docMk/>
            <pc:sldMk cId="4206903187" sldId="410"/>
            <ac:spMk id="4" creationId="{27FEBA07-A957-9B8F-0369-7659AAFFC6B1}"/>
          </ac:spMkLst>
        </pc:spChg>
      </pc:sldChg>
      <pc:sldChg chg="addSp delSp modSp new add del mod ord">
        <pc:chgData name="Murzio Luca" userId="62ead766-6eaf-4057-bb25-25909a8c13e9" providerId="ADAL" clId="{3FA68CEF-BA90-4830-B164-02BEB71A7E1D}" dt="2026-04-09T16:10:26.748" v="6576"/>
        <pc:sldMkLst>
          <pc:docMk/>
          <pc:sldMk cId="1280367679" sldId="411"/>
        </pc:sldMkLst>
        <pc:spChg chg="mod">
          <ac:chgData name="Murzio Luca" userId="62ead766-6eaf-4057-bb25-25909a8c13e9" providerId="ADAL" clId="{3FA68CEF-BA90-4830-B164-02BEB71A7E1D}" dt="2026-03-24T11:09:29.298" v="4436" actId="20577"/>
          <ac:spMkLst>
            <pc:docMk/>
            <pc:sldMk cId="1280367679" sldId="411"/>
            <ac:spMk id="2" creationId="{02775433-B15C-D036-44E6-95E3E5B39D49}"/>
          </ac:spMkLst>
        </pc:spChg>
        <pc:spChg chg="mod">
          <ac:chgData name="Murzio Luca" userId="62ead766-6eaf-4057-bb25-25909a8c13e9" providerId="ADAL" clId="{3FA68CEF-BA90-4830-B164-02BEB71A7E1D}" dt="2026-03-24T11:18:03.721" v="4557" actId="14100"/>
          <ac:spMkLst>
            <pc:docMk/>
            <pc:sldMk cId="1280367679" sldId="411"/>
            <ac:spMk id="3" creationId="{85D271C9-DDE0-128B-4098-3E5BD3396274}"/>
          </ac:spMkLst>
        </pc:spChg>
        <pc:spChg chg="add mod">
          <ac:chgData name="Murzio Luca" userId="62ead766-6eaf-4057-bb25-25909a8c13e9" providerId="ADAL" clId="{3FA68CEF-BA90-4830-B164-02BEB71A7E1D}" dt="2026-03-24T14:44:59.080" v="4721" actId="164"/>
          <ac:spMkLst>
            <pc:docMk/>
            <pc:sldMk cId="1280367679" sldId="411"/>
            <ac:spMk id="5" creationId="{152AD051-2591-078D-B97E-036CDFDB07C2}"/>
          </ac:spMkLst>
        </pc:spChg>
        <pc:grpChg chg="add mod">
          <ac:chgData name="Murzio Luca" userId="62ead766-6eaf-4057-bb25-25909a8c13e9" providerId="ADAL" clId="{3FA68CEF-BA90-4830-B164-02BEB71A7E1D}" dt="2026-03-24T14:44:59.080" v="4721" actId="164"/>
          <ac:grpSpMkLst>
            <pc:docMk/>
            <pc:sldMk cId="1280367679" sldId="411"/>
            <ac:grpSpMk id="7" creationId="{E2A9D3B8-DC12-86EA-B456-1D61A5EC53CE}"/>
          </ac:grpSpMkLst>
        </pc:grpChg>
        <pc:picChg chg="add mod">
          <ac:chgData name="Murzio Luca" userId="62ead766-6eaf-4057-bb25-25909a8c13e9" providerId="ADAL" clId="{3FA68CEF-BA90-4830-B164-02BEB71A7E1D}" dt="2026-03-24T14:44:59.080" v="4721" actId="164"/>
          <ac:picMkLst>
            <pc:docMk/>
            <pc:sldMk cId="1280367679" sldId="411"/>
            <ac:picMk id="6" creationId="{97D8B6FF-616D-10F6-5E41-1B5D961AF204}"/>
          </ac:picMkLst>
        </pc:picChg>
      </pc:sldChg>
      <pc:sldChg chg="addSp delSp modSp new add del mod modNotesTx">
        <pc:chgData name="Murzio Luca" userId="62ead766-6eaf-4057-bb25-25909a8c13e9" providerId="ADAL" clId="{3FA68CEF-BA90-4830-B164-02BEB71A7E1D}" dt="2026-04-09T16:14:41.047" v="6681" actId="20577"/>
        <pc:sldMkLst>
          <pc:docMk/>
          <pc:sldMk cId="58410821" sldId="412"/>
        </pc:sldMkLst>
        <pc:spChg chg="mod">
          <ac:chgData name="Murzio Luca" userId="62ead766-6eaf-4057-bb25-25909a8c13e9" providerId="ADAL" clId="{3FA68CEF-BA90-4830-B164-02BEB71A7E1D}" dt="2026-03-24T11:18:59.008" v="4573" actId="20577"/>
          <ac:spMkLst>
            <pc:docMk/>
            <pc:sldMk cId="58410821" sldId="412"/>
            <ac:spMk id="2" creationId="{A597B427-6E4F-2CA3-EE09-BEFDC1E3DC87}"/>
          </ac:spMkLst>
        </pc:spChg>
        <pc:spChg chg="mod">
          <ac:chgData name="Murzio Luca" userId="62ead766-6eaf-4057-bb25-25909a8c13e9" providerId="ADAL" clId="{3FA68CEF-BA90-4830-B164-02BEB71A7E1D}" dt="2026-04-09T16:14:04.760" v="6670" actId="14100"/>
          <ac:spMkLst>
            <pc:docMk/>
            <pc:sldMk cId="58410821" sldId="412"/>
            <ac:spMk id="3" creationId="{CB522168-5EB0-E559-878C-4B40816D800A}"/>
          </ac:spMkLst>
        </pc:spChg>
        <pc:spChg chg="add mod">
          <ac:chgData name="Murzio Luca" userId="62ead766-6eaf-4057-bb25-25909a8c13e9" providerId="ADAL" clId="{3FA68CEF-BA90-4830-B164-02BEB71A7E1D}" dt="2026-04-09T16:14:41.047" v="6681" actId="20577"/>
          <ac:spMkLst>
            <pc:docMk/>
            <pc:sldMk cId="58410821" sldId="412"/>
            <ac:spMk id="4" creationId="{79390447-0C3C-9061-5372-13790986997C}"/>
          </ac:spMkLst>
        </pc:spChg>
        <pc:spChg chg="mod">
          <ac:chgData name="Murzio Luca" userId="62ead766-6eaf-4057-bb25-25909a8c13e9" providerId="ADAL" clId="{3FA68CEF-BA90-4830-B164-02BEB71A7E1D}" dt="2026-03-24T14:46:26.771" v="4739" actId="1076"/>
          <ac:spMkLst>
            <pc:docMk/>
            <pc:sldMk cId="58410821" sldId="412"/>
            <ac:spMk id="7" creationId="{6FDC3870-1F4E-5AE5-3CB0-F58F146250AB}"/>
          </ac:spMkLst>
        </pc:spChg>
        <pc:spChg chg="add mod">
          <ac:chgData name="Murzio Luca" userId="62ead766-6eaf-4057-bb25-25909a8c13e9" providerId="ADAL" clId="{3FA68CEF-BA90-4830-B164-02BEB71A7E1D}" dt="2026-04-09T16:14:19.411" v="6674" actId="1076"/>
          <ac:spMkLst>
            <pc:docMk/>
            <pc:sldMk cId="58410821" sldId="412"/>
            <ac:spMk id="10" creationId="{AC07873B-E2B4-829F-DFE8-F9DC9FA15935}"/>
          </ac:spMkLst>
        </pc:spChg>
        <pc:grpChg chg="add mod">
          <ac:chgData name="Murzio Luca" userId="62ead766-6eaf-4057-bb25-25909a8c13e9" providerId="ADAL" clId="{3FA68CEF-BA90-4830-B164-02BEB71A7E1D}" dt="2026-04-09T16:14:12.791" v="6672" actId="1076"/>
          <ac:grpSpMkLst>
            <pc:docMk/>
            <pc:sldMk cId="58410821" sldId="412"/>
            <ac:grpSpMk id="6" creationId="{7D47A6EA-EB70-3684-AD8E-43AE920F81D6}"/>
          </ac:grpSpMkLst>
        </pc:grpChg>
        <pc:graphicFrameChg chg="add mod modGraphic">
          <ac:chgData name="Murzio Luca" userId="62ead766-6eaf-4057-bb25-25909a8c13e9" providerId="ADAL" clId="{3FA68CEF-BA90-4830-B164-02BEB71A7E1D}" dt="2026-04-09T16:14:09.554" v="6671" actId="1076"/>
          <ac:graphicFrameMkLst>
            <pc:docMk/>
            <pc:sldMk cId="58410821" sldId="412"/>
            <ac:graphicFrameMk id="9" creationId="{8E9D28DD-F15C-067B-9FC6-5B838CF3F9A2}"/>
          </ac:graphicFrameMkLst>
        </pc:graphicFrameChg>
        <pc:picChg chg="add del mod">
          <ac:chgData name="Murzio Luca" userId="62ead766-6eaf-4057-bb25-25909a8c13e9" providerId="ADAL" clId="{3FA68CEF-BA90-4830-B164-02BEB71A7E1D}" dt="2026-04-09T16:13:04.847" v="6603" actId="478"/>
          <ac:picMkLst>
            <pc:docMk/>
            <pc:sldMk cId="58410821" sldId="412"/>
            <ac:picMk id="5" creationId="{7D9E2AD1-F7D7-8AF5-E114-024BE9183079}"/>
          </ac:picMkLst>
        </pc:picChg>
        <pc:picChg chg="mod">
          <ac:chgData name="Murzio Luca" userId="62ead766-6eaf-4057-bb25-25909a8c13e9" providerId="ADAL" clId="{3FA68CEF-BA90-4830-B164-02BEB71A7E1D}" dt="2026-03-24T14:46:30.176" v="4740" actId="1076"/>
          <ac:picMkLst>
            <pc:docMk/>
            <pc:sldMk cId="58410821" sldId="412"/>
            <ac:picMk id="8" creationId="{97A0F052-0B45-52CA-1637-DDBC2E2D80F4}"/>
          </ac:picMkLst>
        </pc:picChg>
        <pc:picChg chg="add mod">
          <ac:chgData name="Murzio Luca" userId="62ead766-6eaf-4057-bb25-25909a8c13e9" providerId="ADAL" clId="{3FA68CEF-BA90-4830-B164-02BEB71A7E1D}" dt="2026-04-09T16:14:38.154" v="6679" actId="1076"/>
          <ac:picMkLst>
            <pc:docMk/>
            <pc:sldMk cId="58410821" sldId="412"/>
            <ac:picMk id="11" creationId="{DD1AF89A-F1B9-5F25-7BA7-9D60557B7889}"/>
          </ac:picMkLst>
        </pc:picChg>
      </pc:sldChg>
      <pc:sldChg chg="addSp delSp modSp new add del mod">
        <pc:chgData name="Murzio Luca" userId="62ead766-6eaf-4057-bb25-25909a8c13e9" providerId="ADAL" clId="{3FA68CEF-BA90-4830-B164-02BEB71A7E1D}" dt="2026-04-09T16:10:26.748" v="6576"/>
        <pc:sldMkLst>
          <pc:docMk/>
          <pc:sldMk cId="1705640221" sldId="413"/>
        </pc:sldMkLst>
        <pc:spChg chg="mod">
          <ac:chgData name="Murzio Luca" userId="62ead766-6eaf-4057-bb25-25909a8c13e9" providerId="ADAL" clId="{3FA68CEF-BA90-4830-B164-02BEB71A7E1D}" dt="2026-03-24T14:54:40.434" v="4847" actId="20577"/>
          <ac:spMkLst>
            <pc:docMk/>
            <pc:sldMk cId="1705640221" sldId="413"/>
            <ac:spMk id="2" creationId="{C43F1526-89F3-7208-2CD2-DD10FF2113D5}"/>
          </ac:spMkLst>
        </pc:spChg>
        <pc:spChg chg="mod">
          <ac:chgData name="Murzio Luca" userId="62ead766-6eaf-4057-bb25-25909a8c13e9" providerId="ADAL" clId="{3FA68CEF-BA90-4830-B164-02BEB71A7E1D}" dt="2026-03-24T15:53:47.759" v="5238" actId="27636"/>
          <ac:spMkLst>
            <pc:docMk/>
            <pc:sldMk cId="1705640221" sldId="413"/>
            <ac:spMk id="3" creationId="{4BDCCB6D-BDE1-A346-E8C2-EF67D332FBF6}"/>
          </ac:spMkLst>
        </pc:spChg>
        <pc:graphicFrameChg chg="add mod ord modGraphic">
          <ac:chgData name="Murzio Luca" userId="62ead766-6eaf-4057-bb25-25909a8c13e9" providerId="ADAL" clId="{3FA68CEF-BA90-4830-B164-02BEB71A7E1D}" dt="2026-03-24T15:54:11.510" v="5243" actId="1076"/>
          <ac:graphicFrameMkLst>
            <pc:docMk/>
            <pc:sldMk cId="1705640221" sldId="413"/>
            <ac:graphicFrameMk id="5" creationId="{97F82BF4-1A54-FAFA-0A65-8D24C1852200}"/>
          </ac:graphicFrameMkLst>
        </pc:graphicFrameChg>
      </pc:sldChg>
      <pc:sldChg chg="modSp add del mod">
        <pc:chgData name="Murzio Luca" userId="62ead766-6eaf-4057-bb25-25909a8c13e9" providerId="ADAL" clId="{3FA68CEF-BA90-4830-B164-02BEB71A7E1D}" dt="2026-04-09T16:10:26.748" v="6576"/>
        <pc:sldMkLst>
          <pc:docMk/>
          <pc:sldMk cId="2963634028" sldId="414"/>
        </pc:sldMkLst>
        <pc:spChg chg="mod">
          <ac:chgData name="Murzio Luca" userId="62ead766-6eaf-4057-bb25-25909a8c13e9" providerId="ADAL" clId="{3FA68CEF-BA90-4830-B164-02BEB71A7E1D}" dt="2026-04-03T07:54:06.691" v="6178" actId="20577"/>
          <ac:spMkLst>
            <pc:docMk/>
            <pc:sldMk cId="2963634028" sldId="414"/>
            <ac:spMk id="4" creationId="{D5D1FDFC-5439-FBDC-50EA-96A78B492FCB}"/>
          </ac:spMkLst>
        </pc:spChg>
      </pc:sldChg>
      <pc:sldChg chg="addSp delSp modSp new add del mod ord">
        <pc:chgData name="Murzio Luca" userId="62ead766-6eaf-4057-bb25-25909a8c13e9" providerId="ADAL" clId="{3FA68CEF-BA90-4830-B164-02BEB71A7E1D}" dt="2026-04-09T16:10:26.748" v="6576"/>
        <pc:sldMkLst>
          <pc:docMk/>
          <pc:sldMk cId="1742307113" sldId="415"/>
        </pc:sldMkLst>
        <pc:spChg chg="mod">
          <ac:chgData name="Murzio Luca" userId="62ead766-6eaf-4057-bb25-25909a8c13e9" providerId="ADAL" clId="{3FA68CEF-BA90-4830-B164-02BEB71A7E1D}" dt="2026-03-24T15:55:35.932" v="5281" actId="20577"/>
          <ac:spMkLst>
            <pc:docMk/>
            <pc:sldMk cId="1742307113" sldId="415"/>
            <ac:spMk id="2" creationId="{70B36347-81B4-DD20-E291-0EE991C3D445}"/>
          </ac:spMkLst>
        </pc:spChg>
        <pc:spChg chg="mod">
          <ac:chgData name="Murzio Luca" userId="62ead766-6eaf-4057-bb25-25909a8c13e9" providerId="ADAL" clId="{3FA68CEF-BA90-4830-B164-02BEB71A7E1D}" dt="2026-03-26T16:14:23.389" v="6122" actId="20577"/>
          <ac:spMkLst>
            <pc:docMk/>
            <pc:sldMk cId="1742307113" sldId="415"/>
            <ac:spMk id="3" creationId="{4FFCC5BE-7773-EFC2-93D6-8DD915F505E6}"/>
          </ac:spMkLst>
        </pc:spChg>
        <pc:spChg chg="mod">
          <ac:chgData name="Murzio Luca" userId="62ead766-6eaf-4057-bb25-25909a8c13e9" providerId="ADAL" clId="{3FA68CEF-BA90-4830-B164-02BEB71A7E1D}" dt="2026-03-26T14:37:57.407" v="5371" actId="1076"/>
          <ac:spMkLst>
            <pc:docMk/>
            <pc:sldMk cId="1742307113" sldId="415"/>
            <ac:spMk id="7" creationId="{297F1FE3-233E-B599-36B5-3EDC9B11EE7E}"/>
          </ac:spMkLst>
        </pc:spChg>
        <pc:grpChg chg="add mod">
          <ac:chgData name="Murzio Luca" userId="62ead766-6eaf-4057-bb25-25909a8c13e9" providerId="ADAL" clId="{3FA68CEF-BA90-4830-B164-02BEB71A7E1D}" dt="2026-03-26T14:37:43.946" v="5369" actId="14100"/>
          <ac:grpSpMkLst>
            <pc:docMk/>
            <pc:sldMk cId="1742307113" sldId="415"/>
            <ac:grpSpMk id="6" creationId="{A4172352-E1C0-BC78-F0E9-54906259F77F}"/>
          </ac:grpSpMkLst>
        </pc:grpChg>
        <pc:picChg chg="mod">
          <ac:chgData name="Murzio Luca" userId="62ead766-6eaf-4057-bb25-25909a8c13e9" providerId="ADAL" clId="{3FA68CEF-BA90-4830-B164-02BEB71A7E1D}" dt="2026-03-26T14:38:01.571" v="5372" actId="1076"/>
          <ac:picMkLst>
            <pc:docMk/>
            <pc:sldMk cId="1742307113" sldId="415"/>
            <ac:picMk id="8" creationId="{6A349F6E-F4CA-D4BF-3DD7-BD0E4F63B1E7}"/>
          </ac:picMkLst>
        </pc:picChg>
      </pc:sldChg>
      <pc:sldChg chg="addSp delSp modSp new add del mod modClrScheme chgLayout">
        <pc:chgData name="Murzio Luca" userId="62ead766-6eaf-4057-bb25-25909a8c13e9" providerId="ADAL" clId="{3FA68CEF-BA90-4830-B164-02BEB71A7E1D}" dt="2026-04-09T16:10:26.748" v="6576"/>
        <pc:sldMkLst>
          <pc:docMk/>
          <pc:sldMk cId="3914539074" sldId="416"/>
        </pc:sldMkLst>
        <pc:spChg chg="mod">
          <ac:chgData name="Murzio Luca" userId="62ead766-6eaf-4057-bb25-25909a8c13e9" providerId="ADAL" clId="{3FA68CEF-BA90-4830-B164-02BEB71A7E1D}" dt="2026-03-26T15:22:03.876" v="5802" actId="26606"/>
          <ac:spMkLst>
            <pc:docMk/>
            <pc:sldMk cId="3914539074" sldId="416"/>
            <ac:spMk id="2" creationId="{20CEB3E2-2A3F-351C-4F81-304C9B6C0D5B}"/>
          </ac:spMkLst>
        </pc:spChg>
        <pc:graphicFrameChg chg="add mod ord modGraphic">
          <ac:chgData name="Murzio Luca" userId="62ead766-6eaf-4057-bb25-25909a8c13e9" providerId="ADAL" clId="{3FA68CEF-BA90-4830-B164-02BEB71A7E1D}" dt="2026-03-26T15:54:19.787" v="6070" actId="1076"/>
          <ac:graphicFrameMkLst>
            <pc:docMk/>
            <pc:sldMk cId="3914539074" sldId="416"/>
            <ac:graphicFrameMk id="5" creationId="{B67D8B25-D8A9-3A93-8ADC-C1EC97F2547D}"/>
          </ac:graphicFrameMkLst>
        </pc:graphicFrameChg>
      </pc:sldChg>
      <pc:sldChg chg="modSp add del mod">
        <pc:chgData name="Murzio Luca" userId="62ead766-6eaf-4057-bb25-25909a8c13e9" providerId="ADAL" clId="{3FA68CEF-BA90-4830-B164-02BEB71A7E1D}" dt="2026-04-09T16:10:26.748" v="6576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4-08T13:18:44.892" v="6570" actId="20577"/>
          <ac:spMkLst>
            <pc:docMk/>
            <pc:sldMk cId="3463856726" sldId="417"/>
            <ac:spMk id="4" creationId="{16FA2CE1-A017-53FC-3E8E-1CCC0708EA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09/04/2026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09/04/2026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Gran parte del lavoro quotidiano delle applicazioni è leggere dati. Partiamo da qui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Regola pratica:</a:t>
            </a:r>
            <a:r>
              <a:rPr lang="it-IT" dirty="0"/>
              <a:t> se il predicato non usa una funzione aggregata (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</a:t>
            </a:r>
            <a:r>
              <a:rPr lang="it-IT" dirty="0"/>
              <a:t>,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it-IT" dirty="0"/>
              <a:t>,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it-IT" dirty="0"/>
              <a:t>...) — mettilo nel WHERE, non nel HAVING.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95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Cortocircuito:</a:t>
            </a:r>
            <a:r>
              <a:rPr lang="it-IT" dirty="0"/>
              <a:t> SQL Server valuta i rami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it-IT" dirty="0"/>
              <a:t> in ordine e si ferma al primo match — non </a:t>
            </a:r>
            <a:r>
              <a:rPr lang="it-IT" dirty="0" err="1"/>
              <a:t>evalua</a:t>
            </a:r>
            <a:r>
              <a:rPr lang="it-IT" dirty="0"/>
              <a:t> i successivi. Metti i casi più frequenti o meno costosi da valutare per primi.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Conversioni implicite:</a:t>
            </a:r>
            <a:r>
              <a:rPr lang="it-IT" dirty="0"/>
              <a:t> SQL Server converte automaticamente i tipi quando non corrispondono. Il rischio è che la conversione avvenga sul lato della colonna (rendendola non </a:t>
            </a:r>
            <a:r>
              <a:rPr lang="it-IT" dirty="0" err="1"/>
              <a:t>sargable</a:t>
            </a:r>
            <a:r>
              <a:rPr lang="it-IT" dirty="0"/>
              <a:t>) invece che sul lato del parametro. </a:t>
            </a:r>
            <a:br>
              <a:rPr lang="it-IT" dirty="0"/>
            </a:br>
            <a:r>
              <a:rPr lang="it-IT" dirty="0"/>
              <a:t>Regola: usa sempre il tipo corretto nel parametro di confronto — evita le conversioni implicite.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9778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Memory </a:t>
            </a:r>
            <a:r>
              <a:rPr lang="it-IT" b="1" dirty="0" err="1"/>
              <a:t>grant</a:t>
            </a:r>
            <a:r>
              <a:rPr lang="it-IT" b="1" dirty="0"/>
              <a:t>:</a:t>
            </a:r>
            <a:r>
              <a:rPr lang="it-IT" dirty="0"/>
              <a:t> le window </a:t>
            </a:r>
            <a:r>
              <a:rPr lang="it-IT" dirty="0" err="1"/>
              <a:t>functions</a:t>
            </a:r>
            <a:r>
              <a:rPr lang="it-IT" dirty="0"/>
              <a:t> richiedono un </a:t>
            </a:r>
            <a:r>
              <a:rPr lang="it-IT" b="1" dirty="0" err="1"/>
              <a:t>memory</a:t>
            </a:r>
            <a:r>
              <a:rPr lang="it-IT" b="1" dirty="0"/>
              <a:t> </a:t>
            </a:r>
            <a:r>
              <a:rPr lang="it-IT" b="1" dirty="0" err="1"/>
              <a:t>grant</a:t>
            </a:r>
            <a:r>
              <a:rPr lang="it-IT" dirty="0"/>
              <a:t> calcolato prima dell'esecuzione per mantenere la finestra in memoria. Se la stima è sbagliata (statistiche obsolete, parametri anomali), il </a:t>
            </a:r>
            <a:r>
              <a:rPr lang="it-IT" dirty="0" err="1"/>
              <a:t>grant</a:t>
            </a:r>
            <a:r>
              <a:rPr lang="it-IT" dirty="0"/>
              <a:t> può essere insufficiente → </a:t>
            </a:r>
            <a:r>
              <a:rPr lang="it-IT" b="1" dirty="0" err="1"/>
              <a:t>spill</a:t>
            </a:r>
            <a:r>
              <a:rPr lang="it-IT" b="1" dirty="0"/>
              <a:t> su </a:t>
            </a:r>
            <a:r>
              <a:rPr lang="it-IT" b="1" dirty="0" err="1"/>
              <a:t>tempdb</a:t>
            </a:r>
            <a:r>
              <a:rPr lang="it-IT" dirty="0"/>
              <a:t>. Visibile nel piano come un operatore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 Spool</a:t>
            </a:r>
            <a:r>
              <a:rPr lang="it-IT" dirty="0"/>
              <a:t> o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</a:t>
            </a:r>
            <a:r>
              <a:rPr lang="it-IT" dirty="0"/>
              <a:t> con il triangolo giallo di warning.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24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Anatomia di una SELECT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Come si scrive e come la esegue SQL Server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Aggregazione e filtri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C77C5-FFE7-8703-2B0B-FB0D072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Groupby</a:t>
            </a:r>
            <a:r>
              <a:rPr lang="it-IT" dirty="0"/>
              <a:t> e funzioni di aggregazione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C05E-E236-F8D2-BA82-2AD2FE8D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GROUP BY raccoglie le righe in gruppi </a:t>
            </a:r>
          </a:p>
          <a:p>
            <a:r>
              <a:rPr lang="it-IT" dirty="0"/>
              <a:t>le funzioni aggregate calcolano un valore per gruppo. </a:t>
            </a:r>
          </a:p>
          <a:p>
            <a:r>
              <a:rPr lang="it-IT" dirty="0"/>
              <a:t>È il motore di ogni report e analisi.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79208207-F4A9-A7A5-BA7B-39C14337B7AC}"/>
              </a:ext>
            </a:extLst>
          </p:cNvPr>
          <p:cNvGraphicFramePr>
            <a:graphicFrameLocks noGrp="1"/>
          </p:cNvGraphicFramePr>
          <p:nvPr/>
        </p:nvGraphicFramePr>
        <p:xfrm>
          <a:off x="4659551" y="843558"/>
          <a:ext cx="4228512" cy="38880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3341">
                  <a:extLst>
                    <a:ext uri="{9D8B030D-6E8A-4147-A177-3AD203B41FA5}">
                      <a16:colId xmlns:a16="http://schemas.microsoft.com/office/drawing/2014/main" val="349502723"/>
                    </a:ext>
                  </a:extLst>
                </a:gridCol>
                <a:gridCol w="641582">
                  <a:extLst>
                    <a:ext uri="{9D8B030D-6E8A-4147-A177-3AD203B41FA5}">
                      <a16:colId xmlns:a16="http://schemas.microsoft.com/office/drawing/2014/main" val="360364309"/>
                    </a:ext>
                  </a:extLst>
                </a:gridCol>
                <a:gridCol w="2173589">
                  <a:extLst>
                    <a:ext uri="{9D8B030D-6E8A-4147-A177-3AD203B41FA5}">
                      <a16:colId xmlns:a16="http://schemas.microsoft.com/office/drawing/2014/main" val="328362509"/>
                    </a:ext>
                  </a:extLst>
                </a:gridCol>
              </a:tblGrid>
              <a:tr h="45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Funzione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Ignora NULL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Note</a:t>
                      </a:r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427817801"/>
                  </a:ext>
                </a:extLst>
              </a:tr>
              <a:tr h="45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COUNT(*)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No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La più veloce. Non legge dati di colonna.</a:t>
                      </a:r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2775677108"/>
                  </a:ext>
                </a:extLst>
              </a:tr>
              <a:tr h="63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COUNT(colonna)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Sì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Conta solo i non-NULL. Può dare risultato diverso da COUNT(*).</a:t>
                      </a:r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1453782766"/>
                  </a:ext>
                </a:extLst>
              </a:tr>
              <a:tr h="63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COUNT(DISTINCT c)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Sì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Molto costosa su dataset grandi.</a:t>
                      </a:r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2000980732"/>
                  </a:ext>
                </a:extLst>
              </a:tr>
              <a:tr h="45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SUM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Sì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it-IT" sz="1200" dirty="0"/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1879183688"/>
                  </a:ext>
                </a:extLst>
              </a:tr>
              <a:tr h="63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AVG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Sì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 dirty="0"/>
                        <a:t>= SUM/COUNT(col), non SUM/COUNT(*). </a:t>
                      </a:r>
                      <a:br>
                        <a:rPr lang="it-IT" sz="1200" dirty="0"/>
                      </a:br>
                      <a:r>
                        <a:rPr lang="it-IT" sz="1200" dirty="0"/>
                        <a:t>Differenza se ci sono NULL.</a:t>
                      </a:r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392098981"/>
                  </a:ext>
                </a:extLst>
              </a:tr>
              <a:tr h="63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MIN / MAX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Sì</a:t>
                      </a:r>
                    </a:p>
                  </a:txBody>
                  <a:tcPr marL="60942" marR="60942" marT="30471" marB="304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it-IT" sz="1200" dirty="0"/>
                    </a:p>
                  </a:txBody>
                  <a:tcPr marL="60942" marR="60942" marT="30471" marB="30471" anchor="ctr"/>
                </a:tc>
                <a:extLst>
                  <a:ext uri="{0D108BD9-81ED-4DB2-BD59-A6C34878D82A}">
                    <a16:rowId xmlns:a16="http://schemas.microsoft.com/office/drawing/2014/main" val="53185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62F2DD-6397-2C7E-E9DC-906AFF69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Where</a:t>
            </a:r>
            <a:r>
              <a:rPr lang="it-IT" dirty="0"/>
              <a:t> vs </a:t>
            </a:r>
            <a:r>
              <a:rPr lang="it-IT" dirty="0" err="1"/>
              <a:t>having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AC9FD8-C1C7-14C1-6F40-951B7A372D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9552" y="843559"/>
            <a:ext cx="8353623" cy="396044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Stessa funzione logica (filtrare), momenti diversi della pipeline, costi molto diversi.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CF112BDA-3536-08A2-5ADB-BE32091C3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652" y="1219200"/>
            <a:ext cx="61055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3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A09C7B-AF30-1806-0EAA-3ECEB8A9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distinct</a:t>
            </a:r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60697EE-95CC-39CF-70FF-60A5F49000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8713663" cy="3780680"/>
          </a:xfrm>
        </p:spPr>
        <p:txBody>
          <a:bodyPr/>
          <a:lstStyle/>
          <a:p>
            <a:r>
              <a:rPr lang="it-IT" dirty="0"/>
              <a:t>DISTINCT rimuove le righe duplicate con tutti i valori uguali</a:t>
            </a:r>
          </a:p>
          <a:p>
            <a:r>
              <a:rPr lang="it-IT" dirty="0"/>
              <a:t>Ha il costo di un ORDER BY sull'intero </a:t>
            </a:r>
            <a:r>
              <a:rPr lang="it-IT" dirty="0" err="1"/>
              <a:t>result</a:t>
            </a:r>
            <a:r>
              <a:rPr lang="it-IT" dirty="0"/>
              <a:t> set </a:t>
            </a:r>
          </a:p>
          <a:p>
            <a:r>
              <a:rPr lang="it-IT" dirty="0"/>
              <a:t>Può essere usata insieme alla COUNT per non contare i duplicati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F61B36A-E6CF-4387-CD8F-424F698B2A52}"/>
              </a:ext>
            </a:extLst>
          </p:cNvPr>
          <p:cNvSpPr/>
          <p:nvPr/>
        </p:nvSpPr>
        <p:spPr bwMode="auto">
          <a:xfrm>
            <a:off x="1547664" y="3831890"/>
            <a:ext cx="6228692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Spesso maschera un bug nel JOIN</a:t>
            </a:r>
          </a:p>
        </p:txBody>
      </p:sp>
      <p:pic>
        <p:nvPicPr>
          <p:cNvPr id="8" name="Elemento grafico 7" descr="Avviso con riempimento a tinta unita">
            <a:extLst>
              <a:ext uri="{FF2B5EF4-FFF2-40B4-BE49-F238E27FC236}">
                <a16:creationId xmlns:a16="http://schemas.microsoft.com/office/drawing/2014/main" id="{3A6FE459-5D01-2E66-0C51-787D08A74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5676" y="3885695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6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FE45-902C-3C2E-DDDA-67A16BE5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7FEBA07-A957-9B8F-0369-7659AAFF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Espressioni e funzioni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420690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Case </a:t>
            </a:r>
            <a:r>
              <a:rPr lang="it-IT" dirty="0" err="1"/>
              <a:t>when</a:t>
            </a:r>
            <a:r>
              <a:rPr lang="it-IT" dirty="0"/>
              <a:t> – i campi calcolati a </a:t>
            </a:r>
            <a:r>
              <a:rPr lang="it-IT" dirty="0" err="1"/>
              <a:t>runtime</a:t>
            </a:r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5D271C9-DDE0-128B-4098-3E5BD33962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4247455" cy="3780680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CASE è l'unico costrutto condizionale </a:t>
            </a:r>
            <a:r>
              <a:rPr lang="it-IT" dirty="0" err="1"/>
              <a:t>inline</a:t>
            </a:r>
            <a:r>
              <a:rPr lang="it-IT" dirty="0"/>
              <a:t> di SQL.</a:t>
            </a:r>
          </a:p>
          <a:p>
            <a:r>
              <a:rPr lang="it-IT" dirty="0"/>
              <a:t>Restituisce un valore, non un insieme di righe </a:t>
            </a:r>
          </a:p>
          <a:p>
            <a:r>
              <a:rPr lang="it-IT" dirty="0"/>
              <a:t>Può essere usato in:</a:t>
            </a:r>
          </a:p>
          <a:p>
            <a:pPr lvl="1"/>
            <a:r>
              <a:rPr lang="it-IT" dirty="0"/>
              <a:t>SELECT </a:t>
            </a:r>
          </a:p>
          <a:p>
            <a:pPr lvl="1"/>
            <a:r>
              <a:rPr lang="it-IT" dirty="0"/>
              <a:t>WHERE</a:t>
            </a:r>
          </a:p>
          <a:p>
            <a:pPr lvl="1"/>
            <a:r>
              <a:rPr lang="it-IT" dirty="0"/>
              <a:t>ORDER BY</a:t>
            </a:r>
          </a:p>
          <a:p>
            <a:pPr lvl="1"/>
            <a:r>
              <a:rPr lang="it-IT" dirty="0"/>
              <a:t>nelle funzioni aggregate.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E2A9D3B8-DC12-86EA-B456-1D61A5EC53CE}"/>
              </a:ext>
            </a:extLst>
          </p:cNvPr>
          <p:cNvGrpSpPr/>
          <p:nvPr/>
        </p:nvGrpSpPr>
        <p:grpSpPr>
          <a:xfrm>
            <a:off x="4572000" y="843558"/>
            <a:ext cx="4247455" cy="3424870"/>
            <a:chOff x="4572000" y="843558"/>
            <a:chExt cx="4247455" cy="3424870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152AD051-2591-078D-B97E-036CDFDB07C2}"/>
                </a:ext>
              </a:extLst>
            </p:cNvPr>
            <p:cNvSpPr txBox="1"/>
            <p:nvPr/>
          </p:nvSpPr>
          <p:spPr>
            <a:xfrm>
              <a:off x="4572000" y="843558"/>
              <a:ext cx="4247455" cy="3424870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 lnSpcReduction="10000"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-- Forma cercata (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searched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CASE): condizione booleana per ogni ramo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CASE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WHEN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condizione1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THEN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valore1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WHEN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condizione2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THEN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valore2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...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ELSE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valore_default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-- omettere ELSE equivale a ELSE NULL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END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it-IT" sz="14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-- Forma semplice (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simple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CASE): confronta un'espressione con valori fissi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20E1A"/>
                  </a:solidFill>
                  <a:latin typeface="+mj-lt"/>
                </a:rPr>
                <a:t>CASE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espressione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WHEN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valore1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THEN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risultato1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WHEN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valore2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THEN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risultato2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   </a:t>
              </a: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ELSE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 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risultato_default</a:t>
              </a:r>
              <a:endParaRPr lang="it-IT" sz="14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00000"/>
                  </a:solidFill>
                  <a:latin typeface="+mj-lt"/>
                </a:rPr>
                <a:t>END</a:t>
              </a:r>
            </a:p>
          </p:txBody>
        </p:sp>
        <p:pic>
          <p:nvPicPr>
            <p:cNvPr id="6" name="Elemento grafico 5" descr="Programmatore (maschile) con riempimento a tinta unita">
              <a:extLst>
                <a:ext uri="{FF2B5EF4-FFF2-40B4-BE49-F238E27FC236}">
                  <a16:creationId xmlns:a16="http://schemas.microsoft.com/office/drawing/2014/main" id="{97D8B6FF-616D-10F6-5E41-1B5D961AF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62959" y="3752732"/>
              <a:ext cx="446348" cy="446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36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97B427-6E4F-2CA3-EE09-BEFDC1E3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Cast / </a:t>
            </a:r>
            <a:r>
              <a:rPr lang="it-IT" dirty="0" err="1"/>
              <a:t>convert</a:t>
            </a:r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B522168-5EB0-E559-878C-4B40816D80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8713607" cy="1224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Le conversioni di tipo sono necessarie ma nascondono insidie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7D47A6EA-EB70-3684-AD8E-43AE920F81D6}"/>
              </a:ext>
            </a:extLst>
          </p:cNvPr>
          <p:cNvGrpSpPr/>
          <p:nvPr/>
        </p:nvGrpSpPr>
        <p:grpSpPr>
          <a:xfrm>
            <a:off x="4716977" y="1463883"/>
            <a:ext cx="4247455" cy="1520491"/>
            <a:chOff x="4716977" y="712749"/>
            <a:chExt cx="4247455" cy="1520491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FDC3870-1F4E-5AE5-3CB0-F58F146250AB}"/>
                </a:ext>
              </a:extLst>
            </p:cNvPr>
            <p:cNvSpPr txBox="1"/>
            <p:nvPr/>
          </p:nvSpPr>
          <p:spPr>
            <a:xfrm>
              <a:off x="4716977" y="712749"/>
              <a:ext cx="4247455" cy="1520491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-- CAST: standard SQL, sintassi semplice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20E1A"/>
                  </a:solidFill>
                  <a:latin typeface="+mj-lt"/>
                </a:rPr>
                <a:t>CAST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(espressione AS 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tipo_target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)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it-IT" sz="1400" dirty="0">
                <a:solidFill>
                  <a:schemeClr val="bg1"/>
                </a:solidFill>
                <a:latin typeface="+mj-lt"/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-- CONVERT: T-SQL, aggiunge il parametro style per formattare date/numeri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sz="1400" dirty="0">
                  <a:solidFill>
                    <a:srgbClr val="C20E1A"/>
                  </a:solidFill>
                  <a:latin typeface="+mj-lt"/>
                </a:rPr>
                <a:t>CONVERT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(</a:t>
              </a:r>
              <a:r>
                <a:rPr lang="it-IT" sz="1400" dirty="0" err="1">
                  <a:solidFill>
                    <a:schemeClr val="bg1"/>
                  </a:solidFill>
                  <a:latin typeface="+mj-lt"/>
                </a:rPr>
                <a:t>tipo_target</a:t>
              </a:r>
              <a:r>
                <a:rPr lang="it-IT" sz="1400" dirty="0">
                  <a:solidFill>
                    <a:schemeClr val="bg1"/>
                  </a:solidFill>
                  <a:latin typeface="+mj-lt"/>
                </a:rPr>
                <a:t>, espressione [, style])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it-IT" sz="14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8" name="Elemento grafico 7" descr="Programmatore (maschile) con riempimento a tinta unita">
              <a:extLst>
                <a:ext uri="{FF2B5EF4-FFF2-40B4-BE49-F238E27FC236}">
                  <a16:creationId xmlns:a16="http://schemas.microsoft.com/office/drawing/2014/main" id="{97A0F052-0B45-52CA-1637-DDBC2E2D8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6132" y="1707654"/>
              <a:ext cx="446348" cy="446348"/>
            </a:xfrm>
            <a:prstGeom prst="rect">
              <a:avLst/>
            </a:prstGeom>
          </p:spPr>
        </p:pic>
      </p:grp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8E9D28DD-F15C-067B-9FC6-5B838CF3F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057469"/>
              </p:ext>
            </p:extLst>
          </p:nvPr>
        </p:nvGraphicFramePr>
        <p:xfrm>
          <a:off x="250824" y="1468424"/>
          <a:ext cx="4247455" cy="200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3115">
                  <a:extLst>
                    <a:ext uri="{9D8B030D-6E8A-4147-A177-3AD203B41FA5}">
                      <a16:colId xmlns:a16="http://schemas.microsoft.com/office/drawing/2014/main" val="601444040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605981644"/>
                    </a:ext>
                  </a:extLst>
                </a:gridCol>
                <a:gridCol w="2088176">
                  <a:extLst>
                    <a:ext uri="{9D8B030D-6E8A-4147-A177-3AD203B41FA5}">
                      <a16:colId xmlns:a16="http://schemas.microsoft.com/office/drawing/2014/main" val="3037790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Formato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Esempio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18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dd</a:t>
                      </a:r>
                      <a:r>
                        <a:rPr lang="it-IT" sz="1400" dirty="0"/>
                        <a:t>/mm/</a:t>
                      </a:r>
                      <a:r>
                        <a:rPr lang="it-IT" sz="1400" dirty="0" err="1"/>
                        <a:t>yyyy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25/12/2013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49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yyyy</a:t>
                      </a:r>
                      <a:r>
                        <a:rPr lang="it-IT" sz="1400" dirty="0"/>
                        <a:t>-mm-</a:t>
                      </a:r>
                      <a:r>
                        <a:rPr lang="it-IT" sz="1400" dirty="0" err="1"/>
                        <a:t>dd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hh:mi:ss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2013-12-25 14:30:00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695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yyyymmdd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20131225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654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yyyy-mm-dd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2013-12-25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913011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C07873B-E2B4-829F-DFE8-F9DC9FA15935}"/>
              </a:ext>
            </a:extLst>
          </p:cNvPr>
          <p:cNvSpPr txBox="1"/>
          <p:nvPr/>
        </p:nvSpPr>
        <p:spPr>
          <a:xfrm>
            <a:off x="266177" y="3463137"/>
            <a:ext cx="3132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Es. Tipo target per CONVERT con date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9390447-0C3C-9061-5372-13790986997C}"/>
              </a:ext>
            </a:extLst>
          </p:cNvPr>
          <p:cNvSpPr/>
          <p:nvPr/>
        </p:nvSpPr>
        <p:spPr bwMode="auto">
          <a:xfrm>
            <a:off x="1439276" y="4136624"/>
            <a:ext cx="6336704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Conversione nella </a:t>
            </a:r>
            <a:r>
              <a:rPr lang="it-IT" sz="2400" dirty="0" err="1"/>
              <a:t>where</a:t>
            </a:r>
            <a:r>
              <a:rPr lang="it-IT" sz="2400" dirty="0"/>
              <a:t> </a:t>
            </a:r>
            <a:r>
              <a:rPr lang="it-IT" sz="2400" dirty="0">
                <a:sym typeface="Wingdings" panose="05000000000000000000" pitchFamily="2" charset="2"/>
              </a:rPr>
              <a:t> non </a:t>
            </a:r>
            <a:r>
              <a:rPr lang="it-IT" sz="2400" dirty="0" err="1">
                <a:sym typeface="Wingdings" panose="05000000000000000000" pitchFamily="2" charset="2"/>
              </a:rPr>
              <a:t>SARGable</a:t>
            </a:r>
            <a:endParaRPr lang="it-IT" sz="2400" dirty="0"/>
          </a:p>
        </p:txBody>
      </p:sp>
      <p:pic>
        <p:nvPicPr>
          <p:cNvPr id="11" name="Elemento grafico 10" descr="Avviso con riempimento a tinta unita">
            <a:extLst>
              <a:ext uri="{FF2B5EF4-FFF2-40B4-BE49-F238E27FC236}">
                <a16:creationId xmlns:a16="http://schemas.microsoft.com/office/drawing/2014/main" id="{DD1AF89A-F1B9-5F25-7BA7-9D60557B7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8354" y="4209368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F1526-89F3-7208-2CD2-DD10FF2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Funzioni scalari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BDCCB6D-BDE1-A346-E8C2-EF67D332FB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3817119" cy="3708412"/>
          </a:xfrm>
        </p:spPr>
        <p:txBody>
          <a:bodyPr>
            <a:normAutofit/>
          </a:bodyPr>
          <a:lstStyle/>
          <a:p>
            <a:r>
              <a:rPr lang="it-IT" dirty="0"/>
              <a:t>SQL Server ha centinaia di funzioni </a:t>
            </a:r>
            <a:r>
              <a:rPr lang="it-IT" dirty="0" err="1"/>
              <a:t>built</a:t>
            </a:r>
            <a:r>
              <a:rPr lang="it-IT" dirty="0"/>
              <a:t>-in. </a:t>
            </a:r>
          </a:p>
          <a:p>
            <a:r>
              <a:rPr lang="it-IT" dirty="0"/>
              <a:t>Le più usate quotidianamente appartengono a tre famiglie.</a:t>
            </a:r>
          </a:p>
          <a:p>
            <a:r>
              <a:rPr lang="it-IT" b="1" dirty="0"/>
              <a:t>Applicarle a colonne indicizzate nel WHERE</a:t>
            </a:r>
            <a:r>
              <a:rPr lang="it-IT" dirty="0"/>
              <a:t> — rompe la </a:t>
            </a:r>
            <a:r>
              <a:rPr lang="it-IT" dirty="0" err="1"/>
              <a:t>sargability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97F82BF4-1A54-FAFA-0A65-8D24C1852200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4319277" y="1166998"/>
          <a:ext cx="4573203" cy="33849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401">
                  <a:extLst>
                    <a:ext uri="{9D8B030D-6E8A-4147-A177-3AD203B41FA5}">
                      <a16:colId xmlns:a16="http://schemas.microsoft.com/office/drawing/2014/main" val="2349371546"/>
                    </a:ext>
                  </a:extLst>
                </a:gridCol>
                <a:gridCol w="1524401">
                  <a:extLst>
                    <a:ext uri="{9D8B030D-6E8A-4147-A177-3AD203B41FA5}">
                      <a16:colId xmlns:a16="http://schemas.microsoft.com/office/drawing/2014/main" val="3200410770"/>
                    </a:ext>
                  </a:extLst>
                </a:gridCol>
                <a:gridCol w="1524401">
                  <a:extLst>
                    <a:ext uri="{9D8B030D-6E8A-4147-A177-3AD203B41FA5}">
                      <a16:colId xmlns:a16="http://schemas.microsoft.com/office/drawing/2014/main" val="1822092122"/>
                    </a:ext>
                  </a:extLst>
                </a:gridCol>
              </a:tblGrid>
              <a:tr h="413908">
                <a:tc>
                  <a:txBody>
                    <a:bodyPr/>
                    <a:lstStyle/>
                    <a:p>
                      <a:r>
                        <a:rPr lang="it-IT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Stringhe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Numerici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30381"/>
                  </a:ext>
                </a:extLst>
              </a:tr>
              <a:tr h="714416">
                <a:tc>
                  <a:txBody>
                    <a:bodyPr/>
                    <a:lstStyle/>
                    <a:p>
                      <a:r>
                        <a:rPr lang="it-IT" sz="1400" dirty="0"/>
                        <a:t>YEAR(colonna)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LEN(colonna)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ROUND(colonna, </a:t>
                      </a:r>
                      <a:r>
                        <a:rPr lang="it-IT" sz="1400" dirty="0" err="1"/>
                        <a:t>dec</a:t>
                      </a:r>
                      <a:r>
                        <a:rPr lang="it-IT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34643"/>
                  </a:ext>
                </a:extLst>
              </a:tr>
              <a:tr h="714416">
                <a:tc>
                  <a:txBody>
                    <a:bodyPr/>
                    <a:lstStyle/>
                    <a:p>
                      <a:r>
                        <a:rPr lang="it-IT" sz="1400" dirty="0"/>
                        <a:t>MONTH (colonna)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LEFT(colonna, </a:t>
                      </a:r>
                      <a:r>
                        <a:rPr lang="it-IT" sz="1400" dirty="0" err="1"/>
                        <a:t>len</a:t>
                      </a:r>
                      <a:r>
                        <a:rPr lang="it-IT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ABS(colonna)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894"/>
                  </a:ext>
                </a:extLst>
              </a:tr>
              <a:tr h="714416">
                <a:tc>
                  <a:txBody>
                    <a:bodyPr/>
                    <a:lstStyle/>
                    <a:p>
                      <a:r>
                        <a:rPr lang="it-IT" sz="1400" dirty="0"/>
                        <a:t>DAY (colonna)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RIGHT(colonna, </a:t>
                      </a:r>
                      <a:r>
                        <a:rPr lang="it-IT" sz="1400" dirty="0" err="1"/>
                        <a:t>len</a:t>
                      </a:r>
                      <a:r>
                        <a:rPr lang="it-IT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647093"/>
                  </a:ext>
                </a:extLst>
              </a:tr>
              <a:tr h="413908">
                <a:tc>
                  <a:txBody>
                    <a:bodyPr/>
                    <a:lstStyle/>
                    <a:p>
                      <a:r>
                        <a:rPr lang="it-IT" sz="1400" dirty="0"/>
                        <a:t>DATEADD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CHARINDEX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85585"/>
                  </a:ext>
                </a:extLst>
              </a:tr>
              <a:tr h="413908">
                <a:tc>
                  <a:txBody>
                    <a:bodyPr/>
                    <a:lstStyle/>
                    <a:p>
                      <a:r>
                        <a:rPr lang="it-IT" sz="1400" dirty="0"/>
                        <a:t>DATEDIFF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9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64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7247-F8E8-810D-AC8B-132205FD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5D1FDFC-5439-FBDC-50EA-96A78B49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Funzioni avanzate e checklist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296363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36347-81B4-DD20-E291-0EE991C3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Window </a:t>
            </a:r>
            <a:r>
              <a:rPr lang="it-IT" dirty="0" err="1"/>
              <a:t>functions</a:t>
            </a:r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FFCC5BE-7773-EFC2-93D6-8DD915F505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4321175" cy="3384376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Calcolano un valore per ogni riga </a:t>
            </a:r>
            <a:r>
              <a:rPr lang="it-IT" b="1" dirty="0"/>
              <a:t>in relazione a un insieme di righe vicine</a:t>
            </a:r>
            <a:r>
              <a:rPr lang="it-IT" dirty="0"/>
              <a:t> (la "finestra")</a:t>
            </a:r>
          </a:p>
          <a:p>
            <a:r>
              <a:rPr lang="it-IT" dirty="0"/>
              <a:t>Vengono calcolate nella </a:t>
            </a:r>
            <a:r>
              <a:rPr lang="it-IT"/>
              <a:t>fase della SELECT</a:t>
            </a:r>
            <a:endParaRPr lang="it-IT" dirty="0"/>
          </a:p>
          <a:p>
            <a:r>
              <a:rPr lang="it-IT" dirty="0"/>
              <a:t>Sono tra le funzioni più potenti di SQL moderno</a:t>
            </a:r>
          </a:p>
          <a:p>
            <a:r>
              <a:rPr lang="it-IT" dirty="0"/>
              <a:t>Da usare con accortezza su grandi dataset o filtrare prima di applicarle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A4172352-E1C0-BC78-F0E9-54906259F77F}"/>
              </a:ext>
            </a:extLst>
          </p:cNvPr>
          <p:cNvGrpSpPr/>
          <p:nvPr/>
        </p:nvGrpSpPr>
        <p:grpSpPr>
          <a:xfrm>
            <a:off x="4968044" y="843558"/>
            <a:ext cx="3924436" cy="1908212"/>
            <a:chOff x="4442722" y="1712144"/>
            <a:chExt cx="4770639" cy="1908212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297F1FE3-233E-B599-36B5-3EDC9B11EE7E}"/>
                </a:ext>
              </a:extLst>
            </p:cNvPr>
            <p:cNvSpPr txBox="1"/>
            <p:nvPr/>
          </p:nvSpPr>
          <p:spPr>
            <a:xfrm>
              <a:off x="4442722" y="1712144"/>
              <a:ext cx="4770639" cy="1908212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/>
                <a:t>funzione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()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OVER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(</a:t>
              </a:r>
              <a:r>
                <a:rPr lang="it-IT" dirty="0"/>
                <a:t> </a:t>
              </a:r>
              <a:br>
                <a:rPr lang="it-IT" dirty="0"/>
              </a:br>
              <a:r>
                <a:rPr lang="it-IT" dirty="0">
                  <a:solidFill>
                    <a:srgbClr val="818898"/>
                  </a:solidFill>
                </a:rPr>
                <a:t>-- suddivide in gruppi logici</a:t>
              </a:r>
              <a:br>
                <a:rPr lang="it-IT" dirty="0"/>
              </a:br>
              <a:r>
                <a:rPr lang="it-IT" dirty="0">
                  <a:solidFill>
                    <a:srgbClr val="D3D7DE"/>
                  </a:solidFill>
                  <a:effectLst/>
                </a:rPr>
                <a:t>[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PARTITION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BY</a:t>
              </a:r>
              <a:r>
                <a:rPr lang="it-IT" dirty="0"/>
                <a:t> colonna1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,</a:t>
              </a:r>
              <a:r>
                <a:rPr lang="it-IT" dirty="0"/>
                <a:t> colonna2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,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...]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818898"/>
                  </a:solidFill>
                </a:rPr>
                <a:t>-- ordine dentro la finestra</a:t>
              </a:r>
              <a:endParaRPr lang="it-IT" dirty="0">
                <a:solidFill>
                  <a:srgbClr val="C00000"/>
                </a:solidFill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>
                  <a:solidFill>
                    <a:srgbClr val="D3D7DE"/>
                  </a:solidFill>
                  <a:effectLst/>
                </a:rPr>
                <a:t>[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ORDER</a:t>
              </a:r>
              <a:r>
                <a:rPr lang="it-IT" dirty="0"/>
                <a:t> 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BY</a:t>
              </a:r>
              <a:r>
                <a:rPr lang="it-IT" dirty="0"/>
                <a:t> colonna 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[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ASC</a:t>
              </a:r>
              <a:r>
                <a:rPr lang="it-IT" dirty="0">
                  <a:solidFill>
                    <a:srgbClr val="EAECF0"/>
                  </a:solidFill>
                  <a:effectLst/>
                </a:rPr>
                <a:t>|</a:t>
              </a:r>
              <a:r>
                <a:rPr lang="it-IT" dirty="0">
                  <a:solidFill>
                    <a:srgbClr val="CC7BF4"/>
                  </a:solidFill>
                  <a:effectLst/>
                </a:rPr>
                <a:t>DESC</a:t>
              </a:r>
              <a:r>
                <a:rPr lang="it-IT" dirty="0">
                  <a:solidFill>
                    <a:srgbClr val="D3D7DE"/>
                  </a:solidFill>
                  <a:effectLst/>
                </a:rPr>
                <a:t>]])</a:t>
              </a:r>
              <a:endParaRPr lang="it-IT" dirty="0">
                <a:solidFill>
                  <a:srgbClr val="C00000"/>
                </a:solidFill>
                <a:latin typeface="+mj-lt"/>
              </a:endParaRPr>
            </a:p>
          </p:txBody>
        </p:sp>
        <p:pic>
          <p:nvPicPr>
            <p:cNvPr id="8" name="Elemento grafico 7" descr="Programmatore (maschile) con riempimento a tinta unita">
              <a:extLst>
                <a:ext uri="{FF2B5EF4-FFF2-40B4-BE49-F238E27FC236}">
                  <a16:creationId xmlns:a16="http://schemas.microsoft.com/office/drawing/2014/main" id="{6A349F6E-F4CA-D4BF-3DD7-BD0E4F63B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4477" y="3080296"/>
              <a:ext cx="446347" cy="446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230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9532" y="987574"/>
          <a:ext cx="8424936" cy="35088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8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Domanda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1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Ho indicato solo le colonne necessarie?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2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I filtri in WHERE applicano funzioni sulle colonne indicizzate? (non </a:t>
                      </a:r>
                      <a:r>
                        <a:rPr lang="it-IT" sz="1800" dirty="0" err="1"/>
                        <a:t>sargable</a:t>
                      </a:r>
                      <a:r>
                        <a:rPr lang="it-IT" sz="1800" dirty="0"/>
                        <a:t>)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3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Ho filtri nel HAVING che potrebbero stare nel WHERE?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51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Se prevedo grandi volumi ho applicato una logica filtra prima e raggruppa dopo?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Ho ORDER BY dove l'ordine conta? C'è un indice utile?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Il DISTINCT è necessario o maschera un JOIN moltiplicato?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807659556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Ho TOP con ORDER BY? Se no, è intenzionale?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9506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539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Prossima lezione</a:t>
            </a:r>
            <a:br>
              <a:rPr lang="it-IT" sz="3800" dirty="0"/>
            </a:br>
            <a:r>
              <a:rPr lang="it-IT" sz="3800" dirty="0"/>
              <a:t>JOIN E OPERAZIONI INSIEMISTICHE 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22148</TotalTime>
  <Words>830</Words>
  <Application>Microsoft Office PowerPoint</Application>
  <PresentationFormat>Presentazione su schermo (16:9)</PresentationFormat>
  <Paragraphs>137</Paragraphs>
  <Slides>13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Calibri</vt:lpstr>
      <vt:lpstr>Wingdings</vt:lpstr>
      <vt:lpstr>Sistemi</vt:lpstr>
      <vt:lpstr>Presentazione standard di PowerPoint</vt:lpstr>
      <vt:lpstr>Aggregazione e filtri</vt:lpstr>
      <vt:lpstr>Groupby e funzioni di aggregazione</vt:lpstr>
      <vt:lpstr>Where vs having</vt:lpstr>
      <vt:lpstr>distinct</vt:lpstr>
      <vt:lpstr>Espressioni e funzioni</vt:lpstr>
      <vt:lpstr>Case when – i campi calcolati a runtime</vt:lpstr>
      <vt:lpstr>Cast / convert</vt:lpstr>
      <vt:lpstr>Funzioni scalari</vt:lpstr>
      <vt:lpstr>Funzioni avanzate e checklist</vt:lpstr>
      <vt:lpstr>Window functions</vt:lpstr>
      <vt:lpstr>checklist</vt:lpstr>
      <vt:lpstr>Prossima lezione JOIN E OPERAZIONI INSIEMISTICHE 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2026-04-09T16:14:45Z</dcterms:modified>
</cp:coreProperties>
</file>