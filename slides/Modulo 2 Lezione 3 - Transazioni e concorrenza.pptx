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5"/>
  </p:notesMasterIdLst>
  <p:handoutMasterIdLst>
    <p:handoutMasterId r:id="rId16"/>
  </p:handoutMasterIdLst>
  <p:sldIdLst>
    <p:sldId id="398" r:id="rId2"/>
    <p:sldId id="418" r:id="rId3"/>
    <p:sldId id="442" r:id="rId4"/>
    <p:sldId id="443" r:id="rId5"/>
    <p:sldId id="427" r:id="rId6"/>
    <p:sldId id="445" r:id="rId7"/>
    <p:sldId id="397" r:id="rId8"/>
    <p:sldId id="406" r:id="rId9"/>
    <p:sldId id="446" r:id="rId10"/>
    <p:sldId id="428" r:id="rId11"/>
    <p:sldId id="429" r:id="rId12"/>
    <p:sldId id="447" r:id="rId13"/>
    <p:sldId id="417" r:id="rId14"/>
  </p:sldIdLst>
  <p:sldSz cx="9144000" cy="5143500" type="screen16x9"/>
  <p:notesSz cx="6797675" cy="9928225"/>
  <p:custDataLst>
    <p:tags r:id="rId17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5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andi Enrico" initials="EE" lastIdx="3" clrIdx="0"/>
  <p:cmAuthor id="2" name="Eandi Francesco" initials="EF" lastIdx="1" clrIdx="1"/>
  <p:cmAuthor id="3" name="Rosso Valter" initials="RV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B7D6"/>
    <a:srgbClr val="C20E1A"/>
    <a:srgbClr val="E30613"/>
    <a:srgbClr val="FFFFCC"/>
    <a:srgbClr val="8C8C8C"/>
    <a:srgbClr val="AC1A2F"/>
    <a:srgbClr val="D3D3D3"/>
    <a:srgbClr val="33CC33"/>
    <a:srgbClr val="FFCC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2DE63D5-997A-4646-A377-4702673A728D}" styleName="Stile chiaro 2 - Color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Stile medio 3 - 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Stile medio 4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Stile con tema 1 - Color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Stile con tema 1 - Color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DA37D80-6434-44D0-A028-1B22A696006F}" styleName="Stile chiaro 3 - Color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Stile chiaro 2 - Color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91" autoAdjust="0"/>
    <p:restoredTop sz="75182" autoAdjust="0"/>
  </p:normalViewPr>
  <p:slideViewPr>
    <p:cSldViewPr showGuides="1">
      <p:cViewPr varScale="1">
        <p:scale>
          <a:sx n="105" d="100"/>
          <a:sy n="105" d="100"/>
        </p:scale>
        <p:origin x="1962" y="96"/>
      </p:cViewPr>
      <p:guideLst>
        <p:guide orient="horz" pos="686"/>
        <p:guide pos="2880"/>
        <p:guide orient="horz" pos="5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580" y="-96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zio Luca" userId="62ead766-6eaf-4057-bb25-25909a8c13e9" providerId="ADAL" clId="{3FA68CEF-BA90-4830-B164-02BEB71A7E1D}"/>
    <pc:docChg chg="undo redo custSel addSld delSld modSld sldOrd modNotesMaster modHandout">
      <pc:chgData name="Murzio Luca" userId="62ead766-6eaf-4057-bb25-25909a8c13e9" providerId="ADAL" clId="{3FA68CEF-BA90-4830-B164-02BEB71A7E1D}" dt="2026-08-05T09:01:00.676" v="20901" actId="20577"/>
      <pc:docMkLst>
        <pc:docMk/>
      </pc:docMkLst>
      <pc:sldChg chg="addSp delSp modSp mod setBg modNotesTx">
        <pc:chgData name="Murzio Luca" userId="62ead766-6eaf-4057-bb25-25909a8c13e9" providerId="ADAL" clId="{3FA68CEF-BA90-4830-B164-02BEB71A7E1D}" dt="2026-07-27T15:16:22.340" v="20898" actId="20577"/>
        <pc:sldMkLst>
          <pc:docMk/>
          <pc:sldMk cId="2453220132" sldId="398"/>
        </pc:sldMkLst>
      </pc:sldChg>
      <pc:sldChg chg="addSp delSp modSp mod modNotesTx">
        <pc:chgData name="Murzio Luca" userId="62ead766-6eaf-4057-bb25-25909a8c13e9" providerId="ADAL" clId="{3FA68CEF-BA90-4830-B164-02BEB71A7E1D}" dt="2026-08-05T09:01:00.676" v="20901" actId="20577"/>
        <pc:sldMkLst>
          <pc:docMk/>
          <pc:sldMk cId="57708598" sldId="406"/>
        </pc:sldMkLst>
        <pc:graphicFrameChg chg="add mod modGraphic">
          <ac:chgData name="Murzio Luca" userId="62ead766-6eaf-4057-bb25-25909a8c13e9" providerId="ADAL" clId="{3FA68CEF-BA90-4830-B164-02BEB71A7E1D}" dt="2026-08-05T09:01:00.676" v="20901" actId="20577"/>
          <ac:graphicFrameMkLst>
            <pc:docMk/>
            <pc:sldMk cId="57708598" sldId="406"/>
            <ac:graphicFrameMk id="8" creationId="{66375BE6-83E8-ABDC-60DA-139A51476B31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D1F62B-6749-4127-BF33-B948C18E53A1}" type="doc">
      <dgm:prSet loTypeId="urn:microsoft.com/office/officeart/2005/8/layout/p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it-IT"/>
        </a:p>
      </dgm:t>
    </dgm:pt>
    <dgm:pt modelId="{2FB198A0-1714-4D5D-8656-E075BCF10151}">
      <dgm:prSet phldrT="[Testo]"/>
      <dgm:spPr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/>
            <a:t>Transazioni</a:t>
          </a:r>
          <a:endParaRPr lang="it-IT" dirty="0"/>
        </a:p>
      </dgm:t>
    </dgm:pt>
    <dgm:pt modelId="{61A79EF9-7BEC-42D8-999F-5525070377BE}" type="parTrans" cxnId="{22E17AE5-481C-44B1-BAEC-8A9615112D17}">
      <dgm:prSet/>
      <dgm:spPr/>
      <dgm:t>
        <a:bodyPr/>
        <a:lstStyle/>
        <a:p>
          <a:endParaRPr lang="it-IT"/>
        </a:p>
      </dgm:t>
    </dgm:pt>
    <dgm:pt modelId="{C4510213-4CD4-4865-91F9-9490F01B9AF6}" type="sibTrans" cxnId="{22E17AE5-481C-44B1-BAEC-8A9615112D17}">
      <dgm:prSet/>
      <dgm:spPr/>
      <dgm:t>
        <a:bodyPr/>
        <a:lstStyle/>
        <a:p>
          <a:endParaRPr lang="it-IT"/>
        </a:p>
      </dgm:t>
    </dgm:pt>
    <dgm:pt modelId="{0DEA05F1-C0DA-42CA-B513-1D07AE7C3B4B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ACID</a:t>
          </a:r>
        </a:p>
      </dgm:t>
    </dgm:pt>
    <dgm:pt modelId="{61042808-7344-4A32-8299-4EF8AF4747DA}" type="parTrans" cxnId="{F4C146D5-3401-4867-A6DB-77E7BC0DBCC4}">
      <dgm:prSet/>
      <dgm:spPr/>
      <dgm:t>
        <a:bodyPr/>
        <a:lstStyle/>
        <a:p>
          <a:endParaRPr lang="it-IT"/>
        </a:p>
      </dgm:t>
    </dgm:pt>
    <dgm:pt modelId="{5B49E091-3E50-40C8-AF98-D2DBF1FF1F39}" type="sibTrans" cxnId="{F4C146D5-3401-4867-A6DB-77E7BC0DBCC4}">
      <dgm:prSet/>
      <dgm:spPr/>
      <dgm:t>
        <a:bodyPr/>
        <a:lstStyle/>
        <a:p>
          <a:endParaRPr lang="it-IT"/>
        </a:p>
      </dgm:t>
    </dgm:pt>
    <dgm:pt modelId="{51C28666-D447-4B0A-9D45-58EAAAF4C45B}">
      <dgm:prSet/>
      <dgm:spPr>
        <a:noFill/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/>
            <a:t>Livelli di isolamento</a:t>
          </a:r>
        </a:p>
      </dgm:t>
    </dgm:pt>
    <dgm:pt modelId="{4603A966-9B49-4831-8263-104779E5CE66}" type="parTrans" cxnId="{FCFA18B9-FA7D-411B-A9B7-70C9B8E67110}">
      <dgm:prSet/>
      <dgm:spPr/>
      <dgm:t>
        <a:bodyPr/>
        <a:lstStyle/>
        <a:p>
          <a:endParaRPr lang="it-IT"/>
        </a:p>
      </dgm:t>
    </dgm:pt>
    <dgm:pt modelId="{3994FE86-EFE3-43FE-85C1-A1162D6271C7}" type="sibTrans" cxnId="{FCFA18B9-FA7D-411B-A9B7-70C9B8E67110}">
      <dgm:prSet/>
      <dgm:spPr/>
      <dgm:t>
        <a:bodyPr/>
        <a:lstStyle/>
        <a:p>
          <a:endParaRPr lang="it-IT"/>
        </a:p>
      </dgm:t>
    </dgm:pt>
    <dgm:pt modelId="{53108772-0380-4A20-BA63-BA632A278629}">
      <dgm:prSet/>
      <dgm:spPr>
        <a:noFill/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Basi di concorrenza</a:t>
          </a:r>
        </a:p>
      </dgm:t>
    </dgm:pt>
    <dgm:pt modelId="{EA984A75-1A4C-4479-88BE-94DB790DD3DB}" type="parTrans" cxnId="{194F612F-7D47-4E05-807E-D3370B1BBAC4}">
      <dgm:prSet/>
      <dgm:spPr/>
      <dgm:t>
        <a:bodyPr/>
        <a:lstStyle/>
        <a:p>
          <a:endParaRPr lang="it-IT"/>
        </a:p>
      </dgm:t>
    </dgm:pt>
    <dgm:pt modelId="{B3C3CB41-C4A7-4FC1-A945-78D49F483F33}" type="sibTrans" cxnId="{194F612F-7D47-4E05-807E-D3370B1BBAC4}">
      <dgm:prSet/>
      <dgm:spPr/>
      <dgm:t>
        <a:bodyPr/>
        <a:lstStyle/>
        <a:p>
          <a:endParaRPr lang="it-IT"/>
        </a:p>
      </dgm:t>
    </dgm:pt>
    <dgm:pt modelId="{D27FDA1A-92E1-45CC-80EC-FEB6EDAF8063}">
      <dgm:prSet/>
      <dgm:spPr>
        <a:noFill/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I livelli di isolamento</a:t>
          </a:r>
        </a:p>
      </dgm:t>
    </dgm:pt>
    <dgm:pt modelId="{FF16E574-AE17-4ECF-AA07-789695DB4AA0}" type="parTrans" cxnId="{D590EC09-0DAC-4CCD-B16D-4AC385B2CA51}">
      <dgm:prSet/>
      <dgm:spPr/>
      <dgm:t>
        <a:bodyPr/>
        <a:lstStyle/>
        <a:p>
          <a:endParaRPr lang="it-IT"/>
        </a:p>
      </dgm:t>
    </dgm:pt>
    <dgm:pt modelId="{EA72DAD2-E33C-4B5F-AB5F-6DAC7129A25A}" type="sibTrans" cxnId="{D590EC09-0DAC-4CCD-B16D-4AC385B2CA51}">
      <dgm:prSet/>
      <dgm:spPr/>
      <dgm:t>
        <a:bodyPr/>
        <a:lstStyle/>
        <a:p>
          <a:endParaRPr lang="it-IT"/>
        </a:p>
      </dgm:t>
    </dgm:pt>
    <dgm:pt modelId="{09E26C8B-0CFD-4919-BB47-34A0DD8EBA27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BEGIN / COMMIT / ROLLBACK</a:t>
          </a:r>
        </a:p>
      </dgm:t>
    </dgm:pt>
    <dgm:pt modelId="{8FF425D6-DDFD-4EA6-990E-3F80A32FEA3E}" type="parTrans" cxnId="{209C5B44-7091-44BB-B673-A8F06F83EF55}">
      <dgm:prSet/>
      <dgm:spPr/>
      <dgm:t>
        <a:bodyPr/>
        <a:lstStyle/>
        <a:p>
          <a:endParaRPr lang="it-IT"/>
        </a:p>
      </dgm:t>
    </dgm:pt>
    <dgm:pt modelId="{5323CFDD-FD29-4255-82A5-097BFEA286F1}" type="sibTrans" cxnId="{209C5B44-7091-44BB-B673-A8F06F83EF55}">
      <dgm:prSet/>
      <dgm:spPr/>
      <dgm:t>
        <a:bodyPr/>
        <a:lstStyle/>
        <a:p>
          <a:endParaRPr lang="it-IT"/>
        </a:p>
      </dgm:t>
    </dgm:pt>
    <dgm:pt modelId="{BD7D7BF1-5DD0-4F6F-9136-7B2CC9173C3F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Transazioni annidate</a:t>
          </a:r>
        </a:p>
      </dgm:t>
    </dgm:pt>
    <dgm:pt modelId="{DA041BB3-D07C-49CE-9C10-0D593610BB38}" type="parTrans" cxnId="{E21B663B-8CEA-4D6D-85F6-7833A24C1003}">
      <dgm:prSet/>
      <dgm:spPr/>
      <dgm:t>
        <a:bodyPr/>
        <a:lstStyle/>
        <a:p>
          <a:endParaRPr lang="it-IT"/>
        </a:p>
      </dgm:t>
    </dgm:pt>
    <dgm:pt modelId="{FC8AC95D-B90B-4D5A-9695-261945603E14}" type="sibTrans" cxnId="{E21B663B-8CEA-4D6D-85F6-7833A24C1003}">
      <dgm:prSet/>
      <dgm:spPr/>
      <dgm:t>
        <a:bodyPr/>
        <a:lstStyle/>
        <a:p>
          <a:endParaRPr lang="it-IT"/>
        </a:p>
      </dgm:t>
    </dgm:pt>
    <dgm:pt modelId="{5D64045F-F5BA-4FA5-B084-963ADB5B9A8E}">
      <dgm:prSet/>
      <dgm:spPr>
        <a:noFill/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SNAPSHOT e RCSI</a:t>
          </a:r>
        </a:p>
      </dgm:t>
    </dgm:pt>
    <dgm:pt modelId="{D5FF6027-E2A9-4388-8F04-1E34D6BD38BA}" type="parTrans" cxnId="{395C965D-E464-4C47-987D-E38D1ED2A1D3}">
      <dgm:prSet/>
      <dgm:spPr/>
      <dgm:t>
        <a:bodyPr/>
        <a:lstStyle/>
        <a:p>
          <a:endParaRPr lang="it-IT"/>
        </a:p>
      </dgm:t>
    </dgm:pt>
    <dgm:pt modelId="{6F9045FC-0884-4565-B7D8-6B340FF6A9DF}" type="sibTrans" cxnId="{395C965D-E464-4C47-987D-E38D1ED2A1D3}">
      <dgm:prSet/>
      <dgm:spPr/>
      <dgm:t>
        <a:bodyPr/>
        <a:lstStyle/>
        <a:p>
          <a:endParaRPr lang="it-IT"/>
        </a:p>
      </dgm:t>
    </dgm:pt>
    <dgm:pt modelId="{B23CBAF3-AE53-445D-BA7A-67BF554EFD5A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SAVEPOINT	</a:t>
          </a:r>
        </a:p>
      </dgm:t>
    </dgm:pt>
    <dgm:pt modelId="{1E38B6A6-EE85-47F7-B974-130BBDE469F0}" type="parTrans" cxnId="{EBCAF91D-4B9D-4035-9540-48571777B1D2}">
      <dgm:prSet/>
      <dgm:spPr/>
    </dgm:pt>
    <dgm:pt modelId="{F9DC6DC6-2259-45A6-B084-ECFFF45234D1}" type="sibTrans" cxnId="{EBCAF91D-4B9D-4035-9540-48571777B1D2}">
      <dgm:prSet/>
      <dgm:spPr/>
    </dgm:pt>
    <dgm:pt modelId="{06DCDF8B-144A-4DDE-8C8C-AB0B5E551470}" type="pres">
      <dgm:prSet presAssocID="{A6D1F62B-6749-4127-BF33-B948C18E53A1}" presName="Name0" presStyleCnt="0">
        <dgm:presLayoutVars>
          <dgm:dir/>
          <dgm:resizeHandles val="exact"/>
        </dgm:presLayoutVars>
      </dgm:prSet>
      <dgm:spPr/>
    </dgm:pt>
    <dgm:pt modelId="{D27675B3-CBC1-4D81-AA80-13CE7334BE69}" type="pres">
      <dgm:prSet presAssocID="{A6D1F62B-6749-4127-BF33-B948C18E53A1}" presName="bkgdShp" presStyleLbl="alignAccFollowNode1" presStyleIdx="0" presStyleCnt="1" custLinFactNeighborX="-8" custLinFactNeighborY="465"/>
      <dgm:spPr>
        <a:ln>
          <a:solidFill>
            <a:srgbClr val="C20E1A">
              <a:alpha val="90000"/>
            </a:srgbClr>
          </a:solidFill>
        </a:ln>
      </dgm:spPr>
    </dgm:pt>
    <dgm:pt modelId="{63588C70-A0B9-44A7-AE9F-B257E34B8B88}" type="pres">
      <dgm:prSet presAssocID="{A6D1F62B-6749-4127-BF33-B948C18E53A1}" presName="linComp" presStyleCnt="0"/>
      <dgm:spPr/>
    </dgm:pt>
    <dgm:pt modelId="{61032929-C9AB-4203-B0C8-B19653CCFD80}" type="pres">
      <dgm:prSet presAssocID="{2FB198A0-1714-4D5D-8656-E075BCF10151}" presName="compNode" presStyleCnt="0"/>
      <dgm:spPr/>
    </dgm:pt>
    <dgm:pt modelId="{278E81E2-930D-4299-BB4A-429B1923B8CC}" type="pres">
      <dgm:prSet presAssocID="{2FB198A0-1714-4D5D-8656-E075BCF10151}" presName="node" presStyleLbl="node1" presStyleIdx="0" presStyleCnt="2">
        <dgm:presLayoutVars>
          <dgm:bulletEnabled val="1"/>
        </dgm:presLayoutVars>
      </dgm:prSet>
      <dgm:spPr/>
    </dgm:pt>
    <dgm:pt modelId="{7966EECC-426C-4BCE-B86F-5739FE724519}" type="pres">
      <dgm:prSet presAssocID="{2FB198A0-1714-4D5D-8656-E075BCF10151}" presName="invisiNode" presStyleLbl="node1" presStyleIdx="0" presStyleCnt="2"/>
      <dgm:spPr/>
    </dgm:pt>
    <dgm:pt modelId="{820E0940-A629-4F3E-BA84-620FC446B63B}" type="pres">
      <dgm:prSet presAssocID="{2FB198A0-1714-4D5D-8656-E075BCF10151}" presName="imagNode" presStyleLbl="fgImgPlace1" presStyleIdx="0" presStyleCnt="2"/>
      <dgm:spPr>
        <a:blipFill dpi="0" rotWithShape="1">
          <a:blip xmlns:r="http://schemas.openxmlformats.org/officeDocument/2006/relationships" r:embed="rId1"/>
          <a:srcRect/>
          <a:stretch>
            <a:fillRect l="15540" r="15540"/>
          </a:stretch>
        </a:blipFill>
        <a:ln>
          <a:solidFill>
            <a:srgbClr val="C20E1A"/>
          </a:solidFill>
        </a:ln>
      </dgm:spPr>
    </dgm:pt>
    <dgm:pt modelId="{D8783325-6210-4DED-9C6E-86BBF7F00C2D}" type="pres">
      <dgm:prSet presAssocID="{C4510213-4CD4-4865-91F9-9490F01B9AF6}" presName="sibTrans" presStyleLbl="sibTrans2D1" presStyleIdx="0" presStyleCnt="0"/>
      <dgm:spPr/>
    </dgm:pt>
    <dgm:pt modelId="{54798144-41ED-4E49-91CB-4D425676BDF3}" type="pres">
      <dgm:prSet presAssocID="{51C28666-D447-4B0A-9D45-58EAAAF4C45B}" presName="compNode" presStyleCnt="0"/>
      <dgm:spPr/>
    </dgm:pt>
    <dgm:pt modelId="{58EDBEB8-0D9B-41C8-BAC2-2E69CD618183}" type="pres">
      <dgm:prSet presAssocID="{51C28666-D447-4B0A-9D45-58EAAAF4C45B}" presName="node" presStyleLbl="node1" presStyleIdx="1" presStyleCnt="2">
        <dgm:presLayoutVars>
          <dgm:bulletEnabled val="1"/>
        </dgm:presLayoutVars>
      </dgm:prSet>
      <dgm:spPr/>
    </dgm:pt>
    <dgm:pt modelId="{B97801AF-267A-45C7-B996-9DF3BAA0A629}" type="pres">
      <dgm:prSet presAssocID="{51C28666-D447-4B0A-9D45-58EAAAF4C45B}" presName="invisiNode" presStyleLbl="node1" presStyleIdx="1" presStyleCnt="2"/>
      <dgm:spPr/>
    </dgm:pt>
    <dgm:pt modelId="{E6F33BB0-5AF0-4D49-A2DF-B843F0E6783C}" type="pres">
      <dgm:prSet presAssocID="{51C28666-D447-4B0A-9D45-58EAAAF4C45B}" presName="imagNode" presStyleLbl="fgImgPlace1" presStyleIdx="1" presStyleCnt="2"/>
      <dgm:spPr>
        <a:blipFill dpi="0" rotWithShape="1">
          <a:blip xmlns:r="http://schemas.openxmlformats.org/officeDocument/2006/relationships" r:embed="rId2"/>
          <a:srcRect/>
          <a:stretch>
            <a:fillRect l="15540" r="15540"/>
          </a:stretch>
        </a:blipFill>
        <a:ln>
          <a:solidFill>
            <a:srgbClr val="C20E1A"/>
          </a:solidFill>
        </a:ln>
      </dgm:spPr>
    </dgm:pt>
  </dgm:ptLst>
  <dgm:cxnLst>
    <dgm:cxn modelId="{061A2F01-A49F-46F2-B49F-E1FAC049D12E}" type="presOf" srcId="{51C28666-D447-4B0A-9D45-58EAAAF4C45B}" destId="{58EDBEB8-0D9B-41C8-BAC2-2E69CD618183}" srcOrd="0" destOrd="0" presId="urn:microsoft.com/office/officeart/2005/8/layout/pList2"/>
    <dgm:cxn modelId="{DE0CAD01-65F3-43C2-A5F8-40D2D4B51070}" type="presOf" srcId="{D27FDA1A-92E1-45CC-80EC-FEB6EDAF8063}" destId="{58EDBEB8-0D9B-41C8-BAC2-2E69CD618183}" srcOrd="0" destOrd="2" presId="urn:microsoft.com/office/officeart/2005/8/layout/pList2"/>
    <dgm:cxn modelId="{D590EC09-0DAC-4CCD-B16D-4AC385B2CA51}" srcId="{51C28666-D447-4B0A-9D45-58EAAAF4C45B}" destId="{D27FDA1A-92E1-45CC-80EC-FEB6EDAF8063}" srcOrd="1" destOrd="0" parTransId="{FF16E574-AE17-4ECF-AA07-789695DB4AA0}" sibTransId="{EA72DAD2-E33C-4B5F-AB5F-6DAC7129A25A}"/>
    <dgm:cxn modelId="{5B4D7F14-67A5-4B8D-B512-BBF6A5F783EA}" type="presOf" srcId="{BD7D7BF1-5DD0-4F6F-9136-7B2CC9173C3F}" destId="{278E81E2-930D-4299-BB4A-429B1923B8CC}" srcOrd="0" destOrd="3" presId="urn:microsoft.com/office/officeart/2005/8/layout/pList2"/>
    <dgm:cxn modelId="{EBCAF91D-4B9D-4035-9540-48571777B1D2}" srcId="{2FB198A0-1714-4D5D-8656-E075BCF10151}" destId="{B23CBAF3-AE53-445D-BA7A-67BF554EFD5A}" srcOrd="3" destOrd="0" parTransId="{1E38B6A6-EE85-47F7-B974-130BBDE469F0}" sibTransId="{F9DC6DC6-2259-45A6-B084-ECFFF45234D1}"/>
    <dgm:cxn modelId="{194F612F-7D47-4E05-807E-D3370B1BBAC4}" srcId="{51C28666-D447-4B0A-9D45-58EAAAF4C45B}" destId="{53108772-0380-4A20-BA63-BA632A278629}" srcOrd="0" destOrd="0" parTransId="{EA984A75-1A4C-4479-88BE-94DB790DD3DB}" sibTransId="{B3C3CB41-C4A7-4FC1-A945-78D49F483F33}"/>
    <dgm:cxn modelId="{E21B663B-8CEA-4D6D-85F6-7833A24C1003}" srcId="{2FB198A0-1714-4D5D-8656-E075BCF10151}" destId="{BD7D7BF1-5DD0-4F6F-9136-7B2CC9173C3F}" srcOrd="2" destOrd="0" parTransId="{DA041BB3-D07C-49CE-9C10-0D593610BB38}" sibTransId="{FC8AC95D-B90B-4D5A-9695-261945603E14}"/>
    <dgm:cxn modelId="{1CA22C5D-28B1-4ED7-84E5-6B95F8FCAF57}" type="presOf" srcId="{C4510213-4CD4-4865-91F9-9490F01B9AF6}" destId="{D8783325-6210-4DED-9C6E-86BBF7F00C2D}" srcOrd="0" destOrd="0" presId="urn:microsoft.com/office/officeart/2005/8/layout/pList2"/>
    <dgm:cxn modelId="{395C965D-E464-4C47-987D-E38D1ED2A1D3}" srcId="{51C28666-D447-4B0A-9D45-58EAAAF4C45B}" destId="{5D64045F-F5BA-4FA5-B084-963ADB5B9A8E}" srcOrd="2" destOrd="0" parTransId="{D5FF6027-E2A9-4388-8F04-1E34D6BD38BA}" sibTransId="{6F9045FC-0884-4565-B7D8-6B340FF6A9DF}"/>
    <dgm:cxn modelId="{209C5B44-7091-44BB-B673-A8F06F83EF55}" srcId="{2FB198A0-1714-4D5D-8656-E075BCF10151}" destId="{09E26C8B-0CFD-4919-BB47-34A0DD8EBA27}" srcOrd="1" destOrd="0" parTransId="{8FF425D6-DDFD-4EA6-990E-3F80A32FEA3E}" sibTransId="{5323CFDD-FD29-4255-82A5-097BFEA286F1}"/>
    <dgm:cxn modelId="{BF19737E-4008-48B4-B410-BE78D8D1B4F4}" type="presOf" srcId="{0DEA05F1-C0DA-42CA-B513-1D07AE7C3B4B}" destId="{278E81E2-930D-4299-BB4A-429B1923B8CC}" srcOrd="0" destOrd="1" presId="urn:microsoft.com/office/officeart/2005/8/layout/pList2"/>
    <dgm:cxn modelId="{9CCC9687-F043-4711-96AD-DA2A6F9BD4D4}" type="presOf" srcId="{A6D1F62B-6749-4127-BF33-B948C18E53A1}" destId="{06DCDF8B-144A-4DDE-8C8C-AB0B5E551470}" srcOrd="0" destOrd="0" presId="urn:microsoft.com/office/officeart/2005/8/layout/pList2"/>
    <dgm:cxn modelId="{3D4A4794-8DCC-442B-9722-6BC15D70ED4C}" type="presOf" srcId="{53108772-0380-4A20-BA63-BA632A278629}" destId="{58EDBEB8-0D9B-41C8-BAC2-2E69CD618183}" srcOrd="0" destOrd="1" presId="urn:microsoft.com/office/officeart/2005/8/layout/pList2"/>
    <dgm:cxn modelId="{FCFA18B9-FA7D-411B-A9B7-70C9B8E67110}" srcId="{A6D1F62B-6749-4127-BF33-B948C18E53A1}" destId="{51C28666-D447-4B0A-9D45-58EAAAF4C45B}" srcOrd="1" destOrd="0" parTransId="{4603A966-9B49-4831-8263-104779E5CE66}" sibTransId="{3994FE86-EFE3-43FE-85C1-A1162D6271C7}"/>
    <dgm:cxn modelId="{71642BC7-5DD6-43DB-9568-C3B4DA73FD9B}" type="presOf" srcId="{2FB198A0-1714-4D5D-8656-E075BCF10151}" destId="{278E81E2-930D-4299-BB4A-429B1923B8CC}" srcOrd="0" destOrd="0" presId="urn:microsoft.com/office/officeart/2005/8/layout/pList2"/>
    <dgm:cxn modelId="{F4C146D5-3401-4867-A6DB-77E7BC0DBCC4}" srcId="{2FB198A0-1714-4D5D-8656-E075BCF10151}" destId="{0DEA05F1-C0DA-42CA-B513-1D07AE7C3B4B}" srcOrd="0" destOrd="0" parTransId="{61042808-7344-4A32-8299-4EF8AF4747DA}" sibTransId="{5B49E091-3E50-40C8-AF98-D2DBF1FF1F39}"/>
    <dgm:cxn modelId="{8CFD56D6-35A6-4BB1-98E4-C497C7AE8AB0}" type="presOf" srcId="{B23CBAF3-AE53-445D-BA7A-67BF554EFD5A}" destId="{278E81E2-930D-4299-BB4A-429B1923B8CC}" srcOrd="0" destOrd="4" presId="urn:microsoft.com/office/officeart/2005/8/layout/pList2"/>
    <dgm:cxn modelId="{AA393BDA-A4B3-4769-B603-EB23F7F8C233}" type="presOf" srcId="{5D64045F-F5BA-4FA5-B084-963ADB5B9A8E}" destId="{58EDBEB8-0D9B-41C8-BAC2-2E69CD618183}" srcOrd="0" destOrd="3" presId="urn:microsoft.com/office/officeart/2005/8/layout/pList2"/>
    <dgm:cxn modelId="{22E17AE5-481C-44B1-BAEC-8A9615112D17}" srcId="{A6D1F62B-6749-4127-BF33-B948C18E53A1}" destId="{2FB198A0-1714-4D5D-8656-E075BCF10151}" srcOrd="0" destOrd="0" parTransId="{61A79EF9-7BEC-42D8-999F-5525070377BE}" sibTransId="{C4510213-4CD4-4865-91F9-9490F01B9AF6}"/>
    <dgm:cxn modelId="{33AC06E7-148B-4641-84BA-CFB87D55F859}" type="presOf" srcId="{09E26C8B-0CFD-4919-BB47-34A0DD8EBA27}" destId="{278E81E2-930D-4299-BB4A-429B1923B8CC}" srcOrd="0" destOrd="2" presId="urn:microsoft.com/office/officeart/2005/8/layout/pList2"/>
    <dgm:cxn modelId="{63AB5D4C-446D-4398-B9C6-115446776AE9}" type="presParOf" srcId="{06DCDF8B-144A-4DDE-8C8C-AB0B5E551470}" destId="{D27675B3-CBC1-4D81-AA80-13CE7334BE69}" srcOrd="0" destOrd="0" presId="urn:microsoft.com/office/officeart/2005/8/layout/pList2"/>
    <dgm:cxn modelId="{E6A685E4-9E8D-434D-864E-46E5BE460076}" type="presParOf" srcId="{06DCDF8B-144A-4DDE-8C8C-AB0B5E551470}" destId="{63588C70-A0B9-44A7-AE9F-B257E34B8B88}" srcOrd="1" destOrd="0" presId="urn:microsoft.com/office/officeart/2005/8/layout/pList2"/>
    <dgm:cxn modelId="{C24614EC-BA58-4145-9266-7E40F2139DD1}" type="presParOf" srcId="{63588C70-A0B9-44A7-AE9F-B257E34B8B88}" destId="{61032929-C9AB-4203-B0C8-B19653CCFD80}" srcOrd="0" destOrd="0" presId="urn:microsoft.com/office/officeart/2005/8/layout/pList2"/>
    <dgm:cxn modelId="{025BCF96-D9B2-4EDC-B2EE-B6EA7A4F3F3C}" type="presParOf" srcId="{61032929-C9AB-4203-B0C8-B19653CCFD80}" destId="{278E81E2-930D-4299-BB4A-429B1923B8CC}" srcOrd="0" destOrd="0" presId="urn:microsoft.com/office/officeart/2005/8/layout/pList2"/>
    <dgm:cxn modelId="{6949C74A-5697-4D36-BFE6-A4DFE2009F8E}" type="presParOf" srcId="{61032929-C9AB-4203-B0C8-B19653CCFD80}" destId="{7966EECC-426C-4BCE-B86F-5739FE724519}" srcOrd="1" destOrd="0" presId="urn:microsoft.com/office/officeart/2005/8/layout/pList2"/>
    <dgm:cxn modelId="{8F09A53A-275B-4543-8E3B-B44EF03C3309}" type="presParOf" srcId="{61032929-C9AB-4203-B0C8-B19653CCFD80}" destId="{820E0940-A629-4F3E-BA84-620FC446B63B}" srcOrd="2" destOrd="0" presId="urn:microsoft.com/office/officeart/2005/8/layout/pList2"/>
    <dgm:cxn modelId="{269628A3-0791-41DA-A3C7-2CDBFA9FA83C}" type="presParOf" srcId="{63588C70-A0B9-44A7-AE9F-B257E34B8B88}" destId="{D8783325-6210-4DED-9C6E-86BBF7F00C2D}" srcOrd="1" destOrd="0" presId="urn:microsoft.com/office/officeart/2005/8/layout/pList2"/>
    <dgm:cxn modelId="{41151C1B-3498-45AC-98FF-0C3CBA982304}" type="presParOf" srcId="{63588C70-A0B9-44A7-AE9F-B257E34B8B88}" destId="{54798144-41ED-4E49-91CB-4D425676BDF3}" srcOrd="2" destOrd="0" presId="urn:microsoft.com/office/officeart/2005/8/layout/pList2"/>
    <dgm:cxn modelId="{D0253005-7086-4E56-9072-E73E003C87AC}" type="presParOf" srcId="{54798144-41ED-4E49-91CB-4D425676BDF3}" destId="{58EDBEB8-0D9B-41C8-BAC2-2E69CD618183}" srcOrd="0" destOrd="0" presId="urn:microsoft.com/office/officeart/2005/8/layout/pList2"/>
    <dgm:cxn modelId="{E8EA7569-76EC-4B63-9AC6-378DBD2E4197}" type="presParOf" srcId="{54798144-41ED-4E49-91CB-4D425676BDF3}" destId="{B97801AF-267A-45C7-B996-9DF3BAA0A629}" srcOrd="1" destOrd="0" presId="urn:microsoft.com/office/officeart/2005/8/layout/pList2"/>
    <dgm:cxn modelId="{51D9554E-77EC-40DD-8E2D-B20C91B7E163}" type="presParOf" srcId="{54798144-41ED-4E49-91CB-4D425676BDF3}" destId="{E6F33BB0-5AF0-4D49-A2DF-B843F0E6783C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4C8006-B437-4176-9F8E-3DE39A7EA155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CA52FAA5-9F63-4924-85EF-7BA1A483C80F}">
      <dgm:prSet phldrT="[Testo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solidFill>
          <a:schemeClr val="accent1">
            <a:lumMod val="40000"/>
            <a:lumOff val="60000"/>
          </a:schemeClr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Un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gruppo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di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operazioni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trattate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come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un'unica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unità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di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lavoro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indivisibile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: o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vanno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a buon fine tutte, o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nessuna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. Le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garanzie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sono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riassunte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dall'acronimo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ACID.</a:t>
          </a:r>
          <a:endParaRPr lang="it-IT" dirty="0"/>
        </a:p>
      </dgm:t>
    </dgm:pt>
    <dgm:pt modelId="{6F283F5B-408B-4408-A274-CB844ACBB017}" type="parTrans" cxnId="{68309F71-17A3-4CF2-9BBD-214C4297996F}">
      <dgm:prSet/>
      <dgm:spPr/>
      <dgm:t>
        <a:bodyPr/>
        <a:lstStyle/>
        <a:p>
          <a:endParaRPr lang="it-IT"/>
        </a:p>
      </dgm:t>
    </dgm:pt>
    <dgm:pt modelId="{49C959F4-DEDE-4422-BD77-AE7956C3B6C0}" type="sibTrans" cxnId="{68309F71-17A3-4CF2-9BBD-214C4297996F}">
      <dgm:prSet/>
      <dgm:spPr/>
      <dgm:t>
        <a:bodyPr/>
        <a:lstStyle/>
        <a:p>
          <a:endParaRPr lang="it-IT"/>
        </a:p>
      </dgm:t>
    </dgm:pt>
    <dgm:pt modelId="{3E72A668-8F2F-46DC-825C-E916E4FE6D33}" type="pres">
      <dgm:prSet presAssocID="{E84C8006-B437-4176-9F8E-3DE39A7EA155}" presName="diagram" presStyleCnt="0">
        <dgm:presLayoutVars>
          <dgm:dir/>
          <dgm:resizeHandles val="exact"/>
        </dgm:presLayoutVars>
      </dgm:prSet>
      <dgm:spPr/>
    </dgm:pt>
    <dgm:pt modelId="{5D405120-0B52-4B15-A1EC-483E064687B7}" type="pres">
      <dgm:prSet presAssocID="{CA52FAA5-9F63-4924-85EF-7BA1A483C80F}" presName="node" presStyleLbl="node1" presStyleIdx="0" presStyleCnt="1">
        <dgm:presLayoutVars>
          <dgm:bulletEnabled val="1"/>
        </dgm:presLayoutVars>
      </dgm:prSet>
      <dgm:spPr/>
    </dgm:pt>
  </dgm:ptLst>
  <dgm:cxnLst>
    <dgm:cxn modelId="{7E44AC4A-462F-4075-A152-9604F41EF53D}" type="presOf" srcId="{CA52FAA5-9F63-4924-85EF-7BA1A483C80F}" destId="{5D405120-0B52-4B15-A1EC-483E064687B7}" srcOrd="0" destOrd="0" presId="urn:microsoft.com/office/officeart/2005/8/layout/default"/>
    <dgm:cxn modelId="{68309F71-17A3-4CF2-9BBD-214C4297996F}" srcId="{E84C8006-B437-4176-9F8E-3DE39A7EA155}" destId="{CA52FAA5-9F63-4924-85EF-7BA1A483C80F}" srcOrd="0" destOrd="0" parTransId="{6F283F5B-408B-4408-A274-CB844ACBB017}" sibTransId="{49C959F4-DEDE-4422-BD77-AE7956C3B6C0}"/>
    <dgm:cxn modelId="{70843DEA-7A3E-4C95-BECB-21A830349A89}" type="presOf" srcId="{E84C8006-B437-4176-9F8E-3DE39A7EA155}" destId="{3E72A668-8F2F-46DC-825C-E916E4FE6D33}" srcOrd="0" destOrd="0" presId="urn:microsoft.com/office/officeart/2005/8/layout/default"/>
    <dgm:cxn modelId="{D0F266ED-9B5C-48BD-9F72-3428EECBB99E}" type="presParOf" srcId="{3E72A668-8F2F-46DC-825C-E916E4FE6D33}" destId="{5D405120-0B52-4B15-A1EC-483E064687B7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A735B5-B301-4CBA-9414-5CB111A0C04E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7D40E0C9-740C-41A9-AA90-D36DF0D8184E}">
      <dgm:prSet phldrT="[Testo]" phldr="0"/>
      <dgm:spPr>
        <a:solidFill>
          <a:srgbClr val="C20E1A"/>
        </a:solidFill>
      </dgm:spPr>
      <dgm:t>
        <a:bodyPr/>
        <a:lstStyle/>
        <a:p>
          <a:r>
            <a:rPr lang="it-IT" dirty="0"/>
            <a:t>Atomicità</a:t>
          </a:r>
        </a:p>
      </dgm:t>
    </dgm:pt>
    <dgm:pt modelId="{3445C7B4-B926-4F9A-891C-3BA58DD77D51}" type="parTrans" cxnId="{D36B2D59-7284-4BD5-B352-2022C00CABB4}">
      <dgm:prSet/>
      <dgm:spPr/>
      <dgm:t>
        <a:bodyPr/>
        <a:lstStyle/>
        <a:p>
          <a:endParaRPr lang="it-IT"/>
        </a:p>
      </dgm:t>
    </dgm:pt>
    <dgm:pt modelId="{B515E361-208C-462B-84AE-37B5B0A0F5E0}" type="sibTrans" cxnId="{D36B2D59-7284-4BD5-B352-2022C00CABB4}">
      <dgm:prSet/>
      <dgm:spPr/>
      <dgm:t>
        <a:bodyPr/>
        <a:lstStyle/>
        <a:p>
          <a:endParaRPr lang="it-IT"/>
        </a:p>
      </dgm:t>
    </dgm:pt>
    <dgm:pt modelId="{79D79F5A-52EA-4C48-8678-2D73001191A3}">
      <dgm:prSet phldrT="[Testo]" phldr="0"/>
      <dgm:spPr>
        <a:solidFill>
          <a:srgbClr val="C20E1A"/>
        </a:solidFill>
      </dgm:spPr>
      <dgm:t>
        <a:bodyPr/>
        <a:lstStyle/>
        <a:p>
          <a:r>
            <a:rPr lang="it-IT" dirty="0"/>
            <a:t>Isolamento</a:t>
          </a:r>
        </a:p>
      </dgm:t>
    </dgm:pt>
    <dgm:pt modelId="{A3F00F5F-2A10-4783-9F66-59B4F38D96A6}" type="parTrans" cxnId="{3DA2B500-3EE0-4B3F-84A0-662A2D6B40B3}">
      <dgm:prSet/>
      <dgm:spPr/>
      <dgm:t>
        <a:bodyPr/>
        <a:lstStyle/>
        <a:p>
          <a:endParaRPr lang="it-IT"/>
        </a:p>
      </dgm:t>
    </dgm:pt>
    <dgm:pt modelId="{7DC48ADE-1E24-4F74-88AC-3DB8AF8E9AC3}" type="sibTrans" cxnId="{3DA2B500-3EE0-4B3F-84A0-662A2D6B40B3}">
      <dgm:prSet/>
      <dgm:spPr/>
      <dgm:t>
        <a:bodyPr/>
        <a:lstStyle/>
        <a:p>
          <a:endParaRPr lang="it-IT"/>
        </a:p>
      </dgm:t>
    </dgm:pt>
    <dgm:pt modelId="{167D305B-884B-48BF-AE35-D0FE2018D2A8}">
      <dgm:prSet phldrT="[Testo]" phldr="0"/>
      <dgm:spPr>
        <a:solidFill>
          <a:srgbClr val="C20E1A"/>
        </a:solidFill>
      </dgm:spPr>
      <dgm:t>
        <a:bodyPr/>
        <a:lstStyle/>
        <a:p>
          <a:r>
            <a:rPr lang="it-IT" dirty="0"/>
            <a:t>Durabilità</a:t>
          </a:r>
        </a:p>
      </dgm:t>
    </dgm:pt>
    <dgm:pt modelId="{27602405-6C38-4394-8D37-BB49F1B52BDC}" type="parTrans" cxnId="{FB2D3E60-5123-4577-AFA0-118351CF5DD2}">
      <dgm:prSet/>
      <dgm:spPr/>
      <dgm:t>
        <a:bodyPr/>
        <a:lstStyle/>
        <a:p>
          <a:endParaRPr lang="it-IT"/>
        </a:p>
      </dgm:t>
    </dgm:pt>
    <dgm:pt modelId="{509AC8AA-C0FE-4463-8A13-C7DD7C564229}" type="sibTrans" cxnId="{FB2D3E60-5123-4577-AFA0-118351CF5DD2}">
      <dgm:prSet/>
      <dgm:spPr/>
      <dgm:t>
        <a:bodyPr/>
        <a:lstStyle/>
        <a:p>
          <a:endParaRPr lang="it-IT"/>
        </a:p>
      </dgm:t>
    </dgm:pt>
    <dgm:pt modelId="{030D76C4-29FD-4357-8ED4-7215CBFAA8CF}">
      <dgm:prSet phldrT="[Testo]" phldr="0"/>
      <dgm:spPr>
        <a:solidFill>
          <a:srgbClr val="C20E1A"/>
        </a:solidFill>
      </dgm:spPr>
      <dgm:t>
        <a:bodyPr/>
        <a:lstStyle/>
        <a:p>
          <a:r>
            <a:rPr lang="it-IT" dirty="0"/>
            <a:t>Consistenza</a:t>
          </a:r>
        </a:p>
      </dgm:t>
    </dgm:pt>
    <dgm:pt modelId="{CD1A4679-074E-4F3B-B751-C359D3E64C4F}" type="parTrans" cxnId="{4DD2C93A-D4F4-434B-9FAF-BBF981AB7147}">
      <dgm:prSet/>
      <dgm:spPr/>
      <dgm:t>
        <a:bodyPr/>
        <a:lstStyle/>
        <a:p>
          <a:endParaRPr lang="it-IT"/>
        </a:p>
      </dgm:t>
    </dgm:pt>
    <dgm:pt modelId="{7AABA079-639D-4E6E-92A1-26F2F5739578}" type="sibTrans" cxnId="{4DD2C93A-D4F4-434B-9FAF-BBF981AB7147}">
      <dgm:prSet/>
      <dgm:spPr/>
      <dgm:t>
        <a:bodyPr/>
        <a:lstStyle/>
        <a:p>
          <a:endParaRPr lang="it-IT"/>
        </a:p>
      </dgm:t>
    </dgm:pt>
    <dgm:pt modelId="{234571A7-8D6F-4174-8803-7407F0B2C5A1}">
      <dgm:prSet phldrT="[Testo]" phldr="0"/>
      <dgm:spPr/>
      <dgm:t>
        <a:bodyPr/>
        <a:lstStyle/>
        <a:p>
          <a:pPr marL="114300" indent="0">
            <a:buNone/>
          </a:pPr>
          <a:r>
            <a:rPr lang="en-US" dirty="0">
              <a:solidFill>
                <a:srgbClr val="000000"/>
              </a:solidFill>
              <a:latin typeface="+mn-lt"/>
              <a:ea typeface="Calibri" charset="0"/>
              <a:cs typeface="Calibri" charset="0"/>
            </a:rPr>
            <a:t>Tutto o niente</a:t>
          </a:r>
          <a:endParaRPr lang="it-IT" dirty="0"/>
        </a:p>
      </dgm:t>
    </dgm:pt>
    <dgm:pt modelId="{1CC5AE31-4F69-4B85-9F2F-46513E48CE57}" type="parTrans" cxnId="{D6B83A90-5023-4291-9F8A-92CC32DDF20F}">
      <dgm:prSet/>
      <dgm:spPr/>
      <dgm:t>
        <a:bodyPr/>
        <a:lstStyle/>
        <a:p>
          <a:endParaRPr lang="it-IT"/>
        </a:p>
      </dgm:t>
    </dgm:pt>
    <dgm:pt modelId="{8749264B-FCE0-4C75-A2BB-B81379014FBB}" type="sibTrans" cxnId="{D6B83A90-5023-4291-9F8A-92CC32DDF20F}">
      <dgm:prSet/>
      <dgm:spPr/>
      <dgm:t>
        <a:bodyPr/>
        <a:lstStyle/>
        <a:p>
          <a:endParaRPr lang="it-IT"/>
        </a:p>
      </dgm:t>
    </dgm:pt>
    <dgm:pt modelId="{52AD420B-ECC6-4905-BAEA-A27BED0ED1CC}">
      <dgm:prSet phldrT="[Testo]" phldr="0"/>
      <dgm:spPr/>
      <dgm:t>
        <a:bodyPr/>
        <a:lstStyle/>
        <a:p>
          <a:pPr marL="92075" indent="0">
            <a:buNone/>
          </a:pPr>
          <a:r>
            <a:rPr lang="en-US" dirty="0">
              <a:solidFill>
                <a:srgbClr val="000000"/>
              </a:solidFill>
              <a:latin typeface="+mn-lt"/>
              <a:ea typeface="Calibri" charset="0"/>
              <a:cs typeface="Calibri" charset="0"/>
            </a:rPr>
            <a:t> la </a:t>
          </a:r>
          <a:r>
            <a:rPr lang="en-US" dirty="0" err="1">
              <a:solidFill>
                <a:srgbClr val="000000"/>
              </a:solidFill>
              <a:latin typeface="+mn-lt"/>
              <a:ea typeface="Calibri" charset="0"/>
              <a:cs typeface="Calibri" charset="0"/>
            </a:rPr>
            <a:t>transazione</a:t>
          </a:r>
          <a:r>
            <a:rPr lang="en-US" dirty="0">
              <a:solidFill>
                <a:srgbClr val="000000"/>
              </a:solidFill>
              <a:latin typeface="+mn-lt"/>
              <a:ea typeface="Calibri" charset="0"/>
              <a:cs typeface="Calibri" charset="0"/>
            </a:rPr>
            <a:t> è </a:t>
          </a:r>
          <a:r>
            <a:rPr lang="en-US" dirty="0" err="1">
              <a:solidFill>
                <a:srgbClr val="000000"/>
              </a:solidFill>
              <a:latin typeface="+mn-lt"/>
              <a:ea typeface="Calibri" charset="0"/>
              <a:cs typeface="Calibri" charset="0"/>
            </a:rPr>
            <a:t>invisibile</a:t>
          </a:r>
          <a:endParaRPr lang="it-IT" dirty="0"/>
        </a:p>
      </dgm:t>
    </dgm:pt>
    <dgm:pt modelId="{C7351380-B878-41E4-8FED-EBA8209FBA57}" type="parTrans" cxnId="{BE033A03-1313-4E7F-97B1-4D7B982EA5F4}">
      <dgm:prSet/>
      <dgm:spPr/>
      <dgm:t>
        <a:bodyPr/>
        <a:lstStyle/>
        <a:p>
          <a:endParaRPr lang="it-IT"/>
        </a:p>
      </dgm:t>
    </dgm:pt>
    <dgm:pt modelId="{8EA47096-2052-4B18-9C50-8BEC0C41C316}" type="sibTrans" cxnId="{BE033A03-1313-4E7F-97B1-4D7B982EA5F4}">
      <dgm:prSet/>
      <dgm:spPr/>
      <dgm:t>
        <a:bodyPr/>
        <a:lstStyle/>
        <a:p>
          <a:endParaRPr lang="it-IT"/>
        </a:p>
      </dgm:t>
    </dgm:pt>
    <dgm:pt modelId="{954BBF59-1C91-4742-A8E1-66166C284015}">
      <dgm:prSet phldrT="[Testo]" phldr="0"/>
      <dgm:spPr/>
      <dgm:t>
        <a:bodyPr/>
        <a:lstStyle/>
        <a:p>
          <a:pPr marL="114300" indent="0">
            <a:buNone/>
          </a:pPr>
          <a:r>
            <a:rPr lang="en-US">
              <a:solidFill>
                <a:srgbClr val="000000"/>
              </a:solidFill>
              <a:latin typeface="+mn-lt"/>
              <a:ea typeface="Calibri" charset="0"/>
              <a:cs typeface="Calibri" charset="0"/>
            </a:rPr>
            <a:t>errore annulla l’intero blocco</a:t>
          </a:r>
          <a:endParaRPr lang="it-IT" dirty="0"/>
        </a:p>
      </dgm:t>
    </dgm:pt>
    <dgm:pt modelId="{8F631382-0D90-4DDF-B789-96A2D6E76583}" type="parTrans" cxnId="{F298EFE6-2708-4CD8-B81E-219864E7C0E3}">
      <dgm:prSet/>
      <dgm:spPr/>
      <dgm:t>
        <a:bodyPr/>
        <a:lstStyle/>
        <a:p>
          <a:endParaRPr lang="it-IT"/>
        </a:p>
      </dgm:t>
    </dgm:pt>
    <dgm:pt modelId="{E8CFAE9F-CAAF-4616-A881-3F3DCD3F6537}" type="sibTrans" cxnId="{F298EFE6-2708-4CD8-B81E-219864E7C0E3}">
      <dgm:prSet/>
      <dgm:spPr/>
      <dgm:t>
        <a:bodyPr/>
        <a:lstStyle/>
        <a:p>
          <a:endParaRPr lang="it-IT"/>
        </a:p>
      </dgm:t>
    </dgm:pt>
    <dgm:pt modelId="{E7CADAE2-016F-4401-A729-932CA80E8B60}">
      <dgm:prSet phldrT="[Testo]" phldr="0"/>
      <dgm:spPr/>
      <dgm:t>
        <a:bodyPr/>
        <a:lstStyle/>
        <a:p>
          <a:pPr marL="92075" indent="0">
            <a:buClrTx/>
            <a:buSzTx/>
            <a:buFontTx/>
            <a:buNone/>
          </a:pP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Si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passa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da uno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stato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valido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a un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altro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valido</a:t>
          </a:r>
          <a:endParaRPr lang="it-IT" dirty="0"/>
        </a:p>
      </dgm:t>
    </dgm:pt>
    <dgm:pt modelId="{C3ABB8C3-399D-4149-93D8-CFE9A40CDC57}" type="parTrans" cxnId="{3F2CACB2-32D7-4A68-AFC1-09F8EA39C619}">
      <dgm:prSet/>
      <dgm:spPr/>
      <dgm:t>
        <a:bodyPr/>
        <a:lstStyle/>
        <a:p>
          <a:endParaRPr lang="it-IT"/>
        </a:p>
      </dgm:t>
    </dgm:pt>
    <dgm:pt modelId="{9CB7DB55-B774-4222-A871-85F8AC02CCC3}" type="sibTrans" cxnId="{3F2CACB2-32D7-4A68-AFC1-09F8EA39C619}">
      <dgm:prSet/>
      <dgm:spPr/>
      <dgm:t>
        <a:bodyPr/>
        <a:lstStyle/>
        <a:p>
          <a:endParaRPr lang="it-IT"/>
        </a:p>
      </dgm:t>
    </dgm:pt>
    <dgm:pt modelId="{2C8C3CA3-AECD-454C-9285-C50EFC99C67D}">
      <dgm:prSet phldrT="[Testo]" phldr="0"/>
      <dgm:spPr/>
      <dgm:t>
        <a:bodyPr/>
        <a:lstStyle/>
        <a:p>
          <a:pPr marL="92075" indent="0">
            <a:buNone/>
          </a:pP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Le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transazioni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concorrenti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non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si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vedono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“a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metà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”. </a:t>
          </a:r>
          <a:endParaRPr lang="it-IT" dirty="0"/>
        </a:p>
      </dgm:t>
    </dgm:pt>
    <dgm:pt modelId="{2515651A-5AAB-4482-9E21-246ECBB3C031}" type="parTrans" cxnId="{9E73FF09-81EB-4F4F-A177-BCA026519423}">
      <dgm:prSet/>
      <dgm:spPr/>
      <dgm:t>
        <a:bodyPr/>
        <a:lstStyle/>
        <a:p>
          <a:endParaRPr lang="it-IT"/>
        </a:p>
      </dgm:t>
    </dgm:pt>
    <dgm:pt modelId="{BCDBF8F9-8BB4-4F1A-9DEA-9DF60696D7FE}" type="sibTrans" cxnId="{9E73FF09-81EB-4F4F-A177-BCA026519423}">
      <dgm:prSet/>
      <dgm:spPr/>
      <dgm:t>
        <a:bodyPr/>
        <a:lstStyle/>
        <a:p>
          <a:endParaRPr lang="it-IT"/>
        </a:p>
      </dgm:t>
    </dgm:pt>
    <dgm:pt modelId="{4764CE16-D0AC-48EB-B433-3D715CDAC52F}">
      <dgm:prSet phldrT="[Testo]" phldr="0"/>
      <dgm:spPr/>
      <dgm:t>
        <a:bodyPr/>
        <a:lstStyle/>
        <a:p>
          <a:pPr marL="114300" indent="0">
            <a:buNone/>
          </a:pP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Il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grado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è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regolato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dall'isolation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level.</a:t>
          </a:r>
          <a:endParaRPr lang="it-IT" dirty="0"/>
        </a:p>
      </dgm:t>
    </dgm:pt>
    <dgm:pt modelId="{8E50ABC2-2B7F-4389-A24E-70E33157BB47}" type="parTrans" cxnId="{C9D81E52-F38F-469F-822D-A8EBC4D4E1CF}">
      <dgm:prSet/>
      <dgm:spPr/>
      <dgm:t>
        <a:bodyPr/>
        <a:lstStyle/>
        <a:p>
          <a:endParaRPr lang="it-IT"/>
        </a:p>
      </dgm:t>
    </dgm:pt>
    <dgm:pt modelId="{4F3C3332-7BA2-4994-8FD9-5EAEAB8292BF}" type="sibTrans" cxnId="{C9D81E52-F38F-469F-822D-A8EBC4D4E1CF}">
      <dgm:prSet/>
      <dgm:spPr/>
      <dgm:t>
        <a:bodyPr/>
        <a:lstStyle/>
        <a:p>
          <a:endParaRPr lang="it-IT"/>
        </a:p>
      </dgm:t>
    </dgm:pt>
    <dgm:pt modelId="{A20DB0FB-F977-42F2-97AC-ACE68B3D6154}">
      <dgm:prSet phldrT="[Testo]" phldr="0"/>
      <dgm:spPr/>
      <dgm:t>
        <a:bodyPr/>
        <a:lstStyle/>
        <a:p>
          <a:pPr marL="92075" indent="0">
            <a:buNone/>
          </a:pP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Dopo COMMIT,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sopravvive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anche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a un crash</a:t>
          </a:r>
          <a:endParaRPr lang="it-IT" dirty="0"/>
        </a:p>
      </dgm:t>
    </dgm:pt>
    <dgm:pt modelId="{72CE64CE-B023-4616-A78A-E8A36060E91D}" type="parTrans" cxnId="{160D4A71-C4F2-4FBC-B111-9877F386103F}">
      <dgm:prSet/>
      <dgm:spPr/>
      <dgm:t>
        <a:bodyPr/>
        <a:lstStyle/>
        <a:p>
          <a:endParaRPr lang="it-IT"/>
        </a:p>
      </dgm:t>
    </dgm:pt>
    <dgm:pt modelId="{E66714A8-D3AD-4ECA-8DE2-C2F0F5C48B59}" type="sibTrans" cxnId="{160D4A71-C4F2-4FBC-B111-9877F386103F}">
      <dgm:prSet/>
      <dgm:spPr/>
      <dgm:t>
        <a:bodyPr/>
        <a:lstStyle/>
        <a:p>
          <a:endParaRPr lang="it-IT"/>
        </a:p>
      </dgm:t>
    </dgm:pt>
    <dgm:pt modelId="{8682BF4F-9451-4D45-A63D-870DF93C67DA}">
      <dgm:prSet phldrT="[Testo]" phldr="0"/>
      <dgm:spPr/>
      <dgm:t>
        <a:bodyPr/>
        <a:lstStyle/>
        <a:p>
          <a:pPr marL="114300" indent="0">
            <a:buNone/>
          </a:pPr>
          <a:r>
            <a:rPr lang="en-US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garantita dal transaction log.</a:t>
          </a:r>
          <a:endParaRPr lang="it-IT" dirty="0"/>
        </a:p>
      </dgm:t>
    </dgm:pt>
    <dgm:pt modelId="{55CDC8A2-BE06-4037-8801-A0A89A6D3C1C}" type="parTrans" cxnId="{E0985EE6-95A6-49E8-A2D2-0106A3E37C62}">
      <dgm:prSet/>
      <dgm:spPr/>
      <dgm:t>
        <a:bodyPr/>
        <a:lstStyle/>
        <a:p>
          <a:endParaRPr lang="it-IT"/>
        </a:p>
      </dgm:t>
    </dgm:pt>
    <dgm:pt modelId="{4921A634-267F-422E-BFA6-97E9318F5858}" type="sibTrans" cxnId="{E0985EE6-95A6-49E8-A2D2-0106A3E37C62}">
      <dgm:prSet/>
      <dgm:spPr/>
      <dgm:t>
        <a:bodyPr/>
        <a:lstStyle/>
        <a:p>
          <a:endParaRPr lang="it-IT"/>
        </a:p>
      </dgm:t>
    </dgm:pt>
    <dgm:pt modelId="{BC25F9D9-7612-460D-81F8-5ACEE23CD8BB}">
      <dgm:prSet phldrT="[Testo]" phldr="0"/>
      <dgm:spPr/>
      <dgm:t>
        <a:bodyPr/>
        <a:lstStyle/>
        <a:p>
          <a:pPr marL="92075" indent="0">
            <a:buClrTx/>
            <a:buSzTx/>
            <a:buFontTx/>
            <a:buNone/>
          </a:pP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vincoli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e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regole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sono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sempre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rispettati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.</a:t>
          </a:r>
          <a:endParaRPr lang="it-IT" dirty="0"/>
        </a:p>
      </dgm:t>
    </dgm:pt>
    <dgm:pt modelId="{9431E378-D315-42BC-8C61-5DED9C1DEB16}" type="parTrans" cxnId="{621A4BC3-3563-496A-BE14-2CCD7BD9CA7E}">
      <dgm:prSet/>
      <dgm:spPr/>
    </dgm:pt>
    <dgm:pt modelId="{2B12C306-D9E2-4FEA-923D-D833D755C3FD}" type="sibTrans" cxnId="{621A4BC3-3563-496A-BE14-2CCD7BD9CA7E}">
      <dgm:prSet/>
      <dgm:spPr/>
    </dgm:pt>
    <dgm:pt modelId="{067E5E41-E77A-494D-AE0B-1504C349FE05}" type="pres">
      <dgm:prSet presAssocID="{0CA735B5-B301-4CBA-9414-5CB111A0C04E}" presName="Name0" presStyleCnt="0">
        <dgm:presLayoutVars>
          <dgm:dir/>
          <dgm:animLvl val="lvl"/>
          <dgm:resizeHandles/>
        </dgm:presLayoutVars>
      </dgm:prSet>
      <dgm:spPr/>
    </dgm:pt>
    <dgm:pt modelId="{EF1F22EB-2747-4F92-8005-F480BDB6224A}" type="pres">
      <dgm:prSet presAssocID="{7D40E0C9-740C-41A9-AA90-D36DF0D8184E}" presName="linNode" presStyleCnt="0"/>
      <dgm:spPr/>
    </dgm:pt>
    <dgm:pt modelId="{AB16AB52-C733-4523-A5BE-13FF8E0974BE}" type="pres">
      <dgm:prSet presAssocID="{7D40E0C9-740C-41A9-AA90-D36DF0D8184E}" presName="parentShp" presStyleLbl="node1" presStyleIdx="0" presStyleCnt="4">
        <dgm:presLayoutVars>
          <dgm:bulletEnabled val="1"/>
        </dgm:presLayoutVars>
      </dgm:prSet>
      <dgm:spPr/>
    </dgm:pt>
    <dgm:pt modelId="{8DEE89FF-D66F-4E64-A8C4-D553E7F60B54}" type="pres">
      <dgm:prSet presAssocID="{7D40E0C9-740C-41A9-AA90-D36DF0D8184E}" presName="childShp" presStyleLbl="bgAccFollowNode1" presStyleIdx="0" presStyleCnt="4">
        <dgm:presLayoutVars>
          <dgm:bulletEnabled val="1"/>
        </dgm:presLayoutVars>
      </dgm:prSet>
      <dgm:spPr/>
    </dgm:pt>
    <dgm:pt modelId="{72C2F4D3-94CB-45F5-90BD-868916DBEE98}" type="pres">
      <dgm:prSet presAssocID="{B515E361-208C-462B-84AE-37B5B0A0F5E0}" presName="spacing" presStyleCnt="0"/>
      <dgm:spPr/>
    </dgm:pt>
    <dgm:pt modelId="{E8361197-B6E9-4B8C-96DF-21AA8906DA89}" type="pres">
      <dgm:prSet presAssocID="{030D76C4-29FD-4357-8ED4-7215CBFAA8CF}" presName="linNode" presStyleCnt="0"/>
      <dgm:spPr/>
    </dgm:pt>
    <dgm:pt modelId="{2E70FB45-5168-4A07-8B88-A5F27EE40033}" type="pres">
      <dgm:prSet presAssocID="{030D76C4-29FD-4357-8ED4-7215CBFAA8CF}" presName="parentShp" presStyleLbl="node1" presStyleIdx="1" presStyleCnt="4">
        <dgm:presLayoutVars>
          <dgm:bulletEnabled val="1"/>
        </dgm:presLayoutVars>
      </dgm:prSet>
      <dgm:spPr/>
    </dgm:pt>
    <dgm:pt modelId="{406A81FA-B122-40C0-B20D-A481BFC28E2D}" type="pres">
      <dgm:prSet presAssocID="{030D76C4-29FD-4357-8ED4-7215CBFAA8CF}" presName="childShp" presStyleLbl="bgAccFollowNode1" presStyleIdx="1" presStyleCnt="4">
        <dgm:presLayoutVars>
          <dgm:bulletEnabled val="1"/>
        </dgm:presLayoutVars>
      </dgm:prSet>
      <dgm:spPr/>
    </dgm:pt>
    <dgm:pt modelId="{D1CF35DF-BF1D-4A3A-B61B-E31B46215DD6}" type="pres">
      <dgm:prSet presAssocID="{7AABA079-639D-4E6E-92A1-26F2F5739578}" presName="spacing" presStyleCnt="0"/>
      <dgm:spPr/>
    </dgm:pt>
    <dgm:pt modelId="{728A81BC-4C26-4CC7-B99C-FC3DCA6BC3FE}" type="pres">
      <dgm:prSet presAssocID="{79D79F5A-52EA-4C48-8678-2D73001191A3}" presName="linNode" presStyleCnt="0"/>
      <dgm:spPr/>
    </dgm:pt>
    <dgm:pt modelId="{873F6E76-751C-4ED8-856C-032EE2951CF9}" type="pres">
      <dgm:prSet presAssocID="{79D79F5A-52EA-4C48-8678-2D73001191A3}" presName="parentShp" presStyleLbl="node1" presStyleIdx="2" presStyleCnt="4">
        <dgm:presLayoutVars>
          <dgm:bulletEnabled val="1"/>
        </dgm:presLayoutVars>
      </dgm:prSet>
      <dgm:spPr/>
    </dgm:pt>
    <dgm:pt modelId="{9C3EA328-44D9-4618-A88D-58494D1FA9B6}" type="pres">
      <dgm:prSet presAssocID="{79D79F5A-52EA-4C48-8678-2D73001191A3}" presName="childShp" presStyleLbl="bgAccFollowNode1" presStyleIdx="2" presStyleCnt="4">
        <dgm:presLayoutVars>
          <dgm:bulletEnabled val="1"/>
        </dgm:presLayoutVars>
      </dgm:prSet>
      <dgm:spPr/>
    </dgm:pt>
    <dgm:pt modelId="{CC03A2C8-4C18-4E01-8547-9AC8D39CD9AF}" type="pres">
      <dgm:prSet presAssocID="{7DC48ADE-1E24-4F74-88AC-3DB8AF8E9AC3}" presName="spacing" presStyleCnt="0"/>
      <dgm:spPr/>
    </dgm:pt>
    <dgm:pt modelId="{44BB29E3-52BD-494B-AA96-6C44DA921515}" type="pres">
      <dgm:prSet presAssocID="{167D305B-884B-48BF-AE35-D0FE2018D2A8}" presName="linNode" presStyleCnt="0"/>
      <dgm:spPr/>
    </dgm:pt>
    <dgm:pt modelId="{49E05D5F-CB29-4915-B7A5-DC72F265EAD8}" type="pres">
      <dgm:prSet presAssocID="{167D305B-884B-48BF-AE35-D0FE2018D2A8}" presName="parentShp" presStyleLbl="node1" presStyleIdx="3" presStyleCnt="4">
        <dgm:presLayoutVars>
          <dgm:bulletEnabled val="1"/>
        </dgm:presLayoutVars>
      </dgm:prSet>
      <dgm:spPr/>
    </dgm:pt>
    <dgm:pt modelId="{C37CAD61-ED46-4107-8625-A83D050C0361}" type="pres">
      <dgm:prSet presAssocID="{167D305B-884B-48BF-AE35-D0FE2018D2A8}" presName="childShp" presStyleLbl="bgAccFollowNode1" presStyleIdx="3" presStyleCnt="4">
        <dgm:presLayoutVars>
          <dgm:bulletEnabled val="1"/>
        </dgm:presLayoutVars>
      </dgm:prSet>
      <dgm:spPr/>
    </dgm:pt>
  </dgm:ptLst>
  <dgm:cxnLst>
    <dgm:cxn modelId="{3DA2B500-3EE0-4B3F-84A0-662A2D6B40B3}" srcId="{0CA735B5-B301-4CBA-9414-5CB111A0C04E}" destId="{79D79F5A-52EA-4C48-8678-2D73001191A3}" srcOrd="2" destOrd="0" parTransId="{A3F00F5F-2A10-4783-9F66-59B4F38D96A6}" sibTransId="{7DC48ADE-1E24-4F74-88AC-3DB8AF8E9AC3}"/>
    <dgm:cxn modelId="{BE033A03-1313-4E7F-97B1-4D7B982EA5F4}" srcId="{7D40E0C9-740C-41A9-AA90-D36DF0D8184E}" destId="{52AD420B-ECC6-4905-BAEA-A27BED0ED1CC}" srcOrd="1" destOrd="0" parTransId="{C7351380-B878-41E4-8FED-EBA8209FBA57}" sibTransId="{8EA47096-2052-4B18-9C50-8BEC0C41C316}"/>
    <dgm:cxn modelId="{C51D9003-CF06-46AF-9DBD-9153AA63A10A}" type="presOf" srcId="{BC25F9D9-7612-460D-81F8-5ACEE23CD8BB}" destId="{406A81FA-B122-40C0-B20D-A481BFC28E2D}" srcOrd="0" destOrd="1" presId="urn:microsoft.com/office/officeart/2005/8/layout/vList6"/>
    <dgm:cxn modelId="{9E73FF09-81EB-4F4F-A177-BCA026519423}" srcId="{79D79F5A-52EA-4C48-8678-2D73001191A3}" destId="{2C8C3CA3-AECD-454C-9285-C50EFC99C67D}" srcOrd="0" destOrd="0" parTransId="{2515651A-5AAB-4482-9E21-246ECBB3C031}" sibTransId="{BCDBF8F9-8BB4-4F1A-9DEA-9DF60696D7FE}"/>
    <dgm:cxn modelId="{54F01B10-7D83-4235-8DF4-B189A9E890FE}" type="presOf" srcId="{0CA735B5-B301-4CBA-9414-5CB111A0C04E}" destId="{067E5E41-E77A-494D-AE0B-1504C349FE05}" srcOrd="0" destOrd="0" presId="urn:microsoft.com/office/officeart/2005/8/layout/vList6"/>
    <dgm:cxn modelId="{9BB4ED16-DCB2-406F-A8AA-2DE66D2F8427}" type="presOf" srcId="{52AD420B-ECC6-4905-BAEA-A27BED0ED1CC}" destId="{8DEE89FF-D66F-4E64-A8C4-D553E7F60B54}" srcOrd="0" destOrd="1" presId="urn:microsoft.com/office/officeart/2005/8/layout/vList6"/>
    <dgm:cxn modelId="{C811EE24-E391-4EC0-B3B6-96D565BD6740}" type="presOf" srcId="{167D305B-884B-48BF-AE35-D0FE2018D2A8}" destId="{49E05D5F-CB29-4915-B7A5-DC72F265EAD8}" srcOrd="0" destOrd="0" presId="urn:microsoft.com/office/officeart/2005/8/layout/vList6"/>
    <dgm:cxn modelId="{7AB2A925-77BD-4C9B-A529-CBDD795A6FB2}" type="presOf" srcId="{A20DB0FB-F977-42F2-97AC-ACE68B3D6154}" destId="{C37CAD61-ED46-4107-8625-A83D050C0361}" srcOrd="0" destOrd="0" presId="urn:microsoft.com/office/officeart/2005/8/layout/vList6"/>
    <dgm:cxn modelId="{2E98472D-F0C0-4732-AA8A-7F468B2A6E7A}" type="presOf" srcId="{8682BF4F-9451-4D45-A63D-870DF93C67DA}" destId="{C37CAD61-ED46-4107-8625-A83D050C0361}" srcOrd="0" destOrd="1" presId="urn:microsoft.com/office/officeart/2005/8/layout/vList6"/>
    <dgm:cxn modelId="{25CF1E2F-B1D8-4EE7-A0CC-A959E8E63C1E}" type="presOf" srcId="{4764CE16-D0AC-48EB-B433-3D715CDAC52F}" destId="{9C3EA328-44D9-4618-A88D-58494D1FA9B6}" srcOrd="0" destOrd="1" presId="urn:microsoft.com/office/officeart/2005/8/layout/vList6"/>
    <dgm:cxn modelId="{4DD2C93A-D4F4-434B-9FAF-BBF981AB7147}" srcId="{0CA735B5-B301-4CBA-9414-5CB111A0C04E}" destId="{030D76C4-29FD-4357-8ED4-7215CBFAA8CF}" srcOrd="1" destOrd="0" parTransId="{CD1A4679-074E-4F3B-B751-C359D3E64C4F}" sibTransId="{7AABA079-639D-4E6E-92A1-26F2F5739578}"/>
    <dgm:cxn modelId="{FB2D3E60-5123-4577-AFA0-118351CF5DD2}" srcId="{0CA735B5-B301-4CBA-9414-5CB111A0C04E}" destId="{167D305B-884B-48BF-AE35-D0FE2018D2A8}" srcOrd="3" destOrd="0" parTransId="{27602405-6C38-4394-8D37-BB49F1B52BDC}" sibTransId="{509AC8AA-C0FE-4463-8A13-C7DD7C564229}"/>
    <dgm:cxn modelId="{160D4A71-C4F2-4FBC-B111-9877F386103F}" srcId="{167D305B-884B-48BF-AE35-D0FE2018D2A8}" destId="{A20DB0FB-F977-42F2-97AC-ACE68B3D6154}" srcOrd="0" destOrd="0" parTransId="{72CE64CE-B023-4616-A78A-E8A36060E91D}" sibTransId="{E66714A8-D3AD-4ECA-8DE2-C2F0F5C48B59}"/>
    <dgm:cxn modelId="{C9D81E52-F38F-469F-822D-A8EBC4D4E1CF}" srcId="{79D79F5A-52EA-4C48-8678-2D73001191A3}" destId="{4764CE16-D0AC-48EB-B433-3D715CDAC52F}" srcOrd="1" destOrd="0" parTransId="{8E50ABC2-2B7F-4389-A24E-70E33157BB47}" sibTransId="{4F3C3332-7BA2-4994-8FD9-5EAEAB8292BF}"/>
    <dgm:cxn modelId="{D36B2D59-7284-4BD5-B352-2022C00CABB4}" srcId="{0CA735B5-B301-4CBA-9414-5CB111A0C04E}" destId="{7D40E0C9-740C-41A9-AA90-D36DF0D8184E}" srcOrd="0" destOrd="0" parTransId="{3445C7B4-B926-4F9A-891C-3BA58DD77D51}" sibTransId="{B515E361-208C-462B-84AE-37B5B0A0F5E0}"/>
    <dgm:cxn modelId="{BE8ECF7E-429D-4E07-B18C-661971650C1D}" type="presOf" srcId="{79D79F5A-52EA-4C48-8678-2D73001191A3}" destId="{873F6E76-751C-4ED8-856C-032EE2951CF9}" srcOrd="0" destOrd="0" presId="urn:microsoft.com/office/officeart/2005/8/layout/vList6"/>
    <dgm:cxn modelId="{02907280-ED10-4B7D-82C0-466DA6D1CF79}" type="presOf" srcId="{E7CADAE2-016F-4401-A729-932CA80E8B60}" destId="{406A81FA-B122-40C0-B20D-A481BFC28E2D}" srcOrd="0" destOrd="0" presId="urn:microsoft.com/office/officeart/2005/8/layout/vList6"/>
    <dgm:cxn modelId="{C3E74D84-E1F7-4275-A661-C0CC86F35D83}" type="presOf" srcId="{7D40E0C9-740C-41A9-AA90-D36DF0D8184E}" destId="{AB16AB52-C733-4523-A5BE-13FF8E0974BE}" srcOrd="0" destOrd="0" presId="urn:microsoft.com/office/officeart/2005/8/layout/vList6"/>
    <dgm:cxn modelId="{9A12468B-4B34-45F8-8B07-AB5445796643}" type="presOf" srcId="{954BBF59-1C91-4742-A8E1-66166C284015}" destId="{8DEE89FF-D66F-4E64-A8C4-D553E7F60B54}" srcOrd="0" destOrd="2" presId="urn:microsoft.com/office/officeart/2005/8/layout/vList6"/>
    <dgm:cxn modelId="{D6B83A90-5023-4291-9F8A-92CC32DDF20F}" srcId="{7D40E0C9-740C-41A9-AA90-D36DF0D8184E}" destId="{234571A7-8D6F-4174-8803-7407F0B2C5A1}" srcOrd="0" destOrd="0" parTransId="{1CC5AE31-4F69-4B85-9F2F-46513E48CE57}" sibTransId="{8749264B-FCE0-4C75-A2BB-B81379014FBB}"/>
    <dgm:cxn modelId="{0837E3A5-A05A-442B-AE5A-93928FA81C75}" type="presOf" srcId="{234571A7-8D6F-4174-8803-7407F0B2C5A1}" destId="{8DEE89FF-D66F-4E64-A8C4-D553E7F60B54}" srcOrd="0" destOrd="0" presId="urn:microsoft.com/office/officeart/2005/8/layout/vList6"/>
    <dgm:cxn modelId="{3F2CACB2-32D7-4A68-AFC1-09F8EA39C619}" srcId="{030D76C4-29FD-4357-8ED4-7215CBFAA8CF}" destId="{E7CADAE2-016F-4401-A729-932CA80E8B60}" srcOrd="0" destOrd="0" parTransId="{C3ABB8C3-399D-4149-93D8-CFE9A40CDC57}" sibTransId="{9CB7DB55-B774-4222-A871-85F8AC02CCC3}"/>
    <dgm:cxn modelId="{621A4BC3-3563-496A-BE14-2CCD7BD9CA7E}" srcId="{030D76C4-29FD-4357-8ED4-7215CBFAA8CF}" destId="{BC25F9D9-7612-460D-81F8-5ACEE23CD8BB}" srcOrd="1" destOrd="0" parTransId="{9431E378-D315-42BC-8C61-5DED9C1DEB16}" sibTransId="{2B12C306-D9E2-4FEA-923D-D833D755C3FD}"/>
    <dgm:cxn modelId="{E0985EE6-95A6-49E8-A2D2-0106A3E37C62}" srcId="{167D305B-884B-48BF-AE35-D0FE2018D2A8}" destId="{8682BF4F-9451-4D45-A63D-870DF93C67DA}" srcOrd="1" destOrd="0" parTransId="{55CDC8A2-BE06-4037-8801-A0A89A6D3C1C}" sibTransId="{4921A634-267F-422E-BFA6-97E9318F5858}"/>
    <dgm:cxn modelId="{F298EFE6-2708-4CD8-B81E-219864E7C0E3}" srcId="{7D40E0C9-740C-41A9-AA90-D36DF0D8184E}" destId="{954BBF59-1C91-4742-A8E1-66166C284015}" srcOrd="2" destOrd="0" parTransId="{8F631382-0D90-4DDF-B789-96A2D6E76583}" sibTransId="{E8CFAE9F-CAAF-4616-A881-3F3DCD3F6537}"/>
    <dgm:cxn modelId="{A56B20F8-24FD-4BE7-97AE-30FEE9241543}" type="presOf" srcId="{2C8C3CA3-AECD-454C-9285-C50EFC99C67D}" destId="{9C3EA328-44D9-4618-A88D-58494D1FA9B6}" srcOrd="0" destOrd="0" presId="urn:microsoft.com/office/officeart/2005/8/layout/vList6"/>
    <dgm:cxn modelId="{31F23BFE-5C0E-40E7-9E19-EC3014C6339C}" type="presOf" srcId="{030D76C4-29FD-4357-8ED4-7215CBFAA8CF}" destId="{2E70FB45-5168-4A07-8B88-A5F27EE40033}" srcOrd="0" destOrd="0" presId="urn:microsoft.com/office/officeart/2005/8/layout/vList6"/>
    <dgm:cxn modelId="{48D264E5-394D-4737-8A29-75D058437985}" type="presParOf" srcId="{067E5E41-E77A-494D-AE0B-1504C349FE05}" destId="{EF1F22EB-2747-4F92-8005-F480BDB6224A}" srcOrd="0" destOrd="0" presId="urn:microsoft.com/office/officeart/2005/8/layout/vList6"/>
    <dgm:cxn modelId="{CE781CC6-6A0C-439A-BA5B-A01622A3746B}" type="presParOf" srcId="{EF1F22EB-2747-4F92-8005-F480BDB6224A}" destId="{AB16AB52-C733-4523-A5BE-13FF8E0974BE}" srcOrd="0" destOrd="0" presId="urn:microsoft.com/office/officeart/2005/8/layout/vList6"/>
    <dgm:cxn modelId="{46BF2084-3B99-4831-9378-59E607DA918E}" type="presParOf" srcId="{EF1F22EB-2747-4F92-8005-F480BDB6224A}" destId="{8DEE89FF-D66F-4E64-A8C4-D553E7F60B54}" srcOrd="1" destOrd="0" presId="urn:microsoft.com/office/officeart/2005/8/layout/vList6"/>
    <dgm:cxn modelId="{839212D9-B9EE-49CB-B887-182ED60571C1}" type="presParOf" srcId="{067E5E41-E77A-494D-AE0B-1504C349FE05}" destId="{72C2F4D3-94CB-45F5-90BD-868916DBEE98}" srcOrd="1" destOrd="0" presId="urn:microsoft.com/office/officeart/2005/8/layout/vList6"/>
    <dgm:cxn modelId="{0E988470-5FB3-40EF-BFCC-F9B1F0B3263C}" type="presParOf" srcId="{067E5E41-E77A-494D-AE0B-1504C349FE05}" destId="{E8361197-B6E9-4B8C-96DF-21AA8906DA89}" srcOrd="2" destOrd="0" presId="urn:microsoft.com/office/officeart/2005/8/layout/vList6"/>
    <dgm:cxn modelId="{3BC58726-903A-481E-822F-95CECEDB2D95}" type="presParOf" srcId="{E8361197-B6E9-4B8C-96DF-21AA8906DA89}" destId="{2E70FB45-5168-4A07-8B88-A5F27EE40033}" srcOrd="0" destOrd="0" presId="urn:microsoft.com/office/officeart/2005/8/layout/vList6"/>
    <dgm:cxn modelId="{BA94C50B-9C28-4F21-A580-30AADC3A7D2E}" type="presParOf" srcId="{E8361197-B6E9-4B8C-96DF-21AA8906DA89}" destId="{406A81FA-B122-40C0-B20D-A481BFC28E2D}" srcOrd="1" destOrd="0" presId="urn:microsoft.com/office/officeart/2005/8/layout/vList6"/>
    <dgm:cxn modelId="{BD9858BD-C7E6-4A2A-9898-509227BB3862}" type="presParOf" srcId="{067E5E41-E77A-494D-AE0B-1504C349FE05}" destId="{D1CF35DF-BF1D-4A3A-B61B-E31B46215DD6}" srcOrd="3" destOrd="0" presId="urn:microsoft.com/office/officeart/2005/8/layout/vList6"/>
    <dgm:cxn modelId="{E4B04F53-5127-49A6-9903-CAEBEC07C3EB}" type="presParOf" srcId="{067E5E41-E77A-494D-AE0B-1504C349FE05}" destId="{728A81BC-4C26-4CC7-B99C-FC3DCA6BC3FE}" srcOrd="4" destOrd="0" presId="urn:microsoft.com/office/officeart/2005/8/layout/vList6"/>
    <dgm:cxn modelId="{B3EF8B05-310D-4CE9-AC6F-9669DEA935A6}" type="presParOf" srcId="{728A81BC-4C26-4CC7-B99C-FC3DCA6BC3FE}" destId="{873F6E76-751C-4ED8-856C-032EE2951CF9}" srcOrd="0" destOrd="0" presId="urn:microsoft.com/office/officeart/2005/8/layout/vList6"/>
    <dgm:cxn modelId="{16657B72-04B5-4345-9486-7ED1EA553265}" type="presParOf" srcId="{728A81BC-4C26-4CC7-B99C-FC3DCA6BC3FE}" destId="{9C3EA328-44D9-4618-A88D-58494D1FA9B6}" srcOrd="1" destOrd="0" presId="urn:microsoft.com/office/officeart/2005/8/layout/vList6"/>
    <dgm:cxn modelId="{B309B5AE-7725-442D-BC5B-DE536B907C71}" type="presParOf" srcId="{067E5E41-E77A-494D-AE0B-1504C349FE05}" destId="{CC03A2C8-4C18-4E01-8547-9AC8D39CD9AF}" srcOrd="5" destOrd="0" presId="urn:microsoft.com/office/officeart/2005/8/layout/vList6"/>
    <dgm:cxn modelId="{6EBF6507-601D-43A4-86A6-8B8D8C570FE9}" type="presParOf" srcId="{067E5E41-E77A-494D-AE0B-1504C349FE05}" destId="{44BB29E3-52BD-494B-AA96-6C44DA921515}" srcOrd="6" destOrd="0" presId="urn:microsoft.com/office/officeart/2005/8/layout/vList6"/>
    <dgm:cxn modelId="{51BDFAEE-A0F5-4267-A064-23D664F97AEF}" type="presParOf" srcId="{44BB29E3-52BD-494B-AA96-6C44DA921515}" destId="{49E05D5F-CB29-4915-B7A5-DC72F265EAD8}" srcOrd="0" destOrd="0" presId="urn:microsoft.com/office/officeart/2005/8/layout/vList6"/>
    <dgm:cxn modelId="{679513CD-300F-46CF-BBE0-EF16E1B487E1}" type="presParOf" srcId="{44BB29E3-52BD-494B-AA96-6C44DA921515}" destId="{C37CAD61-ED46-4107-8625-A83D050C0361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99C2C26-AFAF-439C-93DF-607213BBCC1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A05240F5-1A83-4673-A269-5BDFE09DC9B7}">
      <dgm:prSet phldrT="[Testo]"/>
      <dgm:spPr>
        <a:solidFill>
          <a:srgbClr val="A6B7D6"/>
        </a:solidFill>
      </dgm:spPr>
      <dgm:t>
        <a:bodyPr/>
        <a:lstStyle/>
        <a:p>
          <a:pPr>
            <a:buNone/>
          </a:pPr>
          <a:r>
            <a:rPr lang="en-US" dirty="0"/>
            <a:t>La </a:t>
          </a:r>
          <a:r>
            <a:rPr lang="en-US" dirty="0" err="1"/>
            <a:t>transazione</a:t>
          </a:r>
          <a:r>
            <a:rPr lang="en-US" dirty="0"/>
            <a:t> </a:t>
          </a:r>
          <a:r>
            <a:rPr lang="en-US" dirty="0" err="1"/>
            <a:t>vede</a:t>
          </a:r>
          <a:r>
            <a:rPr lang="en-US" dirty="0"/>
            <a:t> </a:t>
          </a:r>
          <a:r>
            <a:rPr lang="en-US" dirty="0" err="1"/>
            <a:t>una</a:t>
          </a:r>
          <a:r>
            <a:rPr lang="en-US" dirty="0"/>
            <a:t> “</a:t>
          </a:r>
          <a:r>
            <a:rPr lang="en-US" dirty="0" err="1"/>
            <a:t>foto</a:t>
          </a:r>
          <a:r>
            <a:rPr lang="en-US" dirty="0"/>
            <a:t>” </a:t>
          </a:r>
          <a:r>
            <a:rPr lang="en-US" dirty="0" err="1"/>
            <a:t>coerente</a:t>
          </a:r>
          <a:r>
            <a:rPr lang="en-US" dirty="0"/>
            <a:t> </a:t>
          </a:r>
          <a:r>
            <a:rPr lang="en-US" dirty="0" err="1"/>
            <a:t>dei</a:t>
          </a:r>
          <a:r>
            <a:rPr lang="en-US" dirty="0"/>
            <a:t> </a:t>
          </a:r>
          <a:r>
            <a:rPr lang="en-US" dirty="0" err="1"/>
            <a:t>dati</a:t>
          </a:r>
          <a:endParaRPr lang="it-IT" dirty="0"/>
        </a:p>
      </dgm:t>
    </dgm:pt>
    <dgm:pt modelId="{1186923D-89EC-4690-93AA-37D058BB902E}" type="parTrans" cxnId="{7102051A-D0BC-484C-9969-12734D3DB2FF}">
      <dgm:prSet/>
      <dgm:spPr/>
      <dgm:t>
        <a:bodyPr/>
        <a:lstStyle/>
        <a:p>
          <a:endParaRPr lang="it-IT"/>
        </a:p>
      </dgm:t>
    </dgm:pt>
    <dgm:pt modelId="{1B042004-B973-4483-A435-E8173DC2E030}" type="sibTrans" cxnId="{7102051A-D0BC-484C-9969-12734D3DB2FF}">
      <dgm:prSet/>
      <dgm:spPr/>
      <dgm:t>
        <a:bodyPr/>
        <a:lstStyle/>
        <a:p>
          <a:endParaRPr lang="it-IT"/>
        </a:p>
      </dgm:t>
    </dgm:pt>
    <dgm:pt modelId="{0B7E83E7-6FD7-4ADB-83EF-3370CCA831D9}">
      <dgm:prSet/>
      <dgm:spPr>
        <a:solidFill>
          <a:srgbClr val="A6B7D6"/>
        </a:solidFill>
      </dgm:spPr>
      <dgm:t>
        <a:bodyPr/>
        <a:lstStyle/>
        <a:p>
          <a:r>
            <a:rPr lang="en-US" dirty="0"/>
            <a:t>Nessun lock in </a:t>
          </a:r>
          <a:r>
            <a:rPr lang="en-US" dirty="0" err="1"/>
            <a:t>lettura</a:t>
          </a:r>
          <a:endParaRPr lang="en-US" dirty="0"/>
        </a:p>
      </dgm:t>
    </dgm:pt>
    <dgm:pt modelId="{C7913E13-A052-402E-BF2B-3EAD46C2399A}" type="parTrans" cxnId="{FFEADE57-EDD5-41DA-AE5D-93378836A2FA}">
      <dgm:prSet/>
      <dgm:spPr/>
      <dgm:t>
        <a:bodyPr/>
        <a:lstStyle/>
        <a:p>
          <a:endParaRPr lang="it-IT"/>
        </a:p>
      </dgm:t>
    </dgm:pt>
    <dgm:pt modelId="{CBA9BB64-A2E2-4AF2-BC8B-8C3625EB9EFA}" type="sibTrans" cxnId="{FFEADE57-EDD5-41DA-AE5D-93378836A2FA}">
      <dgm:prSet/>
      <dgm:spPr/>
      <dgm:t>
        <a:bodyPr/>
        <a:lstStyle/>
        <a:p>
          <a:endParaRPr lang="it-IT"/>
        </a:p>
      </dgm:t>
    </dgm:pt>
    <dgm:pt modelId="{E356ACB5-2690-4446-9790-3FDCB163A75F}">
      <dgm:prSet/>
      <dgm:spPr>
        <a:solidFill>
          <a:srgbClr val="A6B7D6"/>
        </a:solidFill>
      </dgm:spPr>
      <dgm:t>
        <a:bodyPr/>
        <a:lstStyle/>
        <a:p>
          <a:r>
            <a:rPr lang="en-US" dirty="0" err="1"/>
            <a:t>Conflitto</a:t>
          </a:r>
          <a:r>
            <a:rPr lang="en-US" dirty="0"/>
            <a:t> in </a:t>
          </a:r>
          <a:r>
            <a:rPr lang="en-US" dirty="0" err="1"/>
            <a:t>scrittura</a:t>
          </a:r>
          <a:endParaRPr lang="en-US" dirty="0"/>
        </a:p>
      </dgm:t>
    </dgm:pt>
    <dgm:pt modelId="{E1795BC5-2762-4DA6-9442-E967550C9937}" type="parTrans" cxnId="{026FD118-A9CD-4EB0-8CEF-92BC83164A96}">
      <dgm:prSet/>
      <dgm:spPr/>
      <dgm:t>
        <a:bodyPr/>
        <a:lstStyle/>
        <a:p>
          <a:endParaRPr lang="it-IT"/>
        </a:p>
      </dgm:t>
    </dgm:pt>
    <dgm:pt modelId="{44937C2C-033A-4586-88A6-19DDFD398B66}" type="sibTrans" cxnId="{026FD118-A9CD-4EB0-8CEF-92BC83164A96}">
      <dgm:prSet/>
      <dgm:spPr/>
      <dgm:t>
        <a:bodyPr/>
        <a:lstStyle/>
        <a:p>
          <a:endParaRPr lang="it-IT"/>
        </a:p>
      </dgm:t>
    </dgm:pt>
    <dgm:pt modelId="{2C18ECDA-F475-4317-B0C3-7D6E30695BE0}">
      <dgm:prSet/>
      <dgm:spPr>
        <a:solidFill>
          <a:srgbClr val="A6B7D6"/>
        </a:solidFill>
      </dgm:spPr>
      <dgm:t>
        <a:bodyPr/>
        <a:lstStyle/>
        <a:p>
          <a:r>
            <a:rPr lang="en-US" dirty="0"/>
            <a:t>Uso </a:t>
          </a:r>
          <a:r>
            <a:rPr lang="en-US" dirty="0" err="1"/>
            <a:t>tipico</a:t>
          </a:r>
          <a:r>
            <a:rPr lang="en-US" dirty="0"/>
            <a:t>: </a:t>
          </a:r>
          <a:r>
            <a:rPr lang="en-US" dirty="0" err="1"/>
            <a:t>transazioni</a:t>
          </a:r>
          <a:r>
            <a:rPr lang="en-US" dirty="0"/>
            <a:t> </a:t>
          </a:r>
          <a:r>
            <a:rPr lang="en-US" dirty="0" err="1"/>
            <a:t>complesse</a:t>
          </a:r>
          <a:r>
            <a:rPr lang="en-US" dirty="0"/>
            <a:t> e </a:t>
          </a:r>
          <a:r>
            <a:rPr lang="en-US" dirty="0" err="1"/>
            <a:t>meno</a:t>
          </a:r>
          <a:r>
            <a:rPr lang="en-US" dirty="0"/>
            <a:t> </a:t>
          </a:r>
          <a:r>
            <a:rPr lang="en-US" dirty="0" err="1"/>
            <a:t>brevi</a:t>
          </a:r>
          <a:endParaRPr lang="en-US" dirty="0"/>
        </a:p>
      </dgm:t>
    </dgm:pt>
    <dgm:pt modelId="{2270DD87-3ED2-408B-979A-0B459BE10F22}" type="parTrans" cxnId="{5FB2A0BF-FAFC-413A-831D-9665BC4D29AD}">
      <dgm:prSet/>
      <dgm:spPr/>
      <dgm:t>
        <a:bodyPr/>
        <a:lstStyle/>
        <a:p>
          <a:endParaRPr lang="it-IT"/>
        </a:p>
      </dgm:t>
    </dgm:pt>
    <dgm:pt modelId="{F1311B22-0FBF-4EE3-9C5F-1E7A43E267B1}" type="sibTrans" cxnId="{5FB2A0BF-FAFC-413A-831D-9665BC4D29AD}">
      <dgm:prSet/>
      <dgm:spPr/>
      <dgm:t>
        <a:bodyPr/>
        <a:lstStyle/>
        <a:p>
          <a:endParaRPr lang="it-IT"/>
        </a:p>
      </dgm:t>
    </dgm:pt>
    <dgm:pt modelId="{CA875A4E-CF6F-405A-8034-86F28656CD90}" type="pres">
      <dgm:prSet presAssocID="{C99C2C26-AFAF-439C-93DF-607213BBCC11}" presName="diagram" presStyleCnt="0">
        <dgm:presLayoutVars>
          <dgm:dir/>
          <dgm:resizeHandles val="exact"/>
        </dgm:presLayoutVars>
      </dgm:prSet>
      <dgm:spPr/>
    </dgm:pt>
    <dgm:pt modelId="{2FA4CE9F-A5CD-4AD1-86BA-802067EFEE5A}" type="pres">
      <dgm:prSet presAssocID="{A05240F5-1A83-4673-A269-5BDFE09DC9B7}" presName="node" presStyleLbl="node1" presStyleIdx="0" presStyleCnt="4" custLinFactNeighborX="461" custLinFactNeighborY="-82008">
        <dgm:presLayoutVars>
          <dgm:bulletEnabled val="1"/>
        </dgm:presLayoutVars>
      </dgm:prSet>
      <dgm:spPr/>
    </dgm:pt>
    <dgm:pt modelId="{0A7894D1-A264-4E8C-A778-BBA723DF6413}" type="pres">
      <dgm:prSet presAssocID="{1B042004-B973-4483-A435-E8173DC2E030}" presName="sibTrans" presStyleCnt="0"/>
      <dgm:spPr/>
    </dgm:pt>
    <dgm:pt modelId="{96C85989-C99C-462B-A016-F27DF92304E3}" type="pres">
      <dgm:prSet presAssocID="{0B7E83E7-6FD7-4ADB-83EF-3370CCA831D9}" presName="node" presStyleLbl="node1" presStyleIdx="1" presStyleCnt="4" custLinFactNeighborX="-4071" custLinFactNeighborY="-82008">
        <dgm:presLayoutVars>
          <dgm:bulletEnabled val="1"/>
        </dgm:presLayoutVars>
      </dgm:prSet>
      <dgm:spPr/>
    </dgm:pt>
    <dgm:pt modelId="{A115CB27-5894-4794-9C9F-EE99FAAEA944}" type="pres">
      <dgm:prSet presAssocID="{CBA9BB64-A2E2-4AF2-BC8B-8C3625EB9EFA}" presName="sibTrans" presStyleCnt="0"/>
      <dgm:spPr/>
    </dgm:pt>
    <dgm:pt modelId="{BE5B9BFA-CA7E-4695-A948-68889EB2419A}" type="pres">
      <dgm:prSet presAssocID="{E356ACB5-2690-4446-9790-3FDCB163A75F}" presName="node" presStyleLbl="node1" presStyleIdx="2" presStyleCnt="4" custLinFactNeighborX="461" custLinFactNeighborY="-89898">
        <dgm:presLayoutVars>
          <dgm:bulletEnabled val="1"/>
        </dgm:presLayoutVars>
      </dgm:prSet>
      <dgm:spPr/>
    </dgm:pt>
    <dgm:pt modelId="{E966B864-6459-40B4-8B0F-0EE446ABB146}" type="pres">
      <dgm:prSet presAssocID="{44937C2C-033A-4586-88A6-19DDFD398B66}" presName="sibTrans" presStyleCnt="0"/>
      <dgm:spPr/>
    </dgm:pt>
    <dgm:pt modelId="{63898B9C-8325-4009-830C-64250C78C042}" type="pres">
      <dgm:prSet presAssocID="{2C18ECDA-F475-4317-B0C3-7D6E30695BE0}" presName="node" presStyleLbl="node1" presStyleIdx="3" presStyleCnt="4" custLinFactNeighborX="-4071" custLinFactNeighborY="-91111">
        <dgm:presLayoutVars>
          <dgm:bulletEnabled val="1"/>
        </dgm:presLayoutVars>
      </dgm:prSet>
      <dgm:spPr/>
    </dgm:pt>
  </dgm:ptLst>
  <dgm:cxnLst>
    <dgm:cxn modelId="{8E73F813-FB67-45C0-9AE6-B3D056757AB9}" type="presOf" srcId="{0B7E83E7-6FD7-4ADB-83EF-3370CCA831D9}" destId="{96C85989-C99C-462B-A016-F27DF92304E3}" srcOrd="0" destOrd="0" presId="urn:microsoft.com/office/officeart/2005/8/layout/default"/>
    <dgm:cxn modelId="{026FD118-A9CD-4EB0-8CEF-92BC83164A96}" srcId="{C99C2C26-AFAF-439C-93DF-607213BBCC11}" destId="{E356ACB5-2690-4446-9790-3FDCB163A75F}" srcOrd="2" destOrd="0" parTransId="{E1795BC5-2762-4DA6-9442-E967550C9937}" sibTransId="{44937C2C-033A-4586-88A6-19DDFD398B66}"/>
    <dgm:cxn modelId="{7102051A-D0BC-484C-9969-12734D3DB2FF}" srcId="{C99C2C26-AFAF-439C-93DF-607213BBCC11}" destId="{A05240F5-1A83-4673-A269-5BDFE09DC9B7}" srcOrd="0" destOrd="0" parTransId="{1186923D-89EC-4690-93AA-37D058BB902E}" sibTransId="{1B042004-B973-4483-A435-E8173DC2E030}"/>
    <dgm:cxn modelId="{E330B421-1921-49B4-A050-4B4CC4CF6291}" type="presOf" srcId="{A05240F5-1A83-4673-A269-5BDFE09DC9B7}" destId="{2FA4CE9F-A5CD-4AD1-86BA-802067EFEE5A}" srcOrd="0" destOrd="0" presId="urn:microsoft.com/office/officeart/2005/8/layout/default"/>
    <dgm:cxn modelId="{4EC2E272-931A-472A-8077-FCA268379D5E}" type="presOf" srcId="{E356ACB5-2690-4446-9790-3FDCB163A75F}" destId="{BE5B9BFA-CA7E-4695-A948-68889EB2419A}" srcOrd="0" destOrd="0" presId="urn:microsoft.com/office/officeart/2005/8/layout/default"/>
    <dgm:cxn modelId="{FFEADE57-EDD5-41DA-AE5D-93378836A2FA}" srcId="{C99C2C26-AFAF-439C-93DF-607213BBCC11}" destId="{0B7E83E7-6FD7-4ADB-83EF-3370CCA831D9}" srcOrd="1" destOrd="0" parTransId="{C7913E13-A052-402E-BF2B-3EAD46C2399A}" sibTransId="{CBA9BB64-A2E2-4AF2-BC8B-8C3625EB9EFA}"/>
    <dgm:cxn modelId="{323373B7-839D-40D4-A817-79F880A9BC6C}" type="presOf" srcId="{2C18ECDA-F475-4317-B0C3-7D6E30695BE0}" destId="{63898B9C-8325-4009-830C-64250C78C042}" srcOrd="0" destOrd="0" presId="urn:microsoft.com/office/officeart/2005/8/layout/default"/>
    <dgm:cxn modelId="{5FB2A0BF-FAFC-413A-831D-9665BC4D29AD}" srcId="{C99C2C26-AFAF-439C-93DF-607213BBCC11}" destId="{2C18ECDA-F475-4317-B0C3-7D6E30695BE0}" srcOrd="3" destOrd="0" parTransId="{2270DD87-3ED2-408B-979A-0B459BE10F22}" sibTransId="{F1311B22-0FBF-4EE3-9C5F-1E7A43E267B1}"/>
    <dgm:cxn modelId="{B6E269EE-5A62-4D0C-960A-726124FA73A7}" type="presOf" srcId="{C99C2C26-AFAF-439C-93DF-607213BBCC11}" destId="{CA875A4E-CF6F-405A-8034-86F28656CD90}" srcOrd="0" destOrd="0" presId="urn:microsoft.com/office/officeart/2005/8/layout/default"/>
    <dgm:cxn modelId="{00AADFFB-8CA9-4C6C-8718-EA64ECC06010}" type="presParOf" srcId="{CA875A4E-CF6F-405A-8034-86F28656CD90}" destId="{2FA4CE9F-A5CD-4AD1-86BA-802067EFEE5A}" srcOrd="0" destOrd="0" presId="urn:microsoft.com/office/officeart/2005/8/layout/default"/>
    <dgm:cxn modelId="{BBDDF868-2A9B-4D2A-9B18-9097D6742CFA}" type="presParOf" srcId="{CA875A4E-CF6F-405A-8034-86F28656CD90}" destId="{0A7894D1-A264-4E8C-A778-BBA723DF6413}" srcOrd="1" destOrd="0" presId="urn:microsoft.com/office/officeart/2005/8/layout/default"/>
    <dgm:cxn modelId="{C6648F12-5471-45AA-B04D-B3BAA2E616FF}" type="presParOf" srcId="{CA875A4E-CF6F-405A-8034-86F28656CD90}" destId="{96C85989-C99C-462B-A016-F27DF92304E3}" srcOrd="2" destOrd="0" presId="urn:microsoft.com/office/officeart/2005/8/layout/default"/>
    <dgm:cxn modelId="{F88CAC07-A2A6-4E5F-8F70-C65E2E39CD9E}" type="presParOf" srcId="{CA875A4E-CF6F-405A-8034-86F28656CD90}" destId="{A115CB27-5894-4794-9C9F-EE99FAAEA944}" srcOrd="3" destOrd="0" presId="urn:microsoft.com/office/officeart/2005/8/layout/default"/>
    <dgm:cxn modelId="{122B6495-71B7-4D6F-90B7-9F2ADD89DC4F}" type="presParOf" srcId="{CA875A4E-CF6F-405A-8034-86F28656CD90}" destId="{BE5B9BFA-CA7E-4695-A948-68889EB2419A}" srcOrd="4" destOrd="0" presId="urn:microsoft.com/office/officeart/2005/8/layout/default"/>
    <dgm:cxn modelId="{FF60D2A2-249B-4730-809A-3797E382498F}" type="presParOf" srcId="{CA875A4E-CF6F-405A-8034-86F28656CD90}" destId="{E966B864-6459-40B4-8B0F-0EE446ABB146}" srcOrd="5" destOrd="0" presId="urn:microsoft.com/office/officeart/2005/8/layout/default"/>
    <dgm:cxn modelId="{C82B82FD-B091-407B-B32D-DC0B74C86DD1}" type="presParOf" srcId="{CA875A4E-CF6F-405A-8034-86F28656CD90}" destId="{63898B9C-8325-4009-830C-64250C78C04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99C2C26-AFAF-439C-93DF-607213BBCC1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A05240F5-1A83-4673-A269-5BDFE09DC9B7}">
      <dgm:prSet phldrT="[Testo]"/>
      <dgm:spPr>
        <a:solidFill>
          <a:srgbClr val="A6B7D6"/>
        </a:solidFill>
      </dgm:spPr>
      <dgm:t>
        <a:bodyPr/>
        <a:lstStyle/>
        <a:p>
          <a:pPr>
            <a:buNone/>
          </a:pPr>
          <a:r>
            <a:rPr lang="en-US" dirty="0"/>
            <a:t>Usa il versioning </a:t>
          </a:r>
          <a:r>
            <a:rPr lang="en-US" dirty="0" err="1"/>
            <a:t>invece</a:t>
          </a:r>
          <a:r>
            <a:rPr lang="en-US" dirty="0"/>
            <a:t> </a:t>
          </a:r>
          <a:r>
            <a:rPr lang="en-US" dirty="0" err="1"/>
            <a:t>dei</a:t>
          </a:r>
          <a:r>
            <a:rPr lang="en-US" dirty="0"/>
            <a:t> lock</a:t>
          </a:r>
          <a:endParaRPr lang="it-IT" dirty="0"/>
        </a:p>
      </dgm:t>
    </dgm:pt>
    <dgm:pt modelId="{1186923D-89EC-4690-93AA-37D058BB902E}" type="parTrans" cxnId="{7102051A-D0BC-484C-9969-12734D3DB2FF}">
      <dgm:prSet/>
      <dgm:spPr/>
      <dgm:t>
        <a:bodyPr/>
        <a:lstStyle/>
        <a:p>
          <a:endParaRPr lang="it-IT"/>
        </a:p>
      </dgm:t>
    </dgm:pt>
    <dgm:pt modelId="{1B042004-B973-4483-A435-E8173DC2E030}" type="sibTrans" cxnId="{7102051A-D0BC-484C-9969-12734D3DB2FF}">
      <dgm:prSet/>
      <dgm:spPr/>
      <dgm:t>
        <a:bodyPr/>
        <a:lstStyle/>
        <a:p>
          <a:endParaRPr lang="it-IT"/>
        </a:p>
      </dgm:t>
    </dgm:pt>
    <dgm:pt modelId="{5BECD8C9-7A65-4F3F-B645-E6EDAB931035}">
      <dgm:prSet/>
      <dgm:spPr>
        <a:solidFill>
          <a:srgbClr val="A6B7D6"/>
        </a:solidFill>
      </dgm:spPr>
      <dgm:t>
        <a:bodyPr/>
        <a:lstStyle/>
        <a:p>
          <a:pPr>
            <a:buNone/>
          </a:pPr>
          <a:r>
            <a:rPr lang="en-US" dirty="0"/>
            <a:t>Le SELECT </a:t>
          </a:r>
          <a:r>
            <a:rPr lang="en-US" dirty="0" err="1"/>
            <a:t>vedono</a:t>
          </a:r>
          <a:r>
            <a:rPr lang="en-US" dirty="0"/>
            <a:t> ultima </a:t>
          </a:r>
          <a:r>
            <a:rPr lang="en-US" dirty="0" err="1"/>
            <a:t>versione</a:t>
          </a:r>
          <a:r>
            <a:rPr lang="en-US" dirty="0"/>
            <a:t> </a:t>
          </a:r>
          <a:r>
            <a:rPr lang="en-US" dirty="0" err="1"/>
            <a:t>committata</a:t>
          </a:r>
          <a:r>
            <a:rPr lang="en-US" dirty="0"/>
            <a:t> </a:t>
          </a:r>
        </a:p>
      </dgm:t>
    </dgm:pt>
    <dgm:pt modelId="{D7210FD6-C328-47D2-B3BD-C82ACFF2BB23}" type="parTrans" cxnId="{0D684B4F-EA70-45D8-B64C-33B0687C4554}">
      <dgm:prSet/>
      <dgm:spPr/>
      <dgm:t>
        <a:bodyPr/>
        <a:lstStyle/>
        <a:p>
          <a:endParaRPr lang="it-IT"/>
        </a:p>
      </dgm:t>
    </dgm:pt>
    <dgm:pt modelId="{B3BFF819-A9F6-4627-99D1-D6F95391FF3B}" type="sibTrans" cxnId="{0D684B4F-EA70-45D8-B64C-33B0687C4554}">
      <dgm:prSet/>
      <dgm:spPr/>
      <dgm:t>
        <a:bodyPr/>
        <a:lstStyle/>
        <a:p>
          <a:endParaRPr lang="it-IT"/>
        </a:p>
      </dgm:t>
    </dgm:pt>
    <dgm:pt modelId="{BF148FF7-3497-4693-94B9-64977838E254}">
      <dgm:prSet/>
      <dgm:spPr>
        <a:solidFill>
          <a:srgbClr val="A6B7D6"/>
        </a:solidFill>
      </dgm:spPr>
      <dgm:t>
        <a:bodyPr/>
        <a:lstStyle/>
        <a:p>
          <a:pPr>
            <a:buNone/>
          </a:pPr>
          <a:r>
            <a:rPr lang="en-US" dirty="0"/>
            <a:t>Non </a:t>
          </a:r>
          <a:r>
            <a:rPr lang="en-US" dirty="0" err="1"/>
            <a:t>vengono</a:t>
          </a:r>
          <a:r>
            <a:rPr lang="en-US" dirty="0"/>
            <a:t> </a:t>
          </a:r>
          <a:r>
            <a:rPr lang="en-US" dirty="0" err="1"/>
            <a:t>bloccate</a:t>
          </a:r>
          <a:r>
            <a:rPr lang="en-US" dirty="0"/>
            <a:t> le </a:t>
          </a:r>
          <a:r>
            <a:rPr lang="en-US" dirty="0" err="1"/>
            <a:t>scritture</a:t>
          </a:r>
          <a:endParaRPr lang="en-US" dirty="0"/>
        </a:p>
      </dgm:t>
    </dgm:pt>
    <dgm:pt modelId="{A0E33988-BDDC-4400-9DE3-C36E3138F709}" type="parTrans" cxnId="{6C734214-F55B-47B0-B892-355B8291FEA8}">
      <dgm:prSet/>
      <dgm:spPr/>
      <dgm:t>
        <a:bodyPr/>
        <a:lstStyle/>
        <a:p>
          <a:endParaRPr lang="it-IT"/>
        </a:p>
      </dgm:t>
    </dgm:pt>
    <dgm:pt modelId="{88B66BD5-54F7-47E1-AA81-7057EE8C603C}" type="sibTrans" cxnId="{6C734214-F55B-47B0-B892-355B8291FEA8}">
      <dgm:prSet/>
      <dgm:spPr/>
      <dgm:t>
        <a:bodyPr/>
        <a:lstStyle/>
        <a:p>
          <a:endParaRPr lang="it-IT"/>
        </a:p>
      </dgm:t>
    </dgm:pt>
    <dgm:pt modelId="{DED34918-31DD-40EF-82E0-27FECBD26CC8}">
      <dgm:prSet/>
      <dgm:spPr>
        <a:solidFill>
          <a:srgbClr val="A6B7D6"/>
        </a:solidFill>
      </dgm:spPr>
      <dgm:t>
        <a:bodyPr/>
        <a:lstStyle/>
        <a:p>
          <a:pPr>
            <a:buNone/>
          </a:pPr>
          <a:r>
            <a:rPr lang="en-US"/>
            <a:t>Riduce blocking su sistemi OLTP</a:t>
          </a:r>
          <a:endParaRPr lang="it-IT"/>
        </a:p>
      </dgm:t>
    </dgm:pt>
    <dgm:pt modelId="{264196BD-44F1-4A16-BE44-3ED434B3DA96}" type="parTrans" cxnId="{CF2D2579-5BDC-41D3-B02E-A21E6CF17101}">
      <dgm:prSet/>
      <dgm:spPr/>
      <dgm:t>
        <a:bodyPr/>
        <a:lstStyle/>
        <a:p>
          <a:endParaRPr lang="it-IT"/>
        </a:p>
      </dgm:t>
    </dgm:pt>
    <dgm:pt modelId="{C8DCEC7E-AB2D-451C-A24C-F2EEEBCD7C52}" type="sibTrans" cxnId="{CF2D2579-5BDC-41D3-B02E-A21E6CF17101}">
      <dgm:prSet/>
      <dgm:spPr/>
      <dgm:t>
        <a:bodyPr/>
        <a:lstStyle/>
        <a:p>
          <a:endParaRPr lang="it-IT"/>
        </a:p>
      </dgm:t>
    </dgm:pt>
    <dgm:pt modelId="{CA875A4E-CF6F-405A-8034-86F28656CD90}" type="pres">
      <dgm:prSet presAssocID="{C99C2C26-AFAF-439C-93DF-607213BBCC11}" presName="diagram" presStyleCnt="0">
        <dgm:presLayoutVars>
          <dgm:dir/>
          <dgm:resizeHandles val="exact"/>
        </dgm:presLayoutVars>
      </dgm:prSet>
      <dgm:spPr/>
    </dgm:pt>
    <dgm:pt modelId="{2FA4CE9F-A5CD-4AD1-86BA-802067EFEE5A}" type="pres">
      <dgm:prSet presAssocID="{A05240F5-1A83-4673-A269-5BDFE09DC9B7}" presName="node" presStyleLbl="node1" presStyleIdx="0" presStyleCnt="4" custLinFactNeighborX="461" custLinFactNeighborY="-82008">
        <dgm:presLayoutVars>
          <dgm:bulletEnabled val="1"/>
        </dgm:presLayoutVars>
      </dgm:prSet>
      <dgm:spPr/>
    </dgm:pt>
    <dgm:pt modelId="{0A7894D1-A264-4E8C-A778-BBA723DF6413}" type="pres">
      <dgm:prSet presAssocID="{1B042004-B973-4483-A435-E8173DC2E030}" presName="sibTrans" presStyleCnt="0"/>
      <dgm:spPr/>
    </dgm:pt>
    <dgm:pt modelId="{3C18304C-2E9B-4B74-B652-65D66286B580}" type="pres">
      <dgm:prSet presAssocID="{5BECD8C9-7A65-4F3F-B645-E6EDAB931035}" presName="node" presStyleLbl="node1" presStyleIdx="1" presStyleCnt="4" custLinFactNeighborX="-4513" custLinFactNeighborY="-80651">
        <dgm:presLayoutVars>
          <dgm:bulletEnabled val="1"/>
        </dgm:presLayoutVars>
      </dgm:prSet>
      <dgm:spPr/>
    </dgm:pt>
    <dgm:pt modelId="{A1E198BA-4D98-440C-B39C-147C0D3DC29D}" type="pres">
      <dgm:prSet presAssocID="{B3BFF819-A9F6-4627-99D1-D6F95391FF3B}" presName="sibTrans" presStyleCnt="0"/>
      <dgm:spPr/>
    </dgm:pt>
    <dgm:pt modelId="{1EC597F0-DC71-44E8-BAFD-DB6E47B139B2}" type="pres">
      <dgm:prSet presAssocID="{BF148FF7-3497-4693-94B9-64977838E254}" presName="node" presStyleLbl="node1" presStyleIdx="2" presStyleCnt="4" custLinFactNeighborX="481" custLinFactNeighborY="-89878">
        <dgm:presLayoutVars>
          <dgm:bulletEnabled val="1"/>
        </dgm:presLayoutVars>
      </dgm:prSet>
      <dgm:spPr/>
    </dgm:pt>
    <dgm:pt modelId="{D071D6DF-E02F-4C86-8FCA-5862C05A765E}" type="pres">
      <dgm:prSet presAssocID="{88B66BD5-54F7-47E1-AA81-7057EE8C603C}" presName="sibTrans" presStyleCnt="0"/>
      <dgm:spPr/>
    </dgm:pt>
    <dgm:pt modelId="{05363D2E-0F85-4F48-9D30-4C3C5D293D2C}" type="pres">
      <dgm:prSet presAssocID="{DED34918-31DD-40EF-82E0-27FECBD26CC8}" presName="node" presStyleLbl="node1" presStyleIdx="3" presStyleCnt="4" custLinFactNeighborX="-4513" custLinFactNeighborY="-89189">
        <dgm:presLayoutVars>
          <dgm:bulletEnabled val="1"/>
        </dgm:presLayoutVars>
      </dgm:prSet>
      <dgm:spPr/>
    </dgm:pt>
  </dgm:ptLst>
  <dgm:cxnLst>
    <dgm:cxn modelId="{24B0BE11-361C-4D99-935D-3BFEB05FE99B}" type="presOf" srcId="{BF148FF7-3497-4693-94B9-64977838E254}" destId="{1EC597F0-DC71-44E8-BAFD-DB6E47B139B2}" srcOrd="0" destOrd="0" presId="urn:microsoft.com/office/officeart/2005/8/layout/default"/>
    <dgm:cxn modelId="{6C734214-F55B-47B0-B892-355B8291FEA8}" srcId="{C99C2C26-AFAF-439C-93DF-607213BBCC11}" destId="{BF148FF7-3497-4693-94B9-64977838E254}" srcOrd="2" destOrd="0" parTransId="{A0E33988-BDDC-4400-9DE3-C36E3138F709}" sibTransId="{88B66BD5-54F7-47E1-AA81-7057EE8C603C}"/>
    <dgm:cxn modelId="{7102051A-D0BC-484C-9969-12734D3DB2FF}" srcId="{C99C2C26-AFAF-439C-93DF-607213BBCC11}" destId="{A05240F5-1A83-4673-A269-5BDFE09DC9B7}" srcOrd="0" destOrd="0" parTransId="{1186923D-89EC-4690-93AA-37D058BB902E}" sibTransId="{1B042004-B973-4483-A435-E8173DC2E030}"/>
    <dgm:cxn modelId="{E330B421-1921-49B4-A050-4B4CC4CF6291}" type="presOf" srcId="{A05240F5-1A83-4673-A269-5BDFE09DC9B7}" destId="{2FA4CE9F-A5CD-4AD1-86BA-802067EFEE5A}" srcOrd="0" destOrd="0" presId="urn:microsoft.com/office/officeart/2005/8/layout/default"/>
    <dgm:cxn modelId="{0D684B4F-EA70-45D8-B64C-33B0687C4554}" srcId="{C99C2C26-AFAF-439C-93DF-607213BBCC11}" destId="{5BECD8C9-7A65-4F3F-B645-E6EDAB931035}" srcOrd="1" destOrd="0" parTransId="{D7210FD6-C328-47D2-B3BD-C82ACFF2BB23}" sibTransId="{B3BFF819-A9F6-4627-99D1-D6F95391FF3B}"/>
    <dgm:cxn modelId="{CF2D2579-5BDC-41D3-B02E-A21E6CF17101}" srcId="{C99C2C26-AFAF-439C-93DF-607213BBCC11}" destId="{DED34918-31DD-40EF-82E0-27FECBD26CC8}" srcOrd="3" destOrd="0" parTransId="{264196BD-44F1-4A16-BE44-3ED434B3DA96}" sibTransId="{C8DCEC7E-AB2D-451C-A24C-F2EEEBCD7C52}"/>
    <dgm:cxn modelId="{761B58B3-4EA6-4B78-884F-FF9334D452B5}" type="presOf" srcId="{DED34918-31DD-40EF-82E0-27FECBD26CC8}" destId="{05363D2E-0F85-4F48-9D30-4C3C5D293D2C}" srcOrd="0" destOrd="0" presId="urn:microsoft.com/office/officeart/2005/8/layout/default"/>
    <dgm:cxn modelId="{B6E269EE-5A62-4D0C-960A-726124FA73A7}" type="presOf" srcId="{C99C2C26-AFAF-439C-93DF-607213BBCC11}" destId="{CA875A4E-CF6F-405A-8034-86F28656CD90}" srcOrd="0" destOrd="0" presId="urn:microsoft.com/office/officeart/2005/8/layout/default"/>
    <dgm:cxn modelId="{9BF96CF5-F538-431A-B98F-6CB7CFE213A3}" type="presOf" srcId="{5BECD8C9-7A65-4F3F-B645-E6EDAB931035}" destId="{3C18304C-2E9B-4B74-B652-65D66286B580}" srcOrd="0" destOrd="0" presId="urn:microsoft.com/office/officeart/2005/8/layout/default"/>
    <dgm:cxn modelId="{00AADFFB-8CA9-4C6C-8718-EA64ECC06010}" type="presParOf" srcId="{CA875A4E-CF6F-405A-8034-86F28656CD90}" destId="{2FA4CE9F-A5CD-4AD1-86BA-802067EFEE5A}" srcOrd="0" destOrd="0" presId="urn:microsoft.com/office/officeart/2005/8/layout/default"/>
    <dgm:cxn modelId="{BBDDF868-2A9B-4D2A-9B18-9097D6742CFA}" type="presParOf" srcId="{CA875A4E-CF6F-405A-8034-86F28656CD90}" destId="{0A7894D1-A264-4E8C-A778-BBA723DF6413}" srcOrd="1" destOrd="0" presId="urn:microsoft.com/office/officeart/2005/8/layout/default"/>
    <dgm:cxn modelId="{A7064C72-A46A-4EA7-9211-EBE3E94A1380}" type="presParOf" srcId="{CA875A4E-CF6F-405A-8034-86F28656CD90}" destId="{3C18304C-2E9B-4B74-B652-65D66286B580}" srcOrd="2" destOrd="0" presId="urn:microsoft.com/office/officeart/2005/8/layout/default"/>
    <dgm:cxn modelId="{AA5D4990-5E48-4DAA-B58E-8D25EC9C99E8}" type="presParOf" srcId="{CA875A4E-CF6F-405A-8034-86F28656CD90}" destId="{A1E198BA-4D98-440C-B39C-147C0D3DC29D}" srcOrd="3" destOrd="0" presId="urn:microsoft.com/office/officeart/2005/8/layout/default"/>
    <dgm:cxn modelId="{36470E03-2B16-48B8-BA31-B1B849443BB6}" type="presParOf" srcId="{CA875A4E-CF6F-405A-8034-86F28656CD90}" destId="{1EC597F0-DC71-44E8-BAFD-DB6E47B139B2}" srcOrd="4" destOrd="0" presId="urn:microsoft.com/office/officeart/2005/8/layout/default"/>
    <dgm:cxn modelId="{C0EA20F5-9C4B-4CF1-B81C-0251B6931DB8}" type="presParOf" srcId="{CA875A4E-CF6F-405A-8034-86F28656CD90}" destId="{D071D6DF-E02F-4C86-8FCA-5862C05A765E}" srcOrd="5" destOrd="0" presId="urn:microsoft.com/office/officeart/2005/8/layout/default"/>
    <dgm:cxn modelId="{EC7187EF-AFF8-478D-8632-88C95387E32B}" type="presParOf" srcId="{CA875A4E-CF6F-405A-8034-86F28656CD90}" destId="{05363D2E-0F85-4F48-9D30-4C3C5D293D2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675B3-CBC1-4D81-AA80-13CE7334BE69}">
      <dsp:nvSpPr>
        <dsp:cNvPr id="0" name=""/>
        <dsp:cNvSpPr/>
      </dsp:nvSpPr>
      <dsp:spPr>
        <a:xfrm>
          <a:off x="0" y="8251"/>
          <a:ext cx="5544616" cy="1774507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E0940-A629-4F3E-BA84-620FC446B63B}">
      <dsp:nvSpPr>
        <dsp:cNvPr id="0" name=""/>
        <dsp:cNvSpPr/>
      </dsp:nvSpPr>
      <dsp:spPr>
        <a:xfrm>
          <a:off x="166974" y="236601"/>
          <a:ext cx="2481269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1"/>
          <a:srcRect/>
          <a:stretch>
            <a:fillRect l="15540" r="1554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E81E2-930D-4299-BB4A-429B1923B8CC}">
      <dsp:nvSpPr>
        <dsp:cNvPr id="0" name=""/>
        <dsp:cNvSpPr/>
      </dsp:nvSpPr>
      <dsp:spPr>
        <a:xfrm rot="10800000">
          <a:off x="166974" y="1774507"/>
          <a:ext cx="2481269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1" kern="1200" dirty="0"/>
            <a:t>Transazioni</a:t>
          </a:r>
          <a:endParaRPr lang="it-IT" sz="22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700" kern="1200" dirty="0"/>
            <a:t>ACID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700" kern="1200" dirty="0"/>
            <a:t>BEGIN / COMMIT / ROLLBACK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700" kern="1200" dirty="0"/>
            <a:t>Transazioni annidate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700" kern="1200" dirty="0"/>
            <a:t>SAVEPOINT	</a:t>
          </a:r>
        </a:p>
      </dsp:txBody>
      <dsp:txXfrm rot="10800000">
        <a:off x="233673" y="1774507"/>
        <a:ext cx="2347871" cy="2102143"/>
      </dsp:txXfrm>
    </dsp:sp>
    <dsp:sp modelId="{E6F33BB0-5AF0-4D49-A2DF-B843F0E6783C}">
      <dsp:nvSpPr>
        <dsp:cNvPr id="0" name=""/>
        <dsp:cNvSpPr/>
      </dsp:nvSpPr>
      <dsp:spPr>
        <a:xfrm>
          <a:off x="2896371" y="236601"/>
          <a:ext cx="2481269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2"/>
          <a:srcRect/>
          <a:stretch>
            <a:fillRect l="15540" r="1554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DBEB8-0D9B-41C8-BAC2-2E69CD618183}">
      <dsp:nvSpPr>
        <dsp:cNvPr id="0" name=""/>
        <dsp:cNvSpPr/>
      </dsp:nvSpPr>
      <dsp:spPr>
        <a:xfrm rot="10800000">
          <a:off x="2896371" y="1774507"/>
          <a:ext cx="2481269" cy="2168842"/>
        </a:xfrm>
        <a:prstGeom prst="round2SameRect">
          <a:avLst>
            <a:gd name="adj1" fmla="val 10500"/>
            <a:gd name="adj2" fmla="val 0"/>
          </a:avLst>
        </a:prstGeom>
        <a:noFill/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1" kern="1200" dirty="0"/>
            <a:t>Livelli di isolamento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700" kern="1200" dirty="0"/>
            <a:t>Basi di concorrenza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700" kern="1200" dirty="0"/>
            <a:t>I livelli di isolamento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700" kern="1200" dirty="0"/>
            <a:t>SNAPSHOT e RCSI</a:t>
          </a:r>
        </a:p>
      </dsp:txBody>
      <dsp:txXfrm rot="10800000">
        <a:off x="2963070" y="1774507"/>
        <a:ext cx="2347871" cy="21021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405120-0B52-4B15-A1EC-483E064687B7}">
      <dsp:nvSpPr>
        <dsp:cNvPr id="0" name=""/>
        <dsp:cNvSpPr/>
      </dsp:nvSpPr>
      <dsp:spPr>
        <a:xfrm>
          <a:off x="0" y="950840"/>
          <a:ext cx="3276364" cy="1965818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Un </a:t>
          </a:r>
          <a:r>
            <a:rPr lang="en-US" sz="20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gruppo</a:t>
          </a:r>
          <a:r>
            <a:rPr lang="en-US" sz="20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di </a:t>
          </a:r>
          <a:r>
            <a:rPr lang="en-US" sz="20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operazioni</a:t>
          </a:r>
          <a:r>
            <a:rPr lang="en-US" sz="20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20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trattate</a:t>
          </a:r>
          <a:r>
            <a:rPr lang="en-US" sz="20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come </a:t>
          </a:r>
          <a:r>
            <a:rPr lang="en-US" sz="20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un'unica</a:t>
          </a:r>
          <a:r>
            <a:rPr lang="en-US" sz="20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20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unità</a:t>
          </a:r>
          <a:r>
            <a:rPr lang="en-US" sz="20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di </a:t>
          </a:r>
          <a:r>
            <a:rPr lang="en-US" sz="20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lavoro</a:t>
          </a:r>
          <a:r>
            <a:rPr lang="en-US" sz="20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20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indivisibile</a:t>
          </a:r>
          <a:r>
            <a:rPr lang="en-US" sz="20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: o </a:t>
          </a:r>
          <a:r>
            <a:rPr lang="en-US" sz="20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vanno</a:t>
          </a:r>
          <a:r>
            <a:rPr lang="en-US" sz="20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a buon fine tutte, o </a:t>
          </a:r>
          <a:r>
            <a:rPr lang="en-US" sz="20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nessuna</a:t>
          </a:r>
          <a:r>
            <a:rPr lang="en-US" sz="20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. Le </a:t>
          </a:r>
          <a:r>
            <a:rPr lang="en-US" sz="20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garanzie</a:t>
          </a:r>
          <a:r>
            <a:rPr lang="en-US" sz="20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20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sono</a:t>
          </a:r>
          <a:r>
            <a:rPr lang="en-US" sz="20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20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riassunte</a:t>
          </a:r>
          <a:r>
            <a:rPr lang="en-US" sz="20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20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dall'acronimo</a:t>
          </a:r>
          <a:r>
            <a:rPr lang="en-US" sz="20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ACID.</a:t>
          </a:r>
          <a:endParaRPr lang="it-IT" sz="2000" kern="1200" dirty="0"/>
        </a:p>
      </dsp:txBody>
      <dsp:txXfrm>
        <a:off x="0" y="950840"/>
        <a:ext cx="3276364" cy="19658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EE89FF-D66F-4E64-A8C4-D553E7F60B54}">
      <dsp:nvSpPr>
        <dsp:cNvPr id="0" name=""/>
        <dsp:cNvSpPr/>
      </dsp:nvSpPr>
      <dsp:spPr>
        <a:xfrm>
          <a:off x="1974198" y="1078"/>
          <a:ext cx="2961297" cy="855748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t" anchorCtr="0">
          <a:noAutofit/>
        </a:bodyPr>
        <a:lstStyle/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>
              <a:solidFill>
                <a:srgbClr val="000000"/>
              </a:solidFill>
              <a:latin typeface="+mn-lt"/>
              <a:ea typeface="Calibri" charset="0"/>
              <a:cs typeface="Calibri" charset="0"/>
            </a:rPr>
            <a:t>Tutto o niente</a:t>
          </a:r>
          <a:endParaRPr lang="it-IT" sz="1200" kern="1200" dirty="0"/>
        </a:p>
        <a:p>
          <a:pPr marL="92075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>
              <a:solidFill>
                <a:srgbClr val="000000"/>
              </a:solidFill>
              <a:latin typeface="+mn-lt"/>
              <a:ea typeface="Calibri" charset="0"/>
              <a:cs typeface="Calibri" charset="0"/>
            </a:rPr>
            <a:t> la </a:t>
          </a:r>
          <a:r>
            <a:rPr lang="en-US" sz="1200" kern="1200" dirty="0" err="1">
              <a:solidFill>
                <a:srgbClr val="000000"/>
              </a:solidFill>
              <a:latin typeface="+mn-lt"/>
              <a:ea typeface="Calibri" charset="0"/>
              <a:cs typeface="Calibri" charset="0"/>
            </a:rPr>
            <a:t>transazione</a:t>
          </a:r>
          <a:r>
            <a:rPr lang="en-US" sz="1200" kern="1200" dirty="0">
              <a:solidFill>
                <a:srgbClr val="000000"/>
              </a:solidFill>
              <a:latin typeface="+mn-lt"/>
              <a:ea typeface="Calibri" charset="0"/>
              <a:cs typeface="Calibri" charset="0"/>
            </a:rPr>
            <a:t> è </a:t>
          </a:r>
          <a:r>
            <a:rPr lang="en-US" sz="1200" kern="1200" dirty="0" err="1">
              <a:solidFill>
                <a:srgbClr val="000000"/>
              </a:solidFill>
              <a:latin typeface="+mn-lt"/>
              <a:ea typeface="Calibri" charset="0"/>
              <a:cs typeface="Calibri" charset="0"/>
            </a:rPr>
            <a:t>invisibile</a:t>
          </a:r>
          <a:endParaRPr lang="it-IT" sz="1200" kern="1200" dirty="0"/>
        </a:p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>
              <a:solidFill>
                <a:srgbClr val="000000"/>
              </a:solidFill>
              <a:latin typeface="+mn-lt"/>
              <a:ea typeface="Calibri" charset="0"/>
              <a:cs typeface="Calibri" charset="0"/>
            </a:rPr>
            <a:t>errore annulla l’intero blocco</a:t>
          </a:r>
          <a:endParaRPr lang="it-IT" sz="1200" kern="1200" dirty="0"/>
        </a:p>
      </dsp:txBody>
      <dsp:txXfrm>
        <a:off x="1974198" y="108047"/>
        <a:ext cx="2640392" cy="641811"/>
      </dsp:txXfrm>
    </dsp:sp>
    <dsp:sp modelId="{AB16AB52-C733-4523-A5BE-13FF8E0974BE}">
      <dsp:nvSpPr>
        <dsp:cNvPr id="0" name=""/>
        <dsp:cNvSpPr/>
      </dsp:nvSpPr>
      <dsp:spPr>
        <a:xfrm>
          <a:off x="0" y="1078"/>
          <a:ext cx="1974198" cy="855748"/>
        </a:xfrm>
        <a:prstGeom prst="roundRect">
          <a:avLst/>
        </a:prstGeom>
        <a:solidFill>
          <a:srgbClr val="C20E1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Atomicità</a:t>
          </a:r>
        </a:p>
      </dsp:txBody>
      <dsp:txXfrm>
        <a:off x="41774" y="42852"/>
        <a:ext cx="1890650" cy="772200"/>
      </dsp:txXfrm>
    </dsp:sp>
    <dsp:sp modelId="{406A81FA-B122-40C0-B20D-A481BFC28E2D}">
      <dsp:nvSpPr>
        <dsp:cNvPr id="0" name=""/>
        <dsp:cNvSpPr/>
      </dsp:nvSpPr>
      <dsp:spPr>
        <a:xfrm>
          <a:off x="1974198" y="942401"/>
          <a:ext cx="2961297" cy="855748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t" anchorCtr="0">
          <a:noAutofit/>
        </a:bodyPr>
        <a:lstStyle/>
        <a:p>
          <a:pPr marL="92075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</a:pP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Si </a:t>
          </a: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passa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da uno </a:t>
          </a: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stato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valido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a un </a:t>
          </a: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altro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 </a:t>
          </a: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valido</a:t>
          </a:r>
          <a:endParaRPr lang="it-IT" sz="1200" kern="1200" dirty="0"/>
        </a:p>
        <a:p>
          <a:pPr marL="92075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</a:pP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vincoli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e </a:t>
          </a: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regole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sono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sempre </a:t>
          </a: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rispettati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.</a:t>
          </a:r>
          <a:endParaRPr lang="it-IT" sz="1200" kern="1200" dirty="0"/>
        </a:p>
      </dsp:txBody>
      <dsp:txXfrm>
        <a:off x="1974198" y="1049370"/>
        <a:ext cx="2640392" cy="641811"/>
      </dsp:txXfrm>
    </dsp:sp>
    <dsp:sp modelId="{2E70FB45-5168-4A07-8B88-A5F27EE40033}">
      <dsp:nvSpPr>
        <dsp:cNvPr id="0" name=""/>
        <dsp:cNvSpPr/>
      </dsp:nvSpPr>
      <dsp:spPr>
        <a:xfrm>
          <a:off x="0" y="942401"/>
          <a:ext cx="1974198" cy="855748"/>
        </a:xfrm>
        <a:prstGeom prst="roundRect">
          <a:avLst/>
        </a:prstGeom>
        <a:solidFill>
          <a:srgbClr val="C20E1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Consistenza</a:t>
          </a:r>
        </a:p>
      </dsp:txBody>
      <dsp:txXfrm>
        <a:off x="41774" y="984175"/>
        <a:ext cx="1890650" cy="772200"/>
      </dsp:txXfrm>
    </dsp:sp>
    <dsp:sp modelId="{9C3EA328-44D9-4618-A88D-58494D1FA9B6}">
      <dsp:nvSpPr>
        <dsp:cNvPr id="0" name=""/>
        <dsp:cNvSpPr/>
      </dsp:nvSpPr>
      <dsp:spPr>
        <a:xfrm>
          <a:off x="1974198" y="1883724"/>
          <a:ext cx="2961297" cy="855748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t" anchorCtr="0">
          <a:noAutofit/>
        </a:bodyPr>
        <a:lstStyle/>
        <a:p>
          <a:pPr marL="92075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Le </a:t>
          </a: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transazioni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concorrenti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non </a:t>
          </a: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si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vedono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“a </a:t>
          </a: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metà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”. </a:t>
          </a:r>
          <a:endParaRPr lang="it-IT" sz="1200" kern="1200" dirty="0"/>
        </a:p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Il </a:t>
          </a: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grado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è </a:t>
          </a: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regolato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dall'isolation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level.</a:t>
          </a:r>
          <a:endParaRPr lang="it-IT" sz="1200" kern="1200" dirty="0"/>
        </a:p>
      </dsp:txBody>
      <dsp:txXfrm>
        <a:off x="1974198" y="1990693"/>
        <a:ext cx="2640392" cy="641811"/>
      </dsp:txXfrm>
    </dsp:sp>
    <dsp:sp modelId="{873F6E76-751C-4ED8-856C-032EE2951CF9}">
      <dsp:nvSpPr>
        <dsp:cNvPr id="0" name=""/>
        <dsp:cNvSpPr/>
      </dsp:nvSpPr>
      <dsp:spPr>
        <a:xfrm>
          <a:off x="0" y="1883724"/>
          <a:ext cx="1974198" cy="855748"/>
        </a:xfrm>
        <a:prstGeom prst="roundRect">
          <a:avLst/>
        </a:prstGeom>
        <a:solidFill>
          <a:srgbClr val="C20E1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Isolamento</a:t>
          </a:r>
        </a:p>
      </dsp:txBody>
      <dsp:txXfrm>
        <a:off x="41774" y="1925498"/>
        <a:ext cx="1890650" cy="772200"/>
      </dsp:txXfrm>
    </dsp:sp>
    <dsp:sp modelId="{C37CAD61-ED46-4107-8625-A83D050C0361}">
      <dsp:nvSpPr>
        <dsp:cNvPr id="0" name=""/>
        <dsp:cNvSpPr/>
      </dsp:nvSpPr>
      <dsp:spPr>
        <a:xfrm>
          <a:off x="1974198" y="2825047"/>
          <a:ext cx="2961297" cy="855748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t" anchorCtr="0">
          <a:noAutofit/>
        </a:bodyPr>
        <a:lstStyle/>
        <a:p>
          <a:pPr marL="92075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Dopo COMMIT, </a:t>
          </a: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sopravvive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anche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a un crash</a:t>
          </a:r>
          <a:endParaRPr lang="it-IT" sz="1200" kern="1200" dirty="0"/>
        </a:p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garantita dal transaction log.</a:t>
          </a:r>
          <a:endParaRPr lang="it-IT" sz="1200" kern="1200" dirty="0"/>
        </a:p>
      </dsp:txBody>
      <dsp:txXfrm>
        <a:off x="1974198" y="2932016"/>
        <a:ext cx="2640392" cy="641811"/>
      </dsp:txXfrm>
    </dsp:sp>
    <dsp:sp modelId="{49E05D5F-CB29-4915-B7A5-DC72F265EAD8}">
      <dsp:nvSpPr>
        <dsp:cNvPr id="0" name=""/>
        <dsp:cNvSpPr/>
      </dsp:nvSpPr>
      <dsp:spPr>
        <a:xfrm>
          <a:off x="0" y="2825047"/>
          <a:ext cx="1974198" cy="855748"/>
        </a:xfrm>
        <a:prstGeom prst="roundRect">
          <a:avLst/>
        </a:prstGeom>
        <a:solidFill>
          <a:srgbClr val="C20E1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Durabilità</a:t>
          </a:r>
        </a:p>
      </dsp:txBody>
      <dsp:txXfrm>
        <a:off x="41774" y="2866821"/>
        <a:ext cx="1890650" cy="7722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A4CE9F-A5CD-4AD1-86BA-802067EFEE5A}">
      <dsp:nvSpPr>
        <dsp:cNvPr id="0" name=""/>
        <dsp:cNvSpPr/>
      </dsp:nvSpPr>
      <dsp:spPr>
        <a:xfrm>
          <a:off x="9425" y="36008"/>
          <a:ext cx="1936885" cy="1162131"/>
        </a:xfrm>
        <a:prstGeom prst="rect">
          <a:avLst/>
        </a:prstGeom>
        <a:solidFill>
          <a:srgbClr val="A6B7D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La </a:t>
          </a:r>
          <a:r>
            <a:rPr lang="en-US" sz="1800" kern="1200" dirty="0" err="1"/>
            <a:t>transazione</a:t>
          </a:r>
          <a:r>
            <a:rPr lang="en-US" sz="1800" kern="1200" dirty="0"/>
            <a:t> </a:t>
          </a:r>
          <a:r>
            <a:rPr lang="en-US" sz="1800" kern="1200" dirty="0" err="1"/>
            <a:t>vede</a:t>
          </a:r>
          <a:r>
            <a:rPr lang="en-US" sz="1800" kern="1200" dirty="0"/>
            <a:t> </a:t>
          </a:r>
          <a:r>
            <a:rPr lang="en-US" sz="1800" kern="1200" dirty="0" err="1"/>
            <a:t>una</a:t>
          </a:r>
          <a:r>
            <a:rPr lang="en-US" sz="1800" kern="1200" dirty="0"/>
            <a:t> “</a:t>
          </a:r>
          <a:r>
            <a:rPr lang="en-US" sz="1800" kern="1200" dirty="0" err="1"/>
            <a:t>foto</a:t>
          </a:r>
          <a:r>
            <a:rPr lang="en-US" sz="1800" kern="1200" dirty="0"/>
            <a:t>” </a:t>
          </a:r>
          <a:r>
            <a:rPr lang="en-US" sz="1800" kern="1200" dirty="0" err="1"/>
            <a:t>coerente</a:t>
          </a:r>
          <a:r>
            <a:rPr lang="en-US" sz="1800" kern="1200" dirty="0"/>
            <a:t> </a:t>
          </a:r>
          <a:r>
            <a:rPr lang="en-US" sz="1800" kern="1200" dirty="0" err="1"/>
            <a:t>dei</a:t>
          </a:r>
          <a:r>
            <a:rPr lang="en-US" sz="1800" kern="1200" dirty="0"/>
            <a:t> </a:t>
          </a:r>
          <a:r>
            <a:rPr lang="en-US" sz="1800" kern="1200" dirty="0" err="1"/>
            <a:t>dati</a:t>
          </a:r>
          <a:endParaRPr lang="it-IT" sz="1800" kern="1200" dirty="0"/>
        </a:p>
      </dsp:txBody>
      <dsp:txXfrm>
        <a:off x="9425" y="36008"/>
        <a:ext cx="1936885" cy="1162131"/>
      </dsp:txXfrm>
    </dsp:sp>
    <dsp:sp modelId="{96C85989-C99C-462B-A016-F27DF92304E3}">
      <dsp:nvSpPr>
        <dsp:cNvPr id="0" name=""/>
        <dsp:cNvSpPr/>
      </dsp:nvSpPr>
      <dsp:spPr>
        <a:xfrm>
          <a:off x="2052219" y="36008"/>
          <a:ext cx="1936885" cy="1162131"/>
        </a:xfrm>
        <a:prstGeom prst="rect">
          <a:avLst/>
        </a:prstGeom>
        <a:solidFill>
          <a:srgbClr val="A6B7D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Nessun lock in </a:t>
          </a:r>
          <a:r>
            <a:rPr lang="en-US" sz="1800" kern="1200" dirty="0" err="1"/>
            <a:t>lettura</a:t>
          </a:r>
          <a:endParaRPr lang="en-US" sz="1800" kern="1200" dirty="0"/>
        </a:p>
      </dsp:txBody>
      <dsp:txXfrm>
        <a:off x="2052219" y="36008"/>
        <a:ext cx="1936885" cy="1162131"/>
      </dsp:txXfrm>
    </dsp:sp>
    <dsp:sp modelId="{BE5B9BFA-CA7E-4695-A948-68889EB2419A}">
      <dsp:nvSpPr>
        <dsp:cNvPr id="0" name=""/>
        <dsp:cNvSpPr/>
      </dsp:nvSpPr>
      <dsp:spPr>
        <a:xfrm>
          <a:off x="9425" y="1300135"/>
          <a:ext cx="1936885" cy="1162131"/>
        </a:xfrm>
        <a:prstGeom prst="rect">
          <a:avLst/>
        </a:prstGeom>
        <a:solidFill>
          <a:srgbClr val="A6B7D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Conflitto</a:t>
          </a:r>
          <a:r>
            <a:rPr lang="en-US" sz="1800" kern="1200" dirty="0"/>
            <a:t> in </a:t>
          </a:r>
          <a:r>
            <a:rPr lang="en-US" sz="1800" kern="1200" dirty="0" err="1"/>
            <a:t>scrittura</a:t>
          </a:r>
          <a:endParaRPr lang="en-US" sz="1800" kern="1200" dirty="0"/>
        </a:p>
      </dsp:txBody>
      <dsp:txXfrm>
        <a:off x="9425" y="1300135"/>
        <a:ext cx="1936885" cy="1162131"/>
      </dsp:txXfrm>
    </dsp:sp>
    <dsp:sp modelId="{63898B9C-8325-4009-830C-64250C78C042}">
      <dsp:nvSpPr>
        <dsp:cNvPr id="0" name=""/>
        <dsp:cNvSpPr/>
      </dsp:nvSpPr>
      <dsp:spPr>
        <a:xfrm>
          <a:off x="2052219" y="1286039"/>
          <a:ext cx="1936885" cy="1162131"/>
        </a:xfrm>
        <a:prstGeom prst="rect">
          <a:avLst/>
        </a:prstGeom>
        <a:solidFill>
          <a:srgbClr val="A6B7D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Uso </a:t>
          </a:r>
          <a:r>
            <a:rPr lang="en-US" sz="1800" kern="1200" dirty="0" err="1"/>
            <a:t>tipico</a:t>
          </a:r>
          <a:r>
            <a:rPr lang="en-US" sz="1800" kern="1200" dirty="0"/>
            <a:t>: </a:t>
          </a:r>
          <a:r>
            <a:rPr lang="en-US" sz="1800" kern="1200" dirty="0" err="1"/>
            <a:t>transazioni</a:t>
          </a:r>
          <a:r>
            <a:rPr lang="en-US" sz="1800" kern="1200" dirty="0"/>
            <a:t> </a:t>
          </a:r>
          <a:r>
            <a:rPr lang="en-US" sz="1800" kern="1200" dirty="0" err="1"/>
            <a:t>complesse</a:t>
          </a:r>
          <a:r>
            <a:rPr lang="en-US" sz="1800" kern="1200" dirty="0"/>
            <a:t> e </a:t>
          </a:r>
          <a:r>
            <a:rPr lang="en-US" sz="1800" kern="1200" dirty="0" err="1"/>
            <a:t>meno</a:t>
          </a:r>
          <a:r>
            <a:rPr lang="en-US" sz="1800" kern="1200" dirty="0"/>
            <a:t> </a:t>
          </a:r>
          <a:r>
            <a:rPr lang="en-US" sz="1800" kern="1200" dirty="0" err="1"/>
            <a:t>brevi</a:t>
          </a:r>
          <a:endParaRPr lang="en-US" sz="1800" kern="1200" dirty="0"/>
        </a:p>
      </dsp:txBody>
      <dsp:txXfrm>
        <a:off x="2052219" y="1286039"/>
        <a:ext cx="1936885" cy="11621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A4CE9F-A5CD-4AD1-86BA-802067EFEE5A}">
      <dsp:nvSpPr>
        <dsp:cNvPr id="0" name=""/>
        <dsp:cNvSpPr/>
      </dsp:nvSpPr>
      <dsp:spPr>
        <a:xfrm>
          <a:off x="9425" y="36008"/>
          <a:ext cx="1936885" cy="1162131"/>
        </a:xfrm>
        <a:prstGeom prst="rect">
          <a:avLst/>
        </a:prstGeom>
        <a:solidFill>
          <a:srgbClr val="A6B7D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Usa il versioning </a:t>
          </a:r>
          <a:r>
            <a:rPr lang="en-US" sz="1900" kern="1200" dirty="0" err="1"/>
            <a:t>invece</a:t>
          </a:r>
          <a:r>
            <a:rPr lang="en-US" sz="1900" kern="1200" dirty="0"/>
            <a:t> </a:t>
          </a:r>
          <a:r>
            <a:rPr lang="en-US" sz="1900" kern="1200" dirty="0" err="1"/>
            <a:t>dei</a:t>
          </a:r>
          <a:r>
            <a:rPr lang="en-US" sz="1900" kern="1200" dirty="0"/>
            <a:t> lock</a:t>
          </a:r>
          <a:endParaRPr lang="it-IT" sz="1900" kern="1200" dirty="0"/>
        </a:p>
      </dsp:txBody>
      <dsp:txXfrm>
        <a:off x="9425" y="36008"/>
        <a:ext cx="1936885" cy="1162131"/>
      </dsp:txXfrm>
    </dsp:sp>
    <dsp:sp modelId="{3C18304C-2E9B-4B74-B652-65D66286B580}">
      <dsp:nvSpPr>
        <dsp:cNvPr id="0" name=""/>
        <dsp:cNvSpPr/>
      </dsp:nvSpPr>
      <dsp:spPr>
        <a:xfrm>
          <a:off x="2043658" y="51778"/>
          <a:ext cx="1936885" cy="1162131"/>
        </a:xfrm>
        <a:prstGeom prst="rect">
          <a:avLst/>
        </a:prstGeom>
        <a:solidFill>
          <a:srgbClr val="A6B7D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Le SELECT </a:t>
          </a:r>
          <a:r>
            <a:rPr lang="en-US" sz="1900" kern="1200" dirty="0" err="1"/>
            <a:t>vedono</a:t>
          </a:r>
          <a:r>
            <a:rPr lang="en-US" sz="1900" kern="1200" dirty="0"/>
            <a:t> ultima </a:t>
          </a:r>
          <a:r>
            <a:rPr lang="en-US" sz="1900" kern="1200" dirty="0" err="1"/>
            <a:t>versione</a:t>
          </a:r>
          <a:r>
            <a:rPr lang="en-US" sz="1900" kern="1200" dirty="0"/>
            <a:t> </a:t>
          </a:r>
          <a:r>
            <a:rPr lang="en-US" sz="1900" kern="1200" dirty="0" err="1"/>
            <a:t>committata</a:t>
          </a:r>
          <a:r>
            <a:rPr lang="en-US" sz="1900" kern="1200" dirty="0"/>
            <a:t> </a:t>
          </a:r>
        </a:p>
      </dsp:txBody>
      <dsp:txXfrm>
        <a:off x="2043658" y="51778"/>
        <a:ext cx="1936885" cy="1162131"/>
      </dsp:txXfrm>
    </dsp:sp>
    <dsp:sp modelId="{1EC597F0-DC71-44E8-BAFD-DB6E47B139B2}">
      <dsp:nvSpPr>
        <dsp:cNvPr id="0" name=""/>
        <dsp:cNvSpPr/>
      </dsp:nvSpPr>
      <dsp:spPr>
        <a:xfrm>
          <a:off x="9813" y="1300368"/>
          <a:ext cx="1936885" cy="1162131"/>
        </a:xfrm>
        <a:prstGeom prst="rect">
          <a:avLst/>
        </a:prstGeom>
        <a:solidFill>
          <a:srgbClr val="A6B7D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Non </a:t>
          </a:r>
          <a:r>
            <a:rPr lang="en-US" sz="1900" kern="1200" dirty="0" err="1"/>
            <a:t>vengono</a:t>
          </a:r>
          <a:r>
            <a:rPr lang="en-US" sz="1900" kern="1200" dirty="0"/>
            <a:t> </a:t>
          </a:r>
          <a:r>
            <a:rPr lang="en-US" sz="1900" kern="1200" dirty="0" err="1"/>
            <a:t>bloccate</a:t>
          </a:r>
          <a:r>
            <a:rPr lang="en-US" sz="1900" kern="1200" dirty="0"/>
            <a:t> le </a:t>
          </a:r>
          <a:r>
            <a:rPr lang="en-US" sz="1900" kern="1200" dirty="0" err="1"/>
            <a:t>scritture</a:t>
          </a:r>
          <a:endParaRPr lang="en-US" sz="1900" kern="1200" dirty="0"/>
        </a:p>
      </dsp:txBody>
      <dsp:txXfrm>
        <a:off x="9813" y="1300368"/>
        <a:ext cx="1936885" cy="1162131"/>
      </dsp:txXfrm>
    </dsp:sp>
    <dsp:sp modelId="{05363D2E-0F85-4F48-9D30-4C3C5D293D2C}">
      <dsp:nvSpPr>
        <dsp:cNvPr id="0" name=""/>
        <dsp:cNvSpPr/>
      </dsp:nvSpPr>
      <dsp:spPr>
        <a:xfrm>
          <a:off x="2043658" y="1308375"/>
          <a:ext cx="1936885" cy="1162131"/>
        </a:xfrm>
        <a:prstGeom prst="rect">
          <a:avLst/>
        </a:prstGeom>
        <a:solidFill>
          <a:srgbClr val="A6B7D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Riduce blocking su sistemi OLTP</a:t>
          </a:r>
          <a:endParaRPr lang="it-IT" sz="1900" kern="1200"/>
        </a:p>
      </dsp:txBody>
      <dsp:txXfrm>
        <a:off x="2043658" y="1308375"/>
        <a:ext cx="1936885" cy="11621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248258A5-DC51-4C40-8133-EBDA4B5D97F7}" type="datetimeFigureOut">
              <a:rPr lang="it-IT" smtClean="0"/>
              <a:pPr/>
              <a:t>05/08/2026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4E5DA427-FE90-406E-9D90-D8AF6ED9F7F9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422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C3299855-277B-4364-AE49-729F5FF1E17A}" type="datetimeFigureOut">
              <a:rPr lang="it-IT" smtClean="0"/>
              <a:pPr/>
              <a:t>05/08/2026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5" rIns="91432" bIns="45715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1432" tIns="45715" rIns="91432" bIns="45715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7044E27A-C44E-4CBB-87AC-E383B3A8CE4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307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0349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8006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5B841-7CDC-B6BE-991F-31709C17B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6FCCD33-5B4F-F7CE-65FB-E1DE594AD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700EFE1-9EED-D2B5-E6EE-40F6DDBBF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fontAlgn="base"/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Atomicità</a:t>
            </a:r>
          </a:p>
          <a:p>
            <a:pPr fontAlgn="base"/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Tutte le modifiche ai dati vengono eseguite come se fossero una singola operazione. In altre parole, vengono eseguite tutte le modifiche o nessuna di esse.</a:t>
            </a:r>
          </a:p>
          <a:p>
            <a:pPr fontAlgn="base"/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 esempio, in un'applicazione che trasferisce i fondi da un conto a un altro, la proprietà di atomicità garantisce che, se un addebito viene eseguito correttamente da un conto, il credito corrispondente viene effettuato sull'altro conto.</a:t>
            </a:r>
          </a:p>
          <a:p>
            <a:pPr fontAlgn="base"/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Consistenza</a:t>
            </a:r>
          </a:p>
          <a:p>
            <a:pPr fontAlgn="base"/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dati si trovano in uno stato congruente quando una transazione viene avviata e quando termina.</a:t>
            </a:r>
          </a:p>
          <a:p>
            <a:pPr fontAlgn="base"/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 esempio, in un'applicazione che trasferisce fondi da un conto ad un altro, la proprietà di coerenza garantisce che il valore totale dei fondi in entrambi i conti sia lo stesso all'inizio e alla fine di ogni transazione.</a:t>
            </a:r>
          </a:p>
          <a:p>
            <a:pPr fontAlgn="base"/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Isolamento</a:t>
            </a:r>
          </a:p>
          <a:p>
            <a:pPr fontAlgn="base"/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 stato intermedio di una transazione è invisibile alle altre transazioni. Di conseguenza, le transazioni eseguite simultaneamente sembrano essere serializzate.</a:t>
            </a:r>
          </a:p>
          <a:p>
            <a:pPr fontAlgn="base"/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 esempio, in un'applicazione che trasferisce fondi da un conto a un altro, la proprietà di isolamento garantisce che un'altra transazione veda i fondi trasferiti in un conto o nell'altro, ma non in entrambi, né in nessuno dei due.</a:t>
            </a:r>
          </a:p>
          <a:p>
            <a:pPr fontAlgn="base"/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Durabilità</a:t>
            </a:r>
          </a:p>
          <a:p>
            <a:pPr fontAlgn="base"/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 volta completata correttamente una transazione, le modifiche ai dati persistono e non vengono annullate, anche in caso di errore del sistema.</a:t>
            </a:r>
          </a:p>
          <a:p>
            <a:pPr fontAlgn="base"/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 esempio, in un'applicazione che trasferisce fondi da un conto ad un altro, la proprietà di durabilità garantisce che le modifiche apportate a ciascun conto non verranno annullate.</a:t>
            </a:r>
          </a:p>
          <a:p>
            <a:br>
              <a:rPr lang="it-IT" dirty="0"/>
            </a:br>
            <a:br>
              <a:rPr lang="it-IT" dirty="0"/>
            </a:b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BBFFBC7-FEF9-BBC4-0F93-7FBD2773F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6470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A65D1-1EDA-060D-8A5E-49F0F5A5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82DF443-0BED-C836-607B-FB48B98FB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748243F-1B63-38A0-27FB-11EE9B8F1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Autocommit</a:t>
            </a:r>
            <a:r>
              <a:rPr lang="it-IT" dirty="0"/>
              <a:t> o transazione implicita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SET IMPLICIT_TRANSACTIONS </a:t>
            </a:r>
            <a:r>
              <a:rPr lang="en-US" dirty="0" err="1"/>
              <a:t>rende</a:t>
            </a:r>
            <a:r>
              <a:rPr lang="en-US" dirty="0"/>
              <a:t> </a:t>
            </a:r>
            <a:r>
              <a:rPr lang="en-US" dirty="0" err="1"/>
              <a:t>implicita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serei</a:t>
            </a:r>
            <a:r>
              <a:rPr lang="en-US" dirty="0"/>
              <a:t> di </a:t>
            </a:r>
            <a:r>
              <a:rPr lang="en-US" dirty="0" err="1"/>
              <a:t>operazioni</a:t>
            </a:r>
            <a:r>
              <a:rPr lang="en-US" dirty="0"/>
              <a:t> </a:t>
            </a:r>
            <a:r>
              <a:rPr lang="en-US" dirty="0" err="1"/>
              <a:t>all’interno</a:t>
            </a:r>
            <a:r>
              <a:rPr lang="en-US" dirty="0"/>
              <a:t> della </a:t>
            </a:r>
            <a:r>
              <a:rPr lang="en-US" dirty="0" err="1"/>
              <a:t>connessione</a:t>
            </a:r>
            <a:r>
              <a:rPr lang="en-US" dirty="0"/>
              <a:t> (poco </a:t>
            </a:r>
            <a:r>
              <a:rPr lang="en-US" dirty="0" err="1"/>
              <a:t>usata</a:t>
            </a:r>
            <a:r>
              <a:rPr lang="en-US" dirty="0"/>
              <a:t>, </a:t>
            </a:r>
            <a:r>
              <a:rPr lang="en-US" dirty="0" err="1"/>
              <a:t>tendenzialmente</a:t>
            </a:r>
            <a:r>
              <a:rPr lang="en-US" dirty="0"/>
              <a:t> in </a:t>
            </a:r>
            <a:r>
              <a:rPr lang="en-US" dirty="0" err="1"/>
              <a:t>fase</a:t>
            </a:r>
            <a:r>
              <a:rPr lang="en-US" dirty="0"/>
              <a:t> di test)</a:t>
            </a:r>
          </a:p>
          <a:p>
            <a:br>
              <a:rPr lang="it-IT" dirty="0"/>
            </a:b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4F7110A-48A2-778C-E8F6-A7A8C6636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1986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8188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FE559-C31D-6030-7D5A-AF1804857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025A86A-0A1B-FD91-DEC0-DDF71FE4F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5BAC9DA-C297-2C08-4C1B-703F140EE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A96BA5D-2A36-BE80-0995-B343F8A4BC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6239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1464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Quando si leggono e scrivono i dati in un sistema con più processi si va incontro a situazioni di concorrenza.</a:t>
            </a:r>
            <a:br>
              <a:rPr lang="it-IT" dirty="0"/>
            </a:br>
            <a:r>
              <a:rPr lang="it-IT" dirty="0"/>
              <a:t>In queste situazioni è possibile incorrere in 4 problemi.</a:t>
            </a:r>
            <a:br>
              <a:rPr lang="it-IT" dirty="0"/>
            </a:b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72837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 </a:t>
            </a:r>
            <a:r>
              <a:rPr lang="en-US" dirty="0" err="1"/>
              <a:t>matrice</a:t>
            </a:r>
            <a:r>
              <a:rPr lang="en-US" dirty="0"/>
              <a:t> è la </a:t>
            </a:r>
            <a:r>
              <a:rPr lang="en-US" dirty="0" err="1"/>
              <a:t>mappa</a:t>
            </a:r>
            <a:r>
              <a:rPr lang="en-US" dirty="0"/>
              <a:t> </a:t>
            </a:r>
            <a:r>
              <a:rPr lang="en-US" dirty="0" err="1"/>
              <a:t>mentale</a:t>
            </a:r>
            <a:r>
              <a:rPr lang="en-US" dirty="0"/>
              <a:t> da </a:t>
            </a:r>
            <a:r>
              <a:rPr lang="en-US" dirty="0" err="1"/>
              <a:t>ricordare</a:t>
            </a:r>
            <a:r>
              <a:rPr lang="en-US" dirty="0"/>
              <a:t>. READ COMMITTED è il default ed è un buon </a:t>
            </a:r>
            <a:r>
              <a:rPr lang="en-US" dirty="0" err="1"/>
              <a:t>compromesso</a:t>
            </a:r>
            <a:r>
              <a:rPr lang="en-US" dirty="0"/>
              <a:t>. </a:t>
            </a:r>
            <a:r>
              <a:rPr lang="en-US" dirty="0" err="1"/>
              <a:t>Scendere</a:t>
            </a:r>
            <a:r>
              <a:rPr lang="en-US" dirty="0"/>
              <a:t> verso SERIALIZABLE </a:t>
            </a:r>
            <a:r>
              <a:rPr lang="en-US" dirty="0" err="1"/>
              <a:t>aumenta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lock (key-range) e </a:t>
            </a:r>
            <a:r>
              <a:rPr lang="en-US" dirty="0" err="1"/>
              <a:t>quindi</a:t>
            </a:r>
            <a:r>
              <a:rPr lang="en-US" dirty="0"/>
              <a:t> la </a:t>
            </a:r>
            <a:r>
              <a:rPr lang="en-US" dirty="0" err="1"/>
              <a:t>contesa</a:t>
            </a:r>
            <a:r>
              <a:rPr lang="en-US" dirty="0"/>
              <a:t>: </a:t>
            </a:r>
            <a:r>
              <a:rPr lang="en-US" dirty="0" err="1"/>
              <a:t>usarlo</a:t>
            </a:r>
            <a:r>
              <a:rPr lang="en-US" dirty="0"/>
              <a:t> solo se serve </a:t>
            </a:r>
            <a:r>
              <a:rPr lang="en-US" dirty="0" err="1"/>
              <a:t>davvero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SNAPSHOT </a:t>
            </a:r>
            <a:r>
              <a:rPr lang="en-US" dirty="0" err="1"/>
              <a:t>raggiunge</a:t>
            </a:r>
            <a:r>
              <a:rPr lang="en-US" dirty="0"/>
              <a:t> la </a:t>
            </a:r>
            <a:r>
              <a:rPr lang="en-US" dirty="0" err="1"/>
              <a:t>massima</a:t>
            </a:r>
            <a:r>
              <a:rPr lang="en-US" dirty="0"/>
              <a:t> </a:t>
            </a:r>
            <a:r>
              <a:rPr lang="en-US" dirty="0" err="1"/>
              <a:t>coerenza</a:t>
            </a:r>
            <a:r>
              <a:rPr lang="en-US" dirty="0"/>
              <a:t> senza lock di </a:t>
            </a:r>
            <a:r>
              <a:rPr lang="en-US" dirty="0" err="1"/>
              <a:t>lettura</a:t>
            </a:r>
            <a:r>
              <a:rPr lang="en-US" dirty="0"/>
              <a:t>, </a:t>
            </a:r>
            <a:r>
              <a:rPr lang="en-US" dirty="0" err="1"/>
              <a:t>pagando</a:t>
            </a:r>
            <a:r>
              <a:rPr lang="en-US" dirty="0"/>
              <a:t> in </a:t>
            </a:r>
            <a:r>
              <a:rPr lang="en-US" dirty="0" err="1"/>
              <a:t>tempdb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Esiste</a:t>
            </a:r>
            <a:r>
              <a:rPr lang="en-US" dirty="0"/>
              <a:t> RCSI </a:t>
            </a:r>
            <a:r>
              <a:rPr lang="en-US" dirty="0" err="1"/>
              <a:t>che</a:t>
            </a:r>
            <a:r>
              <a:rPr lang="en-US" dirty="0"/>
              <a:t> è la leva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usata</a:t>
            </a:r>
            <a:r>
              <a:rPr lang="en-US" dirty="0"/>
              <a:t> </a:t>
            </a:r>
            <a:r>
              <a:rPr lang="en-US" dirty="0" err="1"/>
              <a:t>nei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OLTP per </a:t>
            </a:r>
            <a:r>
              <a:rPr lang="en-US" dirty="0" err="1"/>
              <a:t>ridurre</a:t>
            </a:r>
            <a:r>
              <a:rPr lang="en-US" dirty="0"/>
              <a:t> il </a:t>
            </a:r>
            <a:r>
              <a:rPr lang="en-US" dirty="0" err="1"/>
              <a:t>blocco</a:t>
            </a:r>
            <a:r>
              <a:rPr lang="en-US" dirty="0"/>
              <a:t> </a:t>
            </a:r>
            <a:r>
              <a:rPr lang="en-US" dirty="0" err="1"/>
              <a:t>lettori</a:t>
            </a:r>
            <a:r>
              <a:rPr lang="en-US" dirty="0"/>
              <a:t>/</a:t>
            </a:r>
            <a:r>
              <a:rPr lang="en-US" dirty="0" err="1"/>
              <a:t>scrittori</a:t>
            </a:r>
            <a:r>
              <a:rPr lang="en-US" dirty="0"/>
              <a:t> </a:t>
            </a:r>
            <a:r>
              <a:rPr lang="en-US" dirty="0" err="1"/>
              <a:t>cambiando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sola </a:t>
            </a:r>
            <a:r>
              <a:rPr lang="en-US" dirty="0" err="1"/>
              <a:t>opzione</a:t>
            </a:r>
            <a:r>
              <a:rPr lang="en-US" dirty="0"/>
              <a:t> di database non è a </a:t>
            </a:r>
            <a:r>
              <a:rPr lang="en-US" dirty="0" err="1"/>
              <a:t>livello</a:t>
            </a:r>
            <a:r>
              <a:rPr lang="en-US" dirty="0"/>
              <a:t> di </a:t>
            </a:r>
            <a:r>
              <a:rPr lang="en-US" dirty="0" err="1"/>
              <a:t>transazione</a:t>
            </a:r>
            <a:endParaRPr lang="en-US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3080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98CE0-5A1A-60A4-9AE9-B76BA56B7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8223EA7-5C5E-EDA8-C714-DFC5707F6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5C3071A-C036-BEF2-FAE3-567A699DD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Asse </a:t>
            </a:r>
            <a:r>
              <a:rPr lang="en-US" dirty="0" err="1"/>
              <a:t>orizzontale</a:t>
            </a:r>
            <a:r>
              <a:rPr lang="en-US" dirty="0"/>
              <a:t>: </a:t>
            </a:r>
            <a:r>
              <a:rPr lang="en-US" dirty="0" err="1"/>
              <a:t>correttezza</a:t>
            </a:r>
            <a:r>
              <a:rPr lang="en-US" dirty="0"/>
              <a:t>/</a:t>
            </a:r>
            <a:r>
              <a:rPr lang="en-US" dirty="0" err="1"/>
              <a:t>consistenza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risultati</a:t>
            </a:r>
            <a:r>
              <a:rPr lang="en-US" dirty="0"/>
              <a:t> (da sinistra </a:t>
            </a:r>
            <a:r>
              <a:rPr lang="en-US" dirty="0" err="1"/>
              <a:t>inconsistente</a:t>
            </a:r>
            <a:r>
              <a:rPr lang="en-US" dirty="0"/>
              <a:t> a </a:t>
            </a:r>
            <a:r>
              <a:rPr lang="en-US" dirty="0" err="1"/>
              <a:t>destra</a:t>
            </a:r>
            <a:r>
              <a:rPr lang="en-US" dirty="0"/>
              <a:t> </a:t>
            </a:r>
            <a:r>
              <a:rPr lang="en-US" dirty="0" err="1"/>
              <a:t>corretto</a:t>
            </a:r>
            <a:r>
              <a:rPr lang="en-US" dirty="0"/>
              <a:t>). </a:t>
            </a:r>
            <a:br>
              <a:rPr lang="en-US" dirty="0"/>
            </a:br>
            <a:r>
              <a:rPr lang="en-US" dirty="0"/>
              <a:t>Asse </a:t>
            </a:r>
            <a:r>
              <a:rPr lang="en-US" dirty="0" err="1"/>
              <a:t>verticale</a:t>
            </a:r>
            <a:r>
              <a:rPr lang="en-US" dirty="0"/>
              <a:t>: </a:t>
            </a:r>
            <a:r>
              <a:rPr lang="en-US" dirty="0" err="1"/>
              <a:t>scalabilità</a:t>
            </a:r>
            <a:r>
              <a:rPr lang="en-US" dirty="0"/>
              <a:t> sotto </a:t>
            </a:r>
            <a:r>
              <a:rPr lang="en-US" dirty="0" err="1"/>
              <a:t>carico</a:t>
            </a:r>
            <a:r>
              <a:rPr lang="en-US" dirty="0"/>
              <a:t> </a:t>
            </a:r>
            <a:r>
              <a:rPr lang="en-US" dirty="0" err="1"/>
              <a:t>concorrente</a:t>
            </a:r>
            <a:r>
              <a:rPr lang="en-US" dirty="0"/>
              <a:t> (in alto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scalabile</a:t>
            </a:r>
            <a:r>
              <a:rPr lang="en-US" dirty="0"/>
              <a:t>). </a:t>
            </a:r>
            <a:br>
              <a:rPr lang="en-US" dirty="0"/>
            </a:br>
            <a:r>
              <a:rPr lang="en-US" dirty="0"/>
              <a:t>I </a:t>
            </a:r>
            <a:r>
              <a:rPr lang="en-US" dirty="0" err="1"/>
              <a:t>livelli</a:t>
            </a:r>
            <a:r>
              <a:rPr lang="en-US" dirty="0"/>
              <a:t> </a:t>
            </a:r>
            <a:r>
              <a:rPr lang="en-US" dirty="0" err="1"/>
              <a:t>pessimistici</a:t>
            </a:r>
            <a:r>
              <a:rPr lang="en-US" dirty="0"/>
              <a:t> (</a:t>
            </a:r>
            <a:r>
              <a:rPr lang="en-US" dirty="0" err="1"/>
              <a:t>basati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lock, in </a:t>
            </a:r>
            <a:r>
              <a:rPr lang="en-US" dirty="0" err="1"/>
              <a:t>azzurro</a:t>
            </a:r>
            <a:r>
              <a:rPr lang="en-US" dirty="0"/>
              <a:t>) </a:t>
            </a:r>
            <a:r>
              <a:rPr lang="en-US" dirty="0" err="1"/>
              <a:t>salgono</a:t>
            </a:r>
            <a:r>
              <a:rPr lang="en-US" dirty="0"/>
              <a:t> in </a:t>
            </a:r>
            <a:r>
              <a:rPr lang="en-US" dirty="0" err="1"/>
              <a:t>correttezza</a:t>
            </a:r>
            <a:r>
              <a:rPr lang="en-US" dirty="0"/>
              <a:t> ma </a:t>
            </a:r>
            <a:r>
              <a:rPr lang="en-US" dirty="0" err="1"/>
              <a:t>scendono</a:t>
            </a:r>
            <a:r>
              <a:rPr lang="en-US" dirty="0"/>
              <a:t> in </a:t>
            </a:r>
            <a:r>
              <a:rPr lang="en-US" dirty="0" err="1"/>
              <a:t>scalabilità</a:t>
            </a:r>
            <a:r>
              <a:rPr lang="en-US" dirty="0"/>
              <a:t> man mano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irrigidiscono</a:t>
            </a:r>
            <a:r>
              <a:rPr lang="en-US" dirty="0"/>
              <a:t>, da READ UNCOMMITTED </a:t>
            </a:r>
            <a:r>
              <a:rPr lang="en-US" dirty="0" err="1"/>
              <a:t>fino</a:t>
            </a:r>
            <a:r>
              <a:rPr lang="en-US" dirty="0"/>
              <a:t> a SERIALIZABLE. </a:t>
            </a:r>
            <a:br>
              <a:rPr lang="en-US" dirty="0"/>
            </a:br>
            <a:r>
              <a:rPr lang="en-US" dirty="0"/>
              <a:t>I </a:t>
            </a:r>
            <a:r>
              <a:rPr lang="en-US" dirty="0" err="1"/>
              <a:t>livelli</a:t>
            </a:r>
            <a:r>
              <a:rPr lang="en-US" dirty="0"/>
              <a:t> </a:t>
            </a:r>
            <a:r>
              <a:rPr lang="en-US" dirty="0" err="1"/>
              <a:t>ottimistici</a:t>
            </a:r>
            <a:r>
              <a:rPr lang="en-US" dirty="0"/>
              <a:t> </a:t>
            </a:r>
            <a:r>
              <a:rPr lang="en-US" dirty="0" err="1"/>
              <a:t>basati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versioning (RCSI e SNAPSHOT, in </a:t>
            </a:r>
            <a:r>
              <a:rPr lang="en-US" dirty="0" err="1"/>
              <a:t>verde</a:t>
            </a:r>
            <a:r>
              <a:rPr lang="en-US" dirty="0"/>
              <a:t>) </a:t>
            </a:r>
            <a:r>
              <a:rPr lang="en-US" dirty="0" err="1"/>
              <a:t>stanno</a:t>
            </a:r>
            <a:r>
              <a:rPr lang="en-US" dirty="0"/>
              <a:t> in alto: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correttezza</a:t>
            </a:r>
            <a:r>
              <a:rPr lang="en-US" dirty="0"/>
              <a:t> senza </a:t>
            </a:r>
            <a:r>
              <a:rPr lang="en-US" dirty="0" err="1"/>
              <a:t>sacrificare</a:t>
            </a:r>
            <a:r>
              <a:rPr lang="en-US" dirty="0"/>
              <a:t> la </a:t>
            </a:r>
            <a:r>
              <a:rPr lang="en-US" dirty="0" err="1"/>
              <a:t>concorrenza</a:t>
            </a:r>
            <a:r>
              <a:rPr lang="en-US" dirty="0"/>
              <a:t>, </a:t>
            </a:r>
            <a:r>
              <a:rPr lang="en-US" dirty="0" err="1"/>
              <a:t>pagando</a:t>
            </a:r>
            <a:r>
              <a:rPr lang="en-US" dirty="0"/>
              <a:t> in </a:t>
            </a:r>
            <a:r>
              <a:rPr lang="en-US" dirty="0" err="1"/>
              <a:t>spazio</a:t>
            </a:r>
            <a:r>
              <a:rPr lang="en-US" dirty="0"/>
              <a:t> di </a:t>
            </a:r>
            <a:r>
              <a:rPr lang="en-US" dirty="0" err="1"/>
              <a:t>tempdb</a:t>
            </a:r>
            <a:r>
              <a:rPr lang="en-US" dirty="0"/>
              <a:t>. </a:t>
            </a:r>
          </a:p>
          <a:p>
            <a:br>
              <a:rPr lang="it-IT" dirty="0"/>
            </a:br>
            <a:r>
              <a:rPr lang="it-IT" dirty="0"/>
              <a:t>Non esiste un livello di isolamento giusto ma un equilibrio rispetto al dato che si sta trattando, alla concorrenza che vogliamo gestire o meno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Non esiste una ricetta perfetta. La diminuzione della concorrenza genera inevitabilmente più attese.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B2F74F6-5148-4A74-6370-0E5F336DE7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72800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E3242-BBED-F06E-2C41-6C5CA6DB6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91F0CCC-726A-685D-BC62-A845D24D2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2205B18-3D79-F9A6-D75F-FF3130742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Entrambi</a:t>
            </a:r>
            <a:r>
              <a:rPr lang="en-US" dirty="0"/>
              <a:t> </a:t>
            </a:r>
            <a:r>
              <a:rPr lang="en-US" dirty="0" err="1"/>
              <a:t>richiedo</a:t>
            </a:r>
            <a:r>
              <a:rPr lang="en-US" dirty="0"/>
              <a:t> </a:t>
            </a:r>
            <a:r>
              <a:rPr lang="en-US" dirty="0" err="1"/>
              <a:t>attivazione</a:t>
            </a:r>
            <a:r>
              <a:rPr lang="en-US" dirty="0"/>
              <a:t> per </a:t>
            </a:r>
            <a:r>
              <a:rPr lang="en-US" dirty="0" err="1"/>
              <a:t>intero</a:t>
            </a:r>
            <a:r>
              <a:rPr lang="en-US" dirty="0"/>
              <a:t> database </a:t>
            </a:r>
            <a:r>
              <a:rPr lang="en-US" dirty="0" err="1"/>
              <a:t>perchè</a:t>
            </a:r>
            <a:r>
              <a:rPr lang="en-US" dirty="0"/>
              <a:t> per </a:t>
            </a:r>
            <a:r>
              <a:rPr lang="en-US" dirty="0" err="1"/>
              <a:t>gli</a:t>
            </a:r>
            <a:r>
              <a:rPr lang="en-US" dirty="0"/>
              <a:t> snapshot </a:t>
            </a:r>
            <a:r>
              <a:rPr lang="en-US" dirty="0" err="1"/>
              <a:t>devono</a:t>
            </a:r>
            <a:r>
              <a:rPr lang="en-US" dirty="0"/>
              <a:t> </a:t>
            </a:r>
            <a:r>
              <a:rPr lang="en-US" dirty="0" err="1"/>
              <a:t>usare</a:t>
            </a:r>
            <a:r>
              <a:rPr lang="en-US" dirty="0"/>
              <a:t> il version store </a:t>
            </a:r>
            <a:r>
              <a:rPr lang="en-US" dirty="0" err="1"/>
              <a:t>che</a:t>
            </a:r>
            <a:r>
              <a:rPr lang="en-US" dirty="0"/>
              <a:t> è </a:t>
            </a:r>
            <a:r>
              <a:rPr lang="en-US" dirty="0" err="1"/>
              <a:t>un’area</a:t>
            </a:r>
            <a:r>
              <a:rPr lang="en-US" dirty="0"/>
              <a:t> </a:t>
            </a:r>
            <a:r>
              <a:rPr lang="en-US" dirty="0" err="1"/>
              <a:t>dedicata</a:t>
            </a:r>
            <a:r>
              <a:rPr lang="en-US" dirty="0"/>
              <a:t> del </a:t>
            </a:r>
            <a:r>
              <a:rPr lang="en-US" dirty="0" err="1"/>
              <a:t>TempDB</a:t>
            </a:r>
            <a:endParaRPr lang="en-US" dirty="0"/>
          </a:p>
          <a:p>
            <a:endParaRPr lang="en-US" dirty="0"/>
          </a:p>
          <a:p>
            <a:r>
              <a:rPr lang="en-US" dirty="0"/>
              <a:t>READ COMMITTED SNAPSHOT (RCSI) cambia il </a:t>
            </a:r>
            <a:r>
              <a:rPr lang="en-US" dirty="0" err="1"/>
              <a:t>comportamento</a:t>
            </a:r>
            <a:r>
              <a:rPr lang="en-US" dirty="0"/>
              <a:t> del </a:t>
            </a:r>
            <a:r>
              <a:rPr lang="en-US" dirty="0" err="1"/>
              <a:t>medesimo</a:t>
            </a:r>
            <a:r>
              <a:rPr lang="en-US" dirty="0"/>
              <a:t> </a:t>
            </a:r>
            <a:r>
              <a:rPr lang="en-US" dirty="0" err="1"/>
              <a:t>livello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il version store. Per </a:t>
            </a:r>
            <a:r>
              <a:rPr lang="en-US" dirty="0" err="1"/>
              <a:t>attivare</a:t>
            </a:r>
            <a:r>
              <a:rPr lang="en-US" dirty="0"/>
              <a:t> RCSI il database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quasi </a:t>
            </a:r>
            <a:r>
              <a:rPr lang="en-US" dirty="0" err="1"/>
              <a:t>privo</a:t>
            </a:r>
            <a:r>
              <a:rPr lang="en-US" dirty="0"/>
              <a:t> di </a:t>
            </a:r>
            <a:r>
              <a:rPr lang="en-US" dirty="0" err="1"/>
              <a:t>connessioni</a:t>
            </a:r>
            <a:r>
              <a:rPr lang="en-US" dirty="0"/>
              <a:t> </a:t>
            </a:r>
            <a:r>
              <a:rPr lang="en-US" dirty="0" err="1"/>
              <a:t>attive</a:t>
            </a:r>
            <a:r>
              <a:rPr lang="en-US" dirty="0"/>
              <a:t> (</a:t>
            </a:r>
            <a:r>
              <a:rPr lang="en-US" dirty="0" err="1"/>
              <a:t>richiede</a:t>
            </a:r>
            <a:r>
              <a:rPr lang="en-US" dirty="0"/>
              <a:t> un lock </a:t>
            </a:r>
            <a:r>
              <a:rPr lang="en-US" dirty="0" err="1"/>
              <a:t>esclusivo</a:t>
            </a:r>
            <a:r>
              <a:rPr lang="en-US" dirty="0"/>
              <a:t> </a:t>
            </a:r>
            <a:r>
              <a:rPr lang="en-US" dirty="0" err="1"/>
              <a:t>momentaneo</a:t>
            </a:r>
            <a:r>
              <a:rPr lang="en-US" dirty="0"/>
              <a:t>). È </a:t>
            </a:r>
            <a:r>
              <a:rPr lang="en-US" dirty="0" err="1"/>
              <a:t>spesso</a:t>
            </a:r>
            <a:r>
              <a:rPr lang="en-US" dirty="0"/>
              <a:t> il primo </a:t>
            </a:r>
            <a:r>
              <a:rPr lang="en-US" dirty="0" err="1"/>
              <a:t>intervento</a:t>
            </a:r>
            <a:r>
              <a:rPr lang="en-US" dirty="0"/>
              <a:t> per </a:t>
            </a:r>
            <a:r>
              <a:rPr lang="en-US" dirty="0" err="1"/>
              <a:t>risolvere</a:t>
            </a:r>
            <a:r>
              <a:rPr lang="en-US" dirty="0"/>
              <a:t> </a:t>
            </a:r>
            <a:r>
              <a:rPr lang="en-US" dirty="0" err="1"/>
              <a:t>problemi</a:t>
            </a:r>
            <a:r>
              <a:rPr lang="en-US" dirty="0"/>
              <a:t> di blocking </a:t>
            </a:r>
            <a:r>
              <a:rPr lang="en-US" dirty="0" err="1"/>
              <a:t>diffuso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SNAPSHOT (transaction-level) è </a:t>
            </a:r>
            <a:r>
              <a:rPr lang="en-US" dirty="0" err="1"/>
              <a:t>più</a:t>
            </a:r>
            <a:r>
              <a:rPr lang="en-US" dirty="0"/>
              <a:t> forte di RCSI (statement-level): la '</a:t>
            </a:r>
            <a:r>
              <a:rPr lang="en-US" dirty="0" err="1"/>
              <a:t>foto</a:t>
            </a:r>
            <a:r>
              <a:rPr lang="en-US" dirty="0"/>
              <a:t>' è </a:t>
            </a:r>
            <a:r>
              <a:rPr lang="en-US" dirty="0" err="1"/>
              <a:t>valida</a:t>
            </a:r>
            <a:r>
              <a:rPr lang="en-US" dirty="0"/>
              <a:t> per </a:t>
            </a:r>
            <a:r>
              <a:rPr lang="en-US" dirty="0" err="1"/>
              <a:t>tutta</a:t>
            </a:r>
            <a:r>
              <a:rPr lang="en-US" dirty="0"/>
              <a:t> la </a:t>
            </a:r>
            <a:r>
              <a:rPr lang="en-US" dirty="0" err="1"/>
              <a:t>transazione</a:t>
            </a:r>
            <a:r>
              <a:rPr lang="en-US" dirty="0"/>
              <a:t>, </a:t>
            </a:r>
            <a:r>
              <a:rPr lang="en-US" dirty="0" err="1"/>
              <a:t>ottimo</a:t>
            </a:r>
            <a:r>
              <a:rPr lang="en-US" dirty="0"/>
              <a:t> per report </a:t>
            </a:r>
            <a:r>
              <a:rPr lang="en-US" dirty="0" err="1"/>
              <a:t>lunghi</a:t>
            </a:r>
            <a:r>
              <a:rPr lang="en-US" dirty="0"/>
              <a:t> e </a:t>
            </a:r>
            <a:r>
              <a:rPr lang="en-US" dirty="0" err="1"/>
              <a:t>coerenti</a:t>
            </a:r>
            <a:r>
              <a:rPr lang="en-US" dirty="0"/>
              <a:t>. Il </a:t>
            </a:r>
            <a:r>
              <a:rPr lang="en-US" dirty="0" err="1"/>
              <a:t>prezzo</a:t>
            </a:r>
            <a:r>
              <a:rPr lang="en-US" dirty="0"/>
              <a:t> è il version store in </a:t>
            </a:r>
            <a:r>
              <a:rPr lang="en-US" dirty="0" err="1"/>
              <a:t>tempdb</a:t>
            </a:r>
            <a:r>
              <a:rPr lang="en-US" dirty="0"/>
              <a:t> 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conflitti</a:t>
            </a:r>
            <a:r>
              <a:rPr lang="en-US" dirty="0"/>
              <a:t> 3960 in </a:t>
            </a:r>
            <a:r>
              <a:rPr lang="en-US" dirty="0" err="1"/>
              <a:t>scrittura</a:t>
            </a:r>
            <a:r>
              <a:rPr lang="en-US" dirty="0"/>
              <a:t>: due </a:t>
            </a:r>
            <a:r>
              <a:rPr lang="en-US" dirty="0" err="1"/>
              <a:t>transazioni</a:t>
            </a:r>
            <a:r>
              <a:rPr lang="en-US" dirty="0"/>
              <a:t> snapshot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modificano</a:t>
            </a:r>
            <a:r>
              <a:rPr lang="en-US" dirty="0"/>
              <a:t> la </a:t>
            </a:r>
            <a:r>
              <a:rPr lang="en-US" dirty="0" err="1"/>
              <a:t>stessa</a:t>
            </a:r>
            <a:r>
              <a:rPr lang="en-US" dirty="0"/>
              <a:t> </a:t>
            </a:r>
            <a:r>
              <a:rPr lang="en-US" dirty="0" err="1"/>
              <a:t>riga</a:t>
            </a:r>
            <a:r>
              <a:rPr lang="en-US" dirty="0"/>
              <a:t> non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entrambe</a:t>
            </a:r>
            <a:r>
              <a:rPr lang="en-US" dirty="0"/>
              <a:t> </a:t>
            </a:r>
            <a:r>
              <a:rPr lang="en-US" dirty="0" err="1"/>
              <a:t>vincere</a:t>
            </a:r>
            <a:r>
              <a:rPr lang="en-US" dirty="0"/>
              <a:t>. La </a:t>
            </a:r>
            <a:r>
              <a:rPr lang="en-US" dirty="0" err="1"/>
              <a:t>strategia</a:t>
            </a:r>
            <a:r>
              <a:rPr lang="en-US" dirty="0"/>
              <a:t> </a:t>
            </a:r>
            <a:r>
              <a:rPr lang="en-US" dirty="0" err="1"/>
              <a:t>corretta</a:t>
            </a:r>
            <a:r>
              <a:rPr lang="en-US" dirty="0"/>
              <a:t> è la </a:t>
            </a:r>
            <a:r>
              <a:rPr lang="en-US" dirty="0" err="1"/>
              <a:t>concorrenza</a:t>
            </a:r>
            <a:r>
              <a:rPr lang="en-US" dirty="0"/>
              <a:t> </a:t>
            </a:r>
            <a:r>
              <a:rPr lang="en-US" dirty="0" err="1"/>
              <a:t>ottimistica</a:t>
            </a:r>
            <a:r>
              <a:rPr lang="en-US" dirty="0"/>
              <a:t>: </a:t>
            </a:r>
            <a:r>
              <a:rPr lang="en-US" dirty="0" err="1"/>
              <a:t>provo</a:t>
            </a:r>
            <a:r>
              <a:rPr lang="en-US" dirty="0"/>
              <a:t>, e in </a:t>
            </a:r>
            <a:r>
              <a:rPr lang="en-US" dirty="0" err="1"/>
              <a:t>caso</a:t>
            </a:r>
            <a:r>
              <a:rPr lang="en-US" dirty="0"/>
              <a:t> di </a:t>
            </a:r>
            <a:r>
              <a:rPr lang="en-US" dirty="0" err="1"/>
              <a:t>conflitto</a:t>
            </a:r>
            <a:r>
              <a:rPr lang="en-US" dirty="0"/>
              <a:t> </a:t>
            </a:r>
            <a:r>
              <a:rPr lang="en-US" dirty="0" err="1"/>
              <a:t>ritento</a:t>
            </a:r>
            <a:r>
              <a:rPr lang="en-US" dirty="0"/>
              <a:t>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7B24B79-1B5C-B109-239F-0D9B02918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4692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pertina-rossa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70506" y="2139702"/>
            <a:ext cx="8192986" cy="5760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buNone/>
              <a:defRPr lang="it-IT" sz="4600" b="1" u="non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Titolo </a:t>
            </a:r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59699E87-37BE-B122-4218-F76CBA66B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0507" y="2751770"/>
            <a:ext cx="8193592" cy="467960"/>
          </a:xfrm>
        </p:spPr>
        <p:txBody>
          <a:bodyPr lIns="0" anchor="t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it-IT" dirty="0"/>
              <a:t>Sottotitolo</a:t>
            </a:r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3FB66C52-296B-8CB9-AD0D-935F8BDF7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4299882"/>
            <a:ext cx="8193592" cy="288000"/>
          </a:xfrm>
        </p:spPr>
        <p:txBody>
          <a:bodyPr lIns="0" anchor="b">
            <a:noAutofit/>
          </a:bodyPr>
          <a:lstStyle>
            <a:lvl1pPr marL="0" indent="0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it-IT" dirty="0"/>
              <a:t>Relatore: Nome Cognome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F73984F-6480-A8BF-5D22-61F62806EB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  <p:sp>
        <p:nvSpPr>
          <p:cNvPr id="36" name="Segnaposto immagine 2">
            <a:extLst>
              <a:ext uri="{FF2B5EF4-FFF2-40B4-BE49-F238E27FC236}">
                <a16:creationId xmlns:a16="http://schemas.microsoft.com/office/drawing/2014/main" id="{73A4A78A-154B-0984-A223-48CE455A459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000" y="540000"/>
            <a:ext cx="1879104" cy="576362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dirty="0"/>
              <a:t>Fare clic sull'icona per inserire un logo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3DE4E2A-5E65-84A5-F94E-D16C0AF09B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313" y="4644139"/>
            <a:ext cx="2447925" cy="2317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it-IT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 marL="1828800" indent="0" algn="l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it-IT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XX mese 202X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10205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11" userDrawn="1">
          <p15:clr>
            <a:srgbClr val="FBAE40"/>
          </p15:clr>
        </p15:guide>
        <p15:guide id="2" pos="5761">
          <p15:clr>
            <a:srgbClr val="FBAE40"/>
          </p15:clr>
        </p15:guide>
        <p15:guide id="3" orient="horz" pos="713" userDrawn="1">
          <p15:clr>
            <a:srgbClr val="FBAE40"/>
          </p15:clr>
        </p15:guide>
        <p15:guide id="4" orient="horz" pos="3026" userDrawn="1">
          <p15:clr>
            <a:srgbClr val="FBAE40"/>
          </p15:clr>
        </p15:guide>
        <p15:guide id="5" pos="296" userDrawn="1">
          <p15:clr>
            <a:srgbClr val="FBAE40"/>
          </p15:clr>
        </p15:guide>
        <p15:guide id="6" pos="546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0" cap="all" spc="-100" baseline="0">
                <a:latin typeface="+mj-lt"/>
                <a:cs typeface="Aharoni" panose="02010803020104030203" pitchFamily="2" charset="-79"/>
              </a:defRPr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+mj-lt"/>
              </a:defRPr>
            </a:lvl1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72000" tIns="0" rIns="72000" bIns="0" rtlCol="0" anchor="ctr">
            <a:normAutofit/>
          </a:bodyPr>
          <a:lstStyle>
            <a:lvl1pPr>
              <a:defRPr lang="it-IT" sz="3200" spc="-100">
                <a:latin typeface="+mj-lt"/>
              </a:defRPr>
            </a:lvl1pPr>
          </a:lstStyle>
          <a:p>
            <a:pPr lvl="0"/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29784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28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7920372" y="4785996"/>
            <a:ext cx="1008112" cy="33050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endParaRPr lang="it-IT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315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 bian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096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9730CC1-8448-454E-BAE4-E4BA381482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Vuota grigia">
    <p:bg>
      <p:bgPr>
        <a:solidFill>
          <a:srgbClr val="C2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51C3C6E-CAB6-4C30-9D30-1D07218E31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6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89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7CE2DB01-18FE-B251-C2FD-A620A62AC64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51666" y="843558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557030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251520" y="843558"/>
            <a:ext cx="4245868" cy="679586"/>
          </a:xfr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251520" y="1631156"/>
            <a:ext cx="4245868" cy="3073831"/>
          </a:xfrm>
        </p:spPr>
        <p:txBody>
          <a:bodyPr/>
          <a:lstStyle>
            <a:lvl1pPr marL="268288" indent="-268288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2400"/>
            </a:lvl1pPr>
            <a:lvl2pPr marL="268288" indent="-268288" defTabSz="792000">
              <a:defRPr sz="2000"/>
            </a:lvl2pPr>
            <a:lvl3pPr marL="538163" indent="-182563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1800"/>
            </a:lvl3pPr>
            <a:lvl4pPr marL="625475" indent="0">
              <a:buNone/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2"/>
            <a:r>
              <a:rPr lang="it-IT" dirty="0"/>
              <a:t>Secondo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843558"/>
            <a:ext cx="4211451" cy="679586"/>
          </a:xfrm>
        </p:spPr>
        <p:txBody>
          <a:bodyPr anchor="t">
            <a:noAutofit/>
          </a:bodyPr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lang="it-IT" sz="24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 hasCustomPrompt="1"/>
          </p:nvPr>
        </p:nvSpPr>
        <p:spPr>
          <a:xfrm>
            <a:off x="4645026" y="1631156"/>
            <a:ext cx="4247455" cy="3100834"/>
          </a:xfrm>
        </p:spPr>
        <p:txBody>
          <a:bodyPr/>
          <a:lstStyle>
            <a:lvl1pPr marL="268288" indent="-268288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400"/>
            </a:lvl1pPr>
            <a:lvl2pPr marL="538163" indent="-182563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</p:txBody>
      </p:sp>
    </p:spTree>
    <p:extLst>
      <p:ext uri="{BB962C8B-B14F-4D97-AF65-F5344CB8AC3E}">
        <p14:creationId xmlns:p14="http://schemas.microsoft.com/office/powerpoint/2010/main" val="4276315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/>
          <p:cNvSpPr txBox="1">
            <a:spLocks/>
          </p:cNvSpPr>
          <p:nvPr userDrawn="1"/>
        </p:nvSpPr>
        <p:spPr>
          <a:xfrm>
            <a:off x="1828800" y="3600450"/>
            <a:ext cx="5486400" cy="425054"/>
          </a:xfrm>
          <a:prstGeom prst="rect">
            <a:avLst/>
          </a:prstGeom>
          <a:noFill/>
        </p:spPr>
        <p:txBody>
          <a:bodyPr vert="horz" lIns="72000" tIns="0" rIns="72000" bIns="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it-IT" sz="2000" b="1" kern="1200" cap="all" spc="-100" baseline="0">
                <a:solidFill>
                  <a:schemeClr val="accent2"/>
                </a:solidFill>
                <a:latin typeface="+mj-lt"/>
                <a:ea typeface="+mj-ea"/>
                <a:cs typeface="Aharoni" panose="02010803020104030203" pitchFamily="2" charset="-79"/>
              </a:defRPr>
            </a:lvl1pPr>
          </a:lstStyle>
          <a:p>
            <a:r>
              <a:rPr lang="it-IT" spc="0" dirty="0">
                <a:solidFill>
                  <a:srgbClr val="C20E1A"/>
                </a:solidFill>
              </a:rPr>
              <a:t>Fare clic per modificare lo stile del titolo</a:t>
            </a:r>
          </a:p>
        </p:txBody>
      </p:sp>
      <p:sp>
        <p:nvSpPr>
          <p:cNvPr id="4" name="Segnaposto immagine 2"/>
          <p:cNvSpPr>
            <a:spLocks noGrp="1"/>
          </p:cNvSpPr>
          <p:nvPr>
            <p:ph type="pic" idx="1"/>
          </p:nvPr>
        </p:nvSpPr>
        <p:spPr>
          <a:xfrm>
            <a:off x="1828800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5" name="Segnaposto testo 3"/>
          <p:cNvSpPr>
            <a:spLocks noGrp="1"/>
          </p:cNvSpPr>
          <p:nvPr>
            <p:ph type="body" sz="half" idx="2"/>
          </p:nvPr>
        </p:nvSpPr>
        <p:spPr>
          <a:xfrm>
            <a:off x="1828800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29843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8"/>
          <p:cNvSpPr>
            <a:spLocks noGrp="1"/>
          </p:cNvSpPr>
          <p:nvPr>
            <p:ph type="pic" sz="quarter" idx="10"/>
          </p:nvPr>
        </p:nvSpPr>
        <p:spPr>
          <a:xfrm>
            <a:off x="251606" y="843818"/>
            <a:ext cx="2880234" cy="218724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it-IT" dirty="0"/>
              <a:t>Fare clic sull'icona per inserire un'immagine</a:t>
            </a:r>
          </a:p>
        </p:txBody>
      </p:sp>
      <p:sp>
        <p:nvSpPr>
          <p:cNvPr id="4" name="Segnaposto contenuto 10"/>
          <p:cNvSpPr>
            <a:spLocks noGrp="1"/>
          </p:cNvSpPr>
          <p:nvPr>
            <p:ph sz="quarter" idx="11"/>
          </p:nvPr>
        </p:nvSpPr>
        <p:spPr>
          <a:xfrm>
            <a:off x="3419475" y="843558"/>
            <a:ext cx="5473700" cy="3780234"/>
          </a:xfrm>
        </p:spPr>
        <p:txBody>
          <a:bodyPr>
            <a:normAutofit/>
          </a:bodyPr>
          <a:lstStyle>
            <a:lvl1pPr>
              <a:buClr>
                <a:srgbClr val="C20E1A"/>
              </a:buClr>
              <a:defRPr sz="2400"/>
            </a:lvl1pPr>
            <a:lvl2pPr>
              <a:buClr>
                <a:srgbClr val="C20E1A"/>
              </a:buClr>
              <a:defRPr sz="2000"/>
            </a:lvl2pPr>
            <a:lvl3pPr>
              <a:buClr>
                <a:srgbClr val="C20E1A"/>
              </a:buClr>
              <a:defRPr sz="1800"/>
            </a:lvl3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085360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5"/>
          <p:cNvSpPr>
            <a:spLocks noGrp="1"/>
          </p:cNvSpPr>
          <p:nvPr>
            <p:ph type="pic" sz="quarter" idx="10"/>
          </p:nvPr>
        </p:nvSpPr>
        <p:spPr>
          <a:xfrm>
            <a:off x="250825" y="843558"/>
            <a:ext cx="5041901" cy="3780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contenuto 7"/>
          <p:cNvSpPr>
            <a:spLocks noGrp="1"/>
          </p:cNvSpPr>
          <p:nvPr>
            <p:ph sz="quarter" idx="11"/>
          </p:nvPr>
        </p:nvSpPr>
        <p:spPr>
          <a:xfrm>
            <a:off x="5472113" y="843558"/>
            <a:ext cx="3421062" cy="375367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07775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2"/>
          <p:cNvSpPr>
            <a:spLocks noGrp="1"/>
          </p:cNvSpPr>
          <p:nvPr>
            <p:ph type="body" idx="1"/>
          </p:nvPr>
        </p:nvSpPr>
        <p:spPr>
          <a:xfrm>
            <a:off x="254980" y="2180035"/>
            <a:ext cx="8638195" cy="1125140"/>
          </a:xfrm>
        </p:spPr>
        <p:txBody>
          <a:bodyPr anchor="b"/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3399842"/>
            <a:ext cx="8686800" cy="1062621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300"/>
              </a:spcBef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183483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" userDrawn="1">
          <p15:clr>
            <a:srgbClr val="FBAE40"/>
          </p15:clr>
        </p15:guide>
        <p15:guide id="2" pos="560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683419" y="2004418"/>
            <a:ext cx="7777162" cy="1134665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3377407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usa-red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  <a:noFill/>
        </p:spPr>
        <p:txBody>
          <a:bodyPr lIns="0" tIns="0" rIns="0" anchor="ctr" anchorCtr="0">
            <a:noAutofit/>
          </a:bodyPr>
          <a:lstStyle>
            <a:lvl1pPr algn="ctr">
              <a:defRPr sz="4000" b="1" i="0" u="none" spc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Aharoni" panose="02010803020104030203" pitchFamily="2" charset="-79"/>
              </a:defRPr>
            </a:lvl1pPr>
          </a:lstStyle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211A20-8BD2-428E-B8D0-2B7CC38EC9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652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  <a:prstGeom prst="rect">
            <a:avLst/>
          </a:prstGeom>
          <a:noFill/>
        </p:spPr>
        <p:txBody>
          <a:bodyPr vert="horz" lIns="72000" tIns="0" rIns="72000" bIns="0" rtlCol="0" anchor="ctr">
            <a:normAutofit/>
          </a:bodyPr>
          <a:lstStyle/>
          <a:p>
            <a:pPr lvl="0"/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251520" y="789552"/>
            <a:ext cx="8640960" cy="3942438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Rettangolo 5"/>
          <p:cNvSpPr/>
          <p:nvPr/>
        </p:nvSpPr>
        <p:spPr>
          <a:xfrm flipH="1">
            <a:off x="251520" y="0"/>
            <a:ext cx="8640960" cy="60471"/>
          </a:xfrm>
          <a:prstGeom prst="rect">
            <a:avLst/>
          </a:prstGeom>
          <a:solidFill>
            <a:srgbClr val="C20E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3B43FE0-31EE-4180-A175-2543E30BE8A6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677" r:id="rId2"/>
    <p:sldLayoutId id="2147483703" r:id="rId3"/>
    <p:sldLayoutId id="2147483710" r:id="rId4"/>
    <p:sldLayoutId id="2147483717" r:id="rId5"/>
    <p:sldLayoutId id="2147483708" r:id="rId6"/>
    <p:sldLayoutId id="2147483683" r:id="rId7"/>
    <p:sldLayoutId id="2147483721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8" r:id="rId15"/>
    <p:sldLayoutId id="2147483719" r:id="rId16"/>
    <p:sldLayoutId id="2147483720" r:id="rId17"/>
  </p:sldLayoutIdLst>
  <p:txStyles>
    <p:titleStyle>
      <a:lvl1pPr algn="l" defTabSz="914400" rtl="0" eaLnBrk="1" latinLnBrk="0" hangingPunct="1">
        <a:spcBef>
          <a:spcPct val="0"/>
        </a:spcBef>
        <a:buNone/>
        <a:defRPr lang="it-IT" sz="3200" b="0" kern="1200" cap="all" spc="-100" baseline="0" dirty="0">
          <a:solidFill>
            <a:srgbClr val="C20E1A"/>
          </a:solidFill>
          <a:latin typeface="+mj-lt"/>
          <a:ea typeface="+mj-ea"/>
          <a:cs typeface="Aharoni" panose="02010803020104030203" pitchFamily="2" charset="-79"/>
        </a:defRPr>
      </a:lvl1pPr>
    </p:titleStyle>
    <p:bodyStyle>
      <a:lvl1pPr marL="361950" indent="-3619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800" kern="1200" dirty="0" smtClean="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400" kern="1200" dirty="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000" kern="1200" dirty="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microsoft.com/office/2007/relationships/diagramDrawing" Target="../diagrams/drawing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2.xml"/><Relationship Id="rId11" Type="http://schemas.openxmlformats.org/officeDocument/2006/relationships/diagramQuickStyle" Target="../diagrams/quickStyle3.xml"/><Relationship Id="rId5" Type="http://schemas.openxmlformats.org/officeDocument/2006/relationships/diagramQuickStyle" Target="../diagrams/quickStyle2.xml"/><Relationship Id="rId10" Type="http://schemas.openxmlformats.org/officeDocument/2006/relationships/diagramLayout" Target="../diagrams/layout3.xml"/><Relationship Id="rId4" Type="http://schemas.openxmlformats.org/officeDocument/2006/relationships/diagramLayout" Target="../diagrams/layout2.xml"/><Relationship Id="rId9" Type="http://schemas.openxmlformats.org/officeDocument/2006/relationships/diagramData" Target="../diagrams/data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ttotitolo 6">
            <a:extLst>
              <a:ext uri="{FF2B5EF4-FFF2-40B4-BE49-F238E27FC236}">
                <a16:creationId xmlns:a16="http://schemas.microsoft.com/office/drawing/2014/main" id="{202B71B1-14B4-3B1A-B56D-A2CE7F9978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Transazioni</a:t>
            </a:r>
            <a:r>
              <a:rPr lang="en-US" sz="4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4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concorrenza</a:t>
            </a:r>
            <a:endParaRPr lang="en-US" sz="4800" dirty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914F1CCD-6988-40EB-8723-4DA1221891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>
                <a:solidFill>
                  <a:srgbClr val="FB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Scrivere</a:t>
            </a:r>
            <a:r>
              <a:rPr lang="en-US" dirty="0">
                <a:solidFill>
                  <a:srgbClr val="FB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B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operazioni</a:t>
            </a:r>
            <a:r>
              <a:rPr lang="en-US" dirty="0">
                <a:solidFill>
                  <a:srgbClr val="FB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B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affidabili</a:t>
            </a:r>
            <a:r>
              <a:rPr lang="en-US" dirty="0">
                <a:solidFill>
                  <a:srgbClr val="FB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B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r>
              <a:rPr lang="en-US" dirty="0">
                <a:solidFill>
                  <a:srgbClr val="FB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B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dirty="0">
                <a:solidFill>
                  <a:srgbClr val="FB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B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utenti</a:t>
            </a:r>
            <a:r>
              <a:rPr lang="en-US" dirty="0">
                <a:solidFill>
                  <a:srgbClr val="FB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B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lavorano</a:t>
            </a:r>
            <a:r>
              <a:rPr lang="en-US" dirty="0">
                <a:solidFill>
                  <a:srgbClr val="FB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B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insieme</a:t>
            </a:r>
            <a:endParaRPr lang="en-US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1E89FAF0-C089-69A2-9B3F-4856401EFA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Luca Murzio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94975818-5F77-CDA3-C7A8-B948528764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536" y="376363"/>
            <a:ext cx="971249" cy="97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20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CF11E5-C10D-D44C-0194-64FF27C38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6BFF772B-8A15-9994-B0EE-F4836F067C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564887"/>
              </p:ext>
            </p:extLst>
          </p:nvPr>
        </p:nvGraphicFramePr>
        <p:xfrm>
          <a:off x="2015716" y="843558"/>
          <a:ext cx="5544616" cy="3943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0166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866C3-5DEA-40AA-FE7B-4D5886062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A98569-54AB-6D16-46CF-2884FF67F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Transazioni: </a:t>
            </a:r>
            <a:r>
              <a:rPr lang="it-IT" dirty="0" err="1"/>
              <a:t>proprieta’</a:t>
            </a:r>
            <a:r>
              <a:rPr lang="it-IT" dirty="0"/>
              <a:t> acid</a:t>
            </a:r>
          </a:p>
        </p:txBody>
      </p:sp>
      <p:graphicFrame>
        <p:nvGraphicFramePr>
          <p:cNvPr id="3" name="Diagramma 2">
            <a:extLst>
              <a:ext uri="{FF2B5EF4-FFF2-40B4-BE49-F238E27FC236}">
                <a16:creationId xmlns:a16="http://schemas.microsoft.com/office/drawing/2014/main" id="{7F50AB89-4584-7298-8628-D9E2183CC1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237913"/>
              </p:ext>
            </p:extLst>
          </p:nvPr>
        </p:nvGraphicFramePr>
        <p:xfrm>
          <a:off x="5616116" y="992842"/>
          <a:ext cx="3276364" cy="3867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Elemento grafico 3" descr="Libro chiuso con riempimento a tinta unita">
            <a:extLst>
              <a:ext uri="{FF2B5EF4-FFF2-40B4-BE49-F238E27FC236}">
                <a16:creationId xmlns:a16="http://schemas.microsoft.com/office/drawing/2014/main" id="{848AC43B-35C0-DA34-964D-A8538FACE5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66586" y="1736428"/>
            <a:ext cx="532082" cy="532082"/>
          </a:xfrm>
          <a:prstGeom prst="rect">
            <a:avLst/>
          </a:prstGeom>
        </p:spPr>
      </p:pic>
      <p:graphicFrame>
        <p:nvGraphicFramePr>
          <p:cNvPr id="5" name="Diagramma 4">
            <a:extLst>
              <a:ext uri="{FF2B5EF4-FFF2-40B4-BE49-F238E27FC236}">
                <a16:creationId xmlns:a16="http://schemas.microsoft.com/office/drawing/2014/main" id="{8C93F7C2-63E2-00A6-6EA9-C59AF6251F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7028727"/>
              </p:ext>
            </p:extLst>
          </p:nvPr>
        </p:nvGraphicFramePr>
        <p:xfrm>
          <a:off x="251520" y="1167594"/>
          <a:ext cx="4935496" cy="3681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2067611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956A-FCA1-B8E6-53C9-17204DFBC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9C6645-99E2-C571-8660-03F221CE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Begin / </a:t>
            </a:r>
            <a:r>
              <a:rPr lang="it-IT" dirty="0" err="1"/>
              <a:t>commit</a:t>
            </a:r>
            <a:r>
              <a:rPr lang="it-IT" dirty="0"/>
              <a:t> / </a:t>
            </a:r>
            <a:r>
              <a:rPr lang="it-IT" dirty="0" err="1"/>
              <a:t>rollback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997927B-F56C-5A79-79ED-63AE76D609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r>
              <a:rPr lang="en-US" dirty="0" err="1"/>
              <a:t>Transazione</a:t>
            </a:r>
            <a:r>
              <a:rPr lang="en-US" dirty="0"/>
              <a:t> </a:t>
            </a:r>
            <a:r>
              <a:rPr lang="en-US" dirty="0" err="1"/>
              <a:t>implicita</a:t>
            </a:r>
            <a:endParaRPr lang="en-US" dirty="0"/>
          </a:p>
          <a:p>
            <a:pPr lvl="1"/>
            <a:r>
              <a:rPr lang="en-US" dirty="0" err="1"/>
              <a:t>Autocommit</a:t>
            </a:r>
            <a:r>
              <a:rPr lang="en-US" dirty="0"/>
              <a:t> (default) </a:t>
            </a:r>
          </a:p>
          <a:p>
            <a:pPr lvl="1"/>
            <a:r>
              <a:rPr lang="en-US" dirty="0"/>
              <a:t>ogni </a:t>
            </a:r>
            <a:r>
              <a:rPr lang="en-US" dirty="0" err="1"/>
              <a:t>singolo</a:t>
            </a:r>
            <a:r>
              <a:rPr lang="en-US" dirty="0"/>
              <a:t> statement è </a:t>
            </a:r>
            <a:r>
              <a:rPr lang="en-US" dirty="0" err="1"/>
              <a:t>transazione</a:t>
            </a:r>
            <a:endParaRPr lang="en-US" dirty="0"/>
          </a:p>
          <a:p>
            <a:r>
              <a:rPr lang="en-US" dirty="0" err="1"/>
              <a:t>Transazione</a:t>
            </a:r>
            <a:r>
              <a:rPr lang="en-US" dirty="0"/>
              <a:t> </a:t>
            </a:r>
            <a:r>
              <a:rPr lang="en-US" dirty="0" err="1"/>
              <a:t>esplicita</a:t>
            </a:r>
            <a:endParaRPr lang="en-US" dirty="0"/>
          </a:p>
          <a:p>
            <a:pPr lvl="1"/>
            <a:r>
              <a:rPr lang="en-US" dirty="0" err="1"/>
              <a:t>Più</a:t>
            </a:r>
            <a:r>
              <a:rPr lang="en-US" dirty="0"/>
              <a:t> statement </a:t>
            </a:r>
            <a:r>
              <a:rPr lang="en-US" dirty="0" err="1"/>
              <a:t>resi</a:t>
            </a:r>
            <a:r>
              <a:rPr lang="en-US" dirty="0"/>
              <a:t> </a:t>
            </a:r>
            <a:r>
              <a:rPr lang="en-US" dirty="0" err="1"/>
              <a:t>atomici</a:t>
            </a:r>
            <a:endParaRPr lang="en-US" dirty="0"/>
          </a:p>
          <a:p>
            <a:r>
              <a:rPr lang="en-US" dirty="0"/>
              <a:t>COMMIT </a:t>
            </a:r>
            <a:r>
              <a:rPr lang="en-US" dirty="0" err="1"/>
              <a:t>rende</a:t>
            </a:r>
            <a:r>
              <a:rPr lang="en-US" dirty="0"/>
              <a:t> </a:t>
            </a:r>
            <a:r>
              <a:rPr lang="en-US" dirty="0" err="1"/>
              <a:t>permanenti</a:t>
            </a:r>
            <a:r>
              <a:rPr lang="en-US" dirty="0"/>
              <a:t> </a:t>
            </a:r>
            <a:r>
              <a:rPr lang="en-US" dirty="0" err="1"/>
              <a:t>modifiche</a:t>
            </a:r>
            <a:endParaRPr lang="en-US" dirty="0"/>
          </a:p>
          <a:p>
            <a:r>
              <a:rPr lang="en-US" dirty="0"/>
              <a:t>ROLLBACK </a:t>
            </a:r>
            <a:r>
              <a:rPr lang="en-US" dirty="0" err="1"/>
              <a:t>annulla</a:t>
            </a:r>
            <a:r>
              <a:rPr lang="en-US" dirty="0"/>
              <a:t> e </a:t>
            </a:r>
            <a:r>
              <a:rPr lang="en-US" dirty="0" err="1"/>
              <a:t>riporta</a:t>
            </a:r>
            <a:r>
              <a:rPr lang="en-US" dirty="0"/>
              <a:t> a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iniziale</a:t>
            </a:r>
            <a:endParaRPr lang="en-US" dirty="0"/>
          </a:p>
          <a:p>
            <a:r>
              <a:rPr lang="en-US" dirty="0"/>
              <a:t>SET IMPLICIT_TRANSACTIONS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CF29F40-AE14-8F9E-87AB-55D3EFBF1E59}"/>
              </a:ext>
            </a:extLst>
          </p:cNvPr>
          <p:cNvSpPr txBox="1"/>
          <p:nvPr/>
        </p:nvSpPr>
        <p:spPr>
          <a:xfrm>
            <a:off x="4974504" y="843907"/>
            <a:ext cx="3924436" cy="3816075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-- </a:t>
            </a:r>
            <a:r>
              <a:rPr lang="en-US" sz="1600" dirty="0" err="1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Autocommit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600" dirty="0" err="1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una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transazione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implicita</a:t>
            </a: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Product</a:t>
            </a: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ListPrice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6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ListPrice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1600" dirty="0">
                <a:solidFill>
                  <a:srgbClr val="C7A6E8"/>
                </a:solidFill>
                <a:ea typeface="Courier New" pitchFamily="34" charset="-122"/>
                <a:cs typeface="Courier New" pitchFamily="34" charset="-120"/>
              </a:rPr>
              <a:t>1.10</a:t>
            </a: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ProductID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600" dirty="0">
                <a:solidFill>
                  <a:srgbClr val="C7A6E8"/>
                </a:solidFill>
                <a:ea typeface="Courier New" pitchFamily="34" charset="-122"/>
                <a:cs typeface="Courier New" pitchFamily="34" charset="-120"/>
              </a:rPr>
              <a:t>707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dirty="0"/>
          </a:p>
          <a:p>
            <a:pPr>
              <a:lnSpc>
                <a:spcPct val="104000"/>
              </a:lnSpc>
            </a:pPr>
            <a:r>
              <a:rPr lang="en-US" sz="15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-- </a:t>
            </a:r>
            <a:r>
              <a:rPr lang="en-US" sz="1500" dirty="0" err="1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Esplicita</a:t>
            </a:r>
            <a:r>
              <a:rPr lang="en-US" sz="15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: due </a:t>
            </a:r>
            <a:r>
              <a:rPr lang="en-US" sz="1500" dirty="0" err="1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scritture</a:t>
            </a:r>
            <a:r>
              <a:rPr lang="en-US" sz="15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 err="1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una</a:t>
            </a:r>
            <a:r>
              <a:rPr lang="en-US" sz="15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 sola </a:t>
            </a:r>
            <a:r>
              <a:rPr lang="en-US" sz="1500" dirty="0" err="1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unità</a:t>
            </a:r>
            <a:endParaRPr lang="en-US" sz="1500" dirty="0"/>
          </a:p>
          <a:p>
            <a:pPr>
              <a:lnSpc>
                <a:spcPct val="104000"/>
              </a:lnSpc>
            </a:pPr>
            <a:r>
              <a:rPr lang="en-US" sz="15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BEGIN</a:t>
            </a: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TRAN</a:t>
            </a: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>
              <a:lnSpc>
                <a:spcPct val="104000"/>
              </a:lnSpc>
            </a:pP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ProductInventory</a:t>
            </a:r>
            <a:endParaRPr lang="en-US" sz="1500" dirty="0"/>
          </a:p>
          <a:p>
            <a:pPr>
              <a:lnSpc>
                <a:spcPct val="104000"/>
              </a:lnSpc>
            </a:pP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Quantity = Quantity - </a:t>
            </a:r>
            <a:r>
              <a:rPr lang="en-US" sz="1500" dirty="0">
                <a:solidFill>
                  <a:srgbClr val="C7A6E8"/>
                </a:solidFill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  <a:p>
            <a:pPr>
              <a:lnSpc>
                <a:spcPct val="104000"/>
              </a:lnSpc>
            </a:pP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ProductID</a:t>
            </a: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500" dirty="0">
                <a:solidFill>
                  <a:srgbClr val="C7A6E8"/>
                </a:solidFill>
                <a:ea typeface="Courier New" pitchFamily="34" charset="-122"/>
                <a:cs typeface="Courier New" pitchFamily="34" charset="-120"/>
              </a:rPr>
              <a:t>707</a:t>
            </a: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LocationID</a:t>
            </a: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500" dirty="0">
                <a:solidFill>
                  <a:srgbClr val="C7A6E8"/>
                </a:solidFill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>
              <a:lnSpc>
                <a:spcPct val="104000"/>
              </a:lnSpc>
            </a:pPr>
            <a:r>
              <a:rPr lang="en-US" sz="1500" dirty="0">
                <a:solidFill>
                  <a:srgbClr val="000000"/>
                </a:solidFill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>
              <a:lnSpc>
                <a:spcPct val="104000"/>
              </a:lnSpc>
            </a:pP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INSERT</a:t>
            </a: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SalesOrderDetail</a:t>
            </a:r>
            <a:endParaRPr lang="en-US" sz="1500" dirty="0"/>
          </a:p>
          <a:p>
            <a:pPr>
              <a:lnSpc>
                <a:spcPct val="104000"/>
              </a:lnSpc>
            </a:pP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   (</a:t>
            </a:r>
            <a:r>
              <a:rPr lang="en-US" sz="15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SalesOrderID</a:t>
            </a: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ProductID</a:t>
            </a: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OrderQty</a:t>
            </a: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>
              <a:lnSpc>
                <a:spcPct val="104000"/>
              </a:lnSpc>
            </a:pP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VALUES</a:t>
            </a: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500" dirty="0">
                <a:solidFill>
                  <a:srgbClr val="C7A6E8"/>
                </a:solidFill>
                <a:ea typeface="Courier New" pitchFamily="34" charset="-122"/>
                <a:cs typeface="Courier New" pitchFamily="34" charset="-120"/>
              </a:rPr>
              <a:t>43659</a:t>
            </a: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C7A6E8"/>
                </a:solidFill>
                <a:ea typeface="Courier New" pitchFamily="34" charset="-122"/>
                <a:cs typeface="Courier New" pitchFamily="34" charset="-120"/>
              </a:rPr>
              <a:t>707</a:t>
            </a: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C7A6E8"/>
                </a:solidFill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>
              <a:lnSpc>
                <a:spcPct val="104000"/>
              </a:lnSpc>
            </a:pPr>
            <a:r>
              <a:rPr lang="en-US" sz="15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COMMIT</a:t>
            </a:r>
            <a:r>
              <a:rPr lang="en-US" sz="15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;   </a:t>
            </a:r>
            <a:r>
              <a:rPr lang="en-US" sz="15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-- </a:t>
            </a:r>
            <a:r>
              <a:rPr lang="en-US" sz="1500" dirty="0" err="1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entrambe</a:t>
            </a:r>
            <a:r>
              <a:rPr lang="en-US" sz="15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 o </a:t>
            </a:r>
            <a:r>
              <a:rPr lang="en-US" sz="1500" dirty="0" err="1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nessuna</a:t>
            </a:r>
            <a:endParaRPr lang="en-US" sz="1500" dirty="0"/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Elemento grafico 4" descr="Programmatore (maschile) con riempimento a tinta unita">
            <a:extLst>
              <a:ext uri="{FF2B5EF4-FFF2-40B4-BE49-F238E27FC236}">
                <a16:creationId xmlns:a16="http://schemas.microsoft.com/office/drawing/2014/main" id="{927E725B-9DA4-B596-B712-918DC2C39C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2420" y="4076419"/>
            <a:ext cx="411743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3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0A6515-4651-5E70-0EE4-A8AF7F7C9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TRANSAZIONI NIDIFICATE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46A6CD5-F9D3-441B-A4EE-7C2CCEEA5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2"/>
            <a:ext cx="4392488" cy="3942438"/>
          </a:xfrm>
        </p:spPr>
        <p:txBody>
          <a:bodyPr>
            <a:normAutofit fontScale="92500" lnSpcReduction="20000"/>
          </a:bodyPr>
          <a:lstStyle/>
          <a:p>
            <a:r>
              <a:rPr lang="it-IT" dirty="0">
                <a:sym typeface="Wingdings" panose="05000000000000000000" pitchFamily="2" charset="2"/>
              </a:rPr>
              <a:t>@@TRANCOUNT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Numero transazioni aperte dalla connessione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BEGIN TRAN +1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COMMIT -1	</a:t>
            </a:r>
          </a:p>
          <a:p>
            <a:r>
              <a:rPr lang="it-IT" dirty="0">
                <a:sym typeface="Wingdings" panose="05000000000000000000" pitchFamily="2" charset="2"/>
              </a:rPr>
              <a:t>Le transazioni non si annidano davvero, solo ultimo COMMIT scrive</a:t>
            </a:r>
          </a:p>
          <a:p>
            <a:r>
              <a:rPr lang="it-IT" dirty="0">
                <a:sym typeface="Wingdings" panose="05000000000000000000" pitchFamily="2" charset="2"/>
              </a:rPr>
              <a:t>ROLLBACK annulla tutto se non riferisce un livello specifico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CF0E7FA-34D2-9CF8-BCA1-BEF177C5EB5B}"/>
              </a:ext>
            </a:extLst>
          </p:cNvPr>
          <p:cNvSpPr txBox="1"/>
          <p:nvPr/>
        </p:nvSpPr>
        <p:spPr>
          <a:xfrm>
            <a:off x="4427984" y="987574"/>
            <a:ext cx="4536504" cy="3492388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BEGIN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TRAN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;    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-- @@TRANCOUNT = 1</a:t>
            </a:r>
          </a:p>
          <a:p>
            <a:pPr>
              <a:lnSpc>
                <a:spcPct val="104000"/>
              </a:lnSpc>
            </a:pP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BEGIN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TRAN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-- @@TRANCOUNT = 2</a:t>
            </a:r>
            <a:endParaRPr lang="en-US" sz="1600" dirty="0"/>
          </a:p>
          <a:p>
            <a:pPr>
              <a:lnSpc>
                <a:spcPct val="104000"/>
              </a:lnSpc>
            </a:pPr>
            <a:endParaRPr lang="en-US" sz="1600" dirty="0">
              <a:solidFill>
                <a:srgbClr val="EAEAEA"/>
              </a:solidFill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UPDATE 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Product</a:t>
            </a: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ListPrice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6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ListPrice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600" dirty="0">
                <a:solidFill>
                  <a:srgbClr val="C7A6E8"/>
                </a:solidFill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ProductID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600" dirty="0">
                <a:solidFill>
                  <a:srgbClr val="C7A6E8"/>
                </a:solidFill>
                <a:ea typeface="Courier New" pitchFamily="34" charset="-122"/>
                <a:cs typeface="Courier New" pitchFamily="34" charset="-120"/>
              </a:rPr>
              <a:t>707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  <a:p>
            <a:pPr>
              <a:lnSpc>
                <a:spcPct val="104000"/>
              </a:lnSpc>
            </a:pPr>
            <a:endParaRPr lang="en-US" sz="1600" dirty="0">
              <a:solidFill>
                <a:srgbClr val="EAEAEA"/>
              </a:solidFill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COMMIT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;   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-- @@TRANCOUNT = 1</a:t>
            </a: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      	     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-- NON ha </a:t>
            </a:r>
            <a:r>
              <a:rPr lang="en-US" sz="1600" dirty="0" err="1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fatto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 COMMIT!</a:t>
            </a: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ROLLBACK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;     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-- </a:t>
            </a:r>
            <a:r>
              <a:rPr lang="en-US" sz="1600" dirty="0" err="1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annulla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 TUTTO</a:t>
            </a:r>
            <a:r>
              <a:rPr lang="en-US" sz="1600" dirty="0"/>
              <a:t>,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 @@TRANCOUNT = 0</a:t>
            </a:r>
            <a:endParaRPr lang="en-US" sz="1600" dirty="0"/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Elemento grafico 6" descr="Programmatore (maschile) con riempimento a tinta unita">
            <a:extLst>
              <a:ext uri="{FF2B5EF4-FFF2-40B4-BE49-F238E27FC236}">
                <a16:creationId xmlns:a16="http://schemas.microsoft.com/office/drawing/2014/main" id="{005DAC32-F148-F29C-B6E3-2404166ACD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0673" y="3831890"/>
            <a:ext cx="411743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85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BC572-968A-61B5-99AD-E4AC2432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7C3640-42C4-EC98-F83F-1B3795CE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savepoint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B570D3-E269-10EF-09A4-39597E6AC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2"/>
            <a:ext cx="4392488" cy="3942438"/>
          </a:xfrm>
        </p:spPr>
        <p:txBody>
          <a:bodyPr>
            <a:normAutofit/>
          </a:bodyPr>
          <a:lstStyle/>
          <a:p>
            <a:r>
              <a:rPr lang="it-IT" dirty="0">
                <a:sym typeface="Wingdings" panose="05000000000000000000" pitchFamily="2" charset="2"/>
              </a:rPr>
              <a:t>SAVE TRAN crea punto di ripristino nella transazione</a:t>
            </a:r>
          </a:p>
          <a:p>
            <a:r>
              <a:rPr lang="it-IT" dirty="0">
                <a:sym typeface="Wingdings" panose="05000000000000000000" pitchFamily="2" charset="2"/>
              </a:rPr>
              <a:t>ROLLBACK TRAN al nome definito fa </a:t>
            </a:r>
            <a:r>
              <a:rPr lang="it-IT" dirty="0" err="1">
                <a:sym typeface="Wingdings" panose="05000000000000000000" pitchFamily="2" charset="2"/>
              </a:rPr>
              <a:t>rollback</a:t>
            </a:r>
            <a:r>
              <a:rPr lang="it-IT" dirty="0">
                <a:sym typeface="Wingdings" panose="05000000000000000000" pitchFamily="2" charset="2"/>
              </a:rPr>
              <a:t> fino a quel punto</a:t>
            </a:r>
          </a:p>
          <a:p>
            <a:r>
              <a:rPr lang="it-IT" dirty="0">
                <a:sym typeface="Wingdings" panose="05000000000000000000" pitchFamily="2" charset="2"/>
              </a:rPr>
              <a:t>Utile per ritentare un singolo passaggio senza ripartire da capo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675BF90-5EAD-D1E3-68ED-8AAC1D70DD13}"/>
              </a:ext>
            </a:extLst>
          </p:cNvPr>
          <p:cNvSpPr txBox="1"/>
          <p:nvPr/>
        </p:nvSpPr>
        <p:spPr>
          <a:xfrm>
            <a:off x="4824028" y="627534"/>
            <a:ext cx="4140460" cy="3852428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BEGIN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TRAN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INSERT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INTO </a:t>
            </a:r>
            <a:r>
              <a:rPr lang="en-US" sz="16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SalesOrderDetail</a:t>
            </a: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   (</a:t>
            </a:r>
            <a:r>
              <a:rPr lang="en-US" sz="16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SalesOrderID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ProductID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OrderQty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VALUES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600" dirty="0">
                <a:solidFill>
                  <a:srgbClr val="C7A6E8"/>
                </a:solidFill>
                <a:ea typeface="Courier New" pitchFamily="34" charset="-122"/>
                <a:cs typeface="Courier New" pitchFamily="34" charset="-120"/>
              </a:rPr>
              <a:t>43659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dirty="0">
                <a:solidFill>
                  <a:srgbClr val="C7A6E8"/>
                </a:solidFill>
                <a:ea typeface="Courier New" pitchFamily="34" charset="-122"/>
                <a:cs typeface="Courier New" pitchFamily="34" charset="-120"/>
              </a:rPr>
              <a:t>707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dirty="0">
                <a:solidFill>
                  <a:srgbClr val="C7A6E8"/>
                </a:solidFill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);     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-- </a:t>
            </a:r>
            <a:r>
              <a:rPr lang="en-US" sz="1600" dirty="0" err="1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riga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 1</a:t>
            </a: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000000"/>
                </a:solidFill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SAVE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TRAN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DopoRiga1;        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-- checkpoint</a:t>
            </a: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000000"/>
                </a:solidFill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INSERT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INTO </a:t>
            </a:r>
            <a:r>
              <a:rPr lang="en-US" sz="16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SalesOrderDetail</a:t>
            </a: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   (</a:t>
            </a:r>
            <a:r>
              <a:rPr lang="en-US" sz="16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SalesOrderID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ProductID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dirty="0" err="1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OrderQty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VALUES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600" dirty="0">
                <a:solidFill>
                  <a:srgbClr val="C7A6E8"/>
                </a:solidFill>
                <a:ea typeface="Courier New" pitchFamily="34" charset="-122"/>
                <a:cs typeface="Courier New" pitchFamily="34" charset="-120"/>
              </a:rPr>
              <a:t>43659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dirty="0">
                <a:solidFill>
                  <a:srgbClr val="C7A6E8"/>
                </a:solidFill>
                <a:ea typeface="Courier New" pitchFamily="34" charset="-122"/>
                <a:cs typeface="Courier New" pitchFamily="34" charset="-120"/>
              </a:rPr>
              <a:t>999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dirty="0">
                <a:solidFill>
                  <a:srgbClr val="C7A6E8"/>
                </a:solidFill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);     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-- </a:t>
            </a:r>
            <a:r>
              <a:rPr lang="en-US" sz="1600" dirty="0" err="1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riga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 2 KO</a:t>
            </a: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000000"/>
                </a:solidFill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ROLLBACK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TRAN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 DopoRiga1;    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-- solo </a:t>
            </a:r>
            <a:r>
              <a:rPr lang="en-US" sz="1600" dirty="0" err="1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riga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 2</a:t>
            </a:r>
            <a:endParaRPr lang="en-US" sz="1600" dirty="0"/>
          </a:p>
          <a:p>
            <a:pPr>
              <a:lnSpc>
                <a:spcPct val="104000"/>
              </a:lnSpc>
            </a:pPr>
            <a:r>
              <a:rPr lang="en-US" sz="1600" b="1" dirty="0">
                <a:solidFill>
                  <a:srgbClr val="E8503A"/>
                </a:solidFill>
                <a:ea typeface="Courier New" pitchFamily="34" charset="-122"/>
                <a:cs typeface="Courier New" pitchFamily="34" charset="-120"/>
              </a:rPr>
              <a:t>COMMIT</a:t>
            </a:r>
            <a:r>
              <a:rPr lang="en-US" sz="1600" dirty="0">
                <a:solidFill>
                  <a:srgbClr val="EAEAEA"/>
                </a:solidFill>
                <a:ea typeface="Courier New" pitchFamily="34" charset="-122"/>
                <a:cs typeface="Courier New" pitchFamily="34" charset="-120"/>
              </a:rPr>
              <a:t>;   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-- la </a:t>
            </a:r>
            <a:r>
              <a:rPr lang="en-US" sz="1600" dirty="0" err="1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riga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 1 </a:t>
            </a:r>
            <a:r>
              <a:rPr lang="en-US" sz="1600" dirty="0" err="1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resta</a:t>
            </a:r>
            <a:r>
              <a:rPr lang="en-US" sz="1600" dirty="0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6AB06A"/>
                </a:solidFill>
                <a:ea typeface="Courier New" pitchFamily="34" charset="-122"/>
                <a:cs typeface="Courier New" pitchFamily="34" charset="-120"/>
              </a:rPr>
              <a:t>salvata</a:t>
            </a:r>
            <a:endParaRPr lang="en-US" sz="1600" dirty="0"/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Elemento grafico 6" descr="Programmatore (maschile) con riempimento a tinta unita">
            <a:extLst>
              <a:ext uri="{FF2B5EF4-FFF2-40B4-BE49-F238E27FC236}">
                <a16:creationId xmlns:a16="http://schemas.microsoft.com/office/drawing/2014/main" id="{63AEAF9D-D5A8-0A2B-18BE-77BD6DB003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0673" y="3831890"/>
            <a:ext cx="411743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03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A880B918-0CF5-735A-BA31-CEE0BB487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Livelli di isolamento</a:t>
            </a:r>
          </a:p>
        </p:txBody>
      </p:sp>
    </p:spTree>
    <p:extLst>
      <p:ext uri="{BB962C8B-B14F-4D97-AF65-F5344CB8AC3E}">
        <p14:creationId xmlns:p14="http://schemas.microsoft.com/office/powerpoint/2010/main" val="2760470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AC77C5-FFE7-8703-2B0B-FB0D072A6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BASI DI CONCORRENZA</a:t>
            </a:r>
          </a:p>
        </p:txBody>
      </p:sp>
      <p:graphicFrame>
        <p:nvGraphicFramePr>
          <p:cNvPr id="8" name="Segnaposto contenuto 6">
            <a:extLst>
              <a:ext uri="{FF2B5EF4-FFF2-40B4-BE49-F238E27FC236}">
                <a16:creationId xmlns:a16="http://schemas.microsoft.com/office/drawing/2014/main" id="{66375BE6-83E8-ABDC-60DA-139A51476B3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1809744"/>
              </p:ext>
            </p:extLst>
          </p:nvPr>
        </p:nvGraphicFramePr>
        <p:xfrm>
          <a:off x="3585652" y="860724"/>
          <a:ext cx="5306828" cy="366421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62412">
                  <a:extLst>
                    <a:ext uri="{9D8B030D-6E8A-4147-A177-3AD203B41FA5}">
                      <a16:colId xmlns:a16="http://schemas.microsoft.com/office/drawing/2014/main" val="3153061104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3706221673"/>
                    </a:ext>
                  </a:extLst>
                </a:gridCol>
              </a:tblGrid>
              <a:tr h="5976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 err="1">
                          <a:latin typeface="+mn-lt"/>
                          <a:ea typeface="Calibri" charset="0"/>
                          <a:cs typeface="Calibri" charset="0"/>
                        </a:rPr>
                        <a:t>Evento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 err="1">
                          <a:solidFill>
                            <a:srgbClr val="FFFFFF"/>
                          </a:solidFill>
                          <a:latin typeface="+mn-lt"/>
                          <a:ea typeface="Consolas" charset="0"/>
                          <a:cs typeface="Consolas" charset="0"/>
                        </a:rPr>
                        <a:t>Conseguenza</a:t>
                      </a:r>
                      <a:endParaRPr lang="en-US" sz="18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2132891"/>
                  </a:ext>
                </a:extLst>
              </a:tr>
              <a:tr h="5976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+mn-lt"/>
                        </a:rPr>
                        <a:t>Dirty read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Legge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dati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 non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ancora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committati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 da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altra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transazione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. </a:t>
                      </a:r>
                      <a:b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</a:b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Non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esistono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 se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viene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fatto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 ROLLBACK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067450"/>
                  </a:ext>
                </a:extLst>
              </a:tr>
              <a:tr h="5976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Non-repeatable read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Rileggendo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la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stessa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ha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valori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diversi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un’altra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transazione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l’ha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aggiornata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committata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447545"/>
                  </a:ext>
                </a:extLst>
              </a:tr>
              <a:tr h="5976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Phantom read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Rilanciando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la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stessa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query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compaiono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righe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nuove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inserite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da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altre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transazioni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390305"/>
                  </a:ext>
                </a:extLst>
              </a:tr>
              <a:tr h="5976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+mn-lt"/>
                        </a:rPr>
                        <a:t>Lost update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transazioni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leggono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riscrivono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la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stessa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l’ultima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sovrascrive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in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silenzio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la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dell’altra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207294"/>
                  </a:ext>
                </a:extLst>
              </a:tr>
            </a:tbl>
          </a:graphicData>
        </a:graphic>
      </p:graphicFrame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C53BC91-007F-D48A-218E-5434016E3BBB}"/>
              </a:ext>
            </a:extLst>
          </p:cNvPr>
          <p:cNvSpPr txBox="1"/>
          <p:nvPr/>
        </p:nvSpPr>
        <p:spPr>
          <a:xfrm>
            <a:off x="309288" y="2067694"/>
            <a:ext cx="32763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transazioni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leggono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scrivono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stessi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senza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possono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comparire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gestire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  <a:p>
            <a:pPr algn="l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7708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F02867-0A83-28AA-43E1-6E40583F9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Livelli di isolamento: panoramica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0855DDD4-EDB6-6E6C-643A-B6065F8A914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14921954"/>
              </p:ext>
            </p:extLst>
          </p:nvPr>
        </p:nvGraphicFramePr>
        <p:xfrm>
          <a:off x="250825" y="844550"/>
          <a:ext cx="8569645" cy="34913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13929">
                  <a:extLst>
                    <a:ext uri="{9D8B030D-6E8A-4147-A177-3AD203B41FA5}">
                      <a16:colId xmlns:a16="http://schemas.microsoft.com/office/drawing/2014/main" val="3324947681"/>
                    </a:ext>
                  </a:extLst>
                </a:gridCol>
                <a:gridCol w="1713929">
                  <a:extLst>
                    <a:ext uri="{9D8B030D-6E8A-4147-A177-3AD203B41FA5}">
                      <a16:colId xmlns:a16="http://schemas.microsoft.com/office/drawing/2014/main" val="892967753"/>
                    </a:ext>
                  </a:extLst>
                </a:gridCol>
                <a:gridCol w="1713929">
                  <a:extLst>
                    <a:ext uri="{9D8B030D-6E8A-4147-A177-3AD203B41FA5}">
                      <a16:colId xmlns:a16="http://schemas.microsoft.com/office/drawing/2014/main" val="1942642014"/>
                    </a:ext>
                  </a:extLst>
                </a:gridCol>
                <a:gridCol w="1713929">
                  <a:extLst>
                    <a:ext uri="{9D8B030D-6E8A-4147-A177-3AD203B41FA5}">
                      <a16:colId xmlns:a16="http://schemas.microsoft.com/office/drawing/2014/main" val="3960001732"/>
                    </a:ext>
                  </a:extLst>
                </a:gridCol>
                <a:gridCol w="1713929">
                  <a:extLst>
                    <a:ext uri="{9D8B030D-6E8A-4147-A177-3AD203B41FA5}">
                      <a16:colId xmlns:a16="http://schemas.microsoft.com/office/drawing/2014/main" val="2206890656"/>
                    </a:ext>
                  </a:extLst>
                </a:gridCol>
              </a:tblGrid>
              <a:tr h="5265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Dirty read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Non-repeatable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update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816570"/>
                  </a:ext>
                </a:extLst>
              </a:tr>
              <a:tr h="6925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UNCOMMITTED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2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2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2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2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64010762"/>
                  </a:ext>
                </a:extLst>
              </a:tr>
              <a:tr h="6925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COMMITTED  (default)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9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2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2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2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230106751"/>
                  </a:ext>
                </a:extLst>
              </a:tr>
              <a:tr h="526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REPEATABLE READ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9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9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2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9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087677202"/>
                  </a:ext>
                </a:extLst>
              </a:tr>
              <a:tr h="526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SERIALIZABLE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9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9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9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9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853582752"/>
                  </a:ext>
                </a:extLst>
              </a:tr>
              <a:tr h="526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9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9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9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9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623904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0860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85F9-A911-85CD-155F-FFA29D558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FB6360-D111-6D51-E039-631426D27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 fontScale="90000"/>
          </a:bodyPr>
          <a:lstStyle/>
          <a:p>
            <a:r>
              <a:rPr lang="it-IT" dirty="0"/>
              <a:t>Livelli di isolamento: </a:t>
            </a:r>
            <a:r>
              <a:rPr lang="it-IT" dirty="0" err="1"/>
              <a:t>scalabilita’</a:t>
            </a:r>
            <a:r>
              <a:rPr lang="it-IT" dirty="0"/>
              <a:t> vs correttezza</a:t>
            </a:r>
          </a:p>
        </p:txBody>
      </p:sp>
      <p:pic>
        <p:nvPicPr>
          <p:cNvPr id="50" name="Immagine 49">
            <a:extLst>
              <a:ext uri="{FF2B5EF4-FFF2-40B4-BE49-F238E27FC236}">
                <a16:creationId xmlns:a16="http://schemas.microsoft.com/office/drawing/2014/main" id="{01C0644C-408D-7BF2-33A6-321DAEE7AA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66" y="789552"/>
            <a:ext cx="8299868" cy="39424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18045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803EF-7943-AB4D-5B28-C84FD5D13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457DDD-8A05-D0EF-6793-478520B99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Livello di isolamento: </a:t>
            </a:r>
            <a:r>
              <a:rPr lang="it-IT" dirty="0" err="1"/>
              <a:t>locking</a:t>
            </a:r>
            <a:r>
              <a:rPr lang="it-IT" dirty="0"/>
              <a:t> ottimistico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BB4DB9-5644-CBC2-9044-A5B9C5F2A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19310" y="1212625"/>
            <a:ext cx="4244280" cy="40274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C20E1A"/>
                </a:solidFill>
              </a:rPr>
              <a:t>SNAPSHOT ISOLATION</a:t>
            </a:r>
            <a:endParaRPr lang="en-US" dirty="0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7C543064-89B6-7972-4A8F-66A1353C63E0}"/>
              </a:ext>
            </a:extLst>
          </p:cNvPr>
          <p:cNvSpPr txBox="1">
            <a:spLocks/>
          </p:cNvSpPr>
          <p:nvPr/>
        </p:nvSpPr>
        <p:spPr>
          <a:xfrm>
            <a:off x="163607" y="1212624"/>
            <a:ext cx="4244280" cy="402742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C20E1A"/>
                </a:solidFill>
              </a:rPr>
              <a:t>RCSI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A7D3A903-316B-479C-08BA-58DB688F79AA}"/>
              </a:ext>
            </a:extLst>
          </p:cNvPr>
          <p:cNvCxnSpPr/>
          <p:nvPr/>
        </p:nvCxnSpPr>
        <p:spPr>
          <a:xfrm>
            <a:off x="4542852" y="843905"/>
            <a:ext cx="0" cy="3888083"/>
          </a:xfrm>
          <a:prstGeom prst="line">
            <a:avLst/>
          </a:prstGeom>
          <a:ln w="28575" cmpd="sng">
            <a:solidFill>
              <a:srgbClr val="C20E1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3" name="Diagramma 12">
            <a:extLst>
              <a:ext uri="{FF2B5EF4-FFF2-40B4-BE49-F238E27FC236}">
                <a16:creationId xmlns:a16="http://schemas.microsoft.com/office/drawing/2014/main" id="{44227D11-E0E2-5FD4-EA11-B44BEDA5BC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8084700"/>
              </p:ext>
            </p:extLst>
          </p:nvPr>
        </p:nvGraphicFramePr>
        <p:xfrm>
          <a:off x="4824028" y="1743658"/>
          <a:ext cx="4068452" cy="4496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4" name="Diagramma 13">
            <a:extLst>
              <a:ext uri="{FF2B5EF4-FFF2-40B4-BE49-F238E27FC236}">
                <a16:creationId xmlns:a16="http://schemas.microsoft.com/office/drawing/2014/main" id="{23856509-FC16-9751-8C25-F5B67DB726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1140061"/>
              </p:ext>
            </p:extLst>
          </p:nvPr>
        </p:nvGraphicFramePr>
        <p:xfrm>
          <a:off x="251521" y="1743658"/>
          <a:ext cx="4068452" cy="4496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2105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E9076E-C233-A3A2-C6C4-4955081E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Best practices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CB302A9-20EF-1B50-99E7-3708DA3B511F}"/>
              </a:ext>
            </a:extLst>
          </p:cNvPr>
          <p:cNvSpPr/>
          <p:nvPr/>
        </p:nvSpPr>
        <p:spPr>
          <a:xfrm>
            <a:off x="262640" y="944702"/>
            <a:ext cx="822960" cy="822960"/>
          </a:xfrm>
          <a:prstGeom prst="ellipse">
            <a:avLst/>
          </a:prstGeom>
          <a:solidFill>
            <a:srgbClr val="FBE9EB"/>
          </a:solidFill>
          <a:ln w="15875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1" descr="assets/icon_clock.png">
            <a:extLst>
              <a:ext uri="{FF2B5EF4-FFF2-40B4-BE49-F238E27FC236}">
                <a16:creationId xmlns:a16="http://schemas.microsoft.com/office/drawing/2014/main" id="{443CDC09-ED48-6989-591C-EBD21E927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80" y="1150442"/>
            <a:ext cx="411480" cy="41148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C4454593-FC36-FCED-7804-DA31979AFF6B}"/>
              </a:ext>
            </a:extLst>
          </p:cNvPr>
          <p:cNvSpPr/>
          <p:nvPr/>
        </p:nvSpPr>
        <p:spPr>
          <a:xfrm>
            <a:off x="1222760" y="880694"/>
            <a:ext cx="2557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Transazioni corte</a:t>
            </a:r>
            <a:endParaRPr lang="en-US" sz="16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89FE3DB-2BCA-C20C-6E2D-FE9A12659768}"/>
              </a:ext>
            </a:extLst>
          </p:cNvPr>
          <p:cNvSpPr/>
          <p:nvPr/>
        </p:nvSpPr>
        <p:spPr>
          <a:xfrm>
            <a:off x="1222760" y="1292174"/>
            <a:ext cx="284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 tardi, chiudi presto. Mai input utente o chiamate esterne dentro una transazione.</a:t>
            </a:r>
            <a:endParaRPr lang="en-US" sz="135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83222374-02C1-1C2B-05F6-530C77615E1D}"/>
              </a:ext>
            </a:extLst>
          </p:cNvPr>
          <p:cNvSpPr/>
          <p:nvPr/>
        </p:nvSpPr>
        <p:spPr>
          <a:xfrm>
            <a:off x="262640" y="2480894"/>
            <a:ext cx="822960" cy="822960"/>
          </a:xfrm>
          <a:prstGeom prst="ellipse">
            <a:avLst/>
          </a:prstGeom>
          <a:solidFill>
            <a:srgbClr val="FBE9EB"/>
          </a:solidFill>
          <a:ln w="15875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3" descr="assets/icon_sliders.png">
            <a:extLst>
              <a:ext uri="{FF2B5EF4-FFF2-40B4-BE49-F238E27FC236}">
                <a16:creationId xmlns:a16="http://schemas.microsoft.com/office/drawing/2014/main" id="{4BC8888F-A16F-1307-003C-EDA621E42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80" y="2686634"/>
            <a:ext cx="411480" cy="411480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E0115CD9-AE66-31DB-8FAA-EBD8858E0C29}"/>
              </a:ext>
            </a:extLst>
          </p:cNvPr>
          <p:cNvSpPr/>
          <p:nvPr/>
        </p:nvSpPr>
        <p:spPr>
          <a:xfrm>
            <a:off x="1222760" y="2416886"/>
            <a:ext cx="26334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level adeguato</a:t>
            </a:r>
            <a:endParaRPr lang="en-US" sz="165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F5F2BFA5-26A9-9816-C72F-7F203CFF1559}"/>
              </a:ext>
            </a:extLst>
          </p:cNvPr>
          <p:cNvSpPr/>
          <p:nvPr/>
        </p:nvSpPr>
        <p:spPr>
          <a:xfrm>
            <a:off x="1222760" y="2828366"/>
            <a:ext cx="284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 SERIALIZABLE “per sicurezza”, né NOLOCK “per velocità”: scegli in base al bisogno.</a:t>
            </a:r>
            <a:endParaRPr lang="en-US" sz="135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DE840BE3-3967-AC55-E137-E86CFEBCE6D5}"/>
              </a:ext>
            </a:extLst>
          </p:cNvPr>
          <p:cNvSpPr/>
          <p:nvPr/>
        </p:nvSpPr>
        <p:spPr>
          <a:xfrm>
            <a:off x="5077742" y="944702"/>
            <a:ext cx="822960" cy="822960"/>
          </a:xfrm>
          <a:prstGeom prst="ellipse">
            <a:avLst/>
          </a:prstGeom>
          <a:solidFill>
            <a:srgbClr val="FBE9EB"/>
          </a:solidFill>
          <a:ln w="15875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8" name="Image 4" descr="assets/icon_clone.png">
            <a:extLst>
              <a:ext uri="{FF2B5EF4-FFF2-40B4-BE49-F238E27FC236}">
                <a16:creationId xmlns:a16="http://schemas.microsoft.com/office/drawing/2014/main" id="{C47B565B-27EB-1106-FFC5-F1D74FA8A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482" y="1150442"/>
            <a:ext cx="411480" cy="411480"/>
          </a:xfrm>
          <a:prstGeom prst="rect">
            <a:avLst/>
          </a:prstGeom>
        </p:spPr>
      </p:pic>
      <p:sp>
        <p:nvSpPr>
          <p:cNvPr id="19" name="Text 12">
            <a:extLst>
              <a:ext uri="{FF2B5EF4-FFF2-40B4-BE49-F238E27FC236}">
                <a16:creationId xmlns:a16="http://schemas.microsoft.com/office/drawing/2014/main" id="{B9050C49-83D1-9DFC-4F59-13132BE608F5}"/>
              </a:ext>
            </a:extLst>
          </p:cNvPr>
          <p:cNvSpPr/>
          <p:nvPr/>
        </p:nvSpPr>
        <p:spPr>
          <a:xfrm>
            <a:off x="6037862" y="880694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 RCSI</a:t>
            </a:r>
            <a:endParaRPr lang="en-US" sz="165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1304409F-8AD0-F280-3ED7-17752719DDA8}"/>
              </a:ext>
            </a:extLst>
          </p:cNvPr>
          <p:cNvSpPr/>
          <p:nvPr/>
        </p:nvSpPr>
        <p:spPr>
          <a:xfrm>
            <a:off x="6037862" y="1292174"/>
            <a:ext cx="284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versioning riduce i conflitti lettori/scrittori cambiando una sola opzione di database.</a:t>
            </a:r>
            <a:endParaRPr lang="en-US" sz="135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F84330DC-BB6F-D731-681F-3029BB83A70E}"/>
              </a:ext>
            </a:extLst>
          </p:cNvPr>
          <p:cNvSpPr/>
          <p:nvPr/>
        </p:nvSpPr>
        <p:spPr>
          <a:xfrm>
            <a:off x="262640" y="4017086"/>
            <a:ext cx="822960" cy="822960"/>
          </a:xfrm>
          <a:prstGeom prst="ellipse">
            <a:avLst/>
          </a:prstGeom>
          <a:solidFill>
            <a:srgbClr val="FBE9EB"/>
          </a:solidFill>
          <a:ln w="15875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5" descr="assets/icon_order.png">
            <a:extLst>
              <a:ext uri="{FF2B5EF4-FFF2-40B4-BE49-F238E27FC236}">
                <a16:creationId xmlns:a16="http://schemas.microsoft.com/office/drawing/2014/main" id="{FAB7F6C9-0C3F-3B81-2812-4911701538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380" y="4222826"/>
            <a:ext cx="411480" cy="411480"/>
          </a:xfrm>
          <a:prstGeom prst="rect">
            <a:avLst/>
          </a:prstGeom>
        </p:spPr>
      </p:pic>
      <p:sp>
        <p:nvSpPr>
          <p:cNvPr id="23" name="Text 15">
            <a:extLst>
              <a:ext uri="{FF2B5EF4-FFF2-40B4-BE49-F238E27FC236}">
                <a16:creationId xmlns:a16="http://schemas.microsoft.com/office/drawing/2014/main" id="{950D9F19-01C9-BFDC-9246-CBA1A69F9F38}"/>
              </a:ext>
            </a:extLst>
          </p:cNvPr>
          <p:cNvSpPr/>
          <p:nvPr/>
        </p:nvSpPr>
        <p:spPr>
          <a:xfrm>
            <a:off x="1222760" y="3953078"/>
            <a:ext cx="2917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Concorrenza ottimistica</a:t>
            </a:r>
            <a:endParaRPr lang="en-US" sz="165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5CD3F713-CC9D-EF78-5E63-35D61492A8E3}"/>
              </a:ext>
            </a:extLst>
          </p:cNvPr>
          <p:cNvSpPr/>
          <p:nvPr/>
        </p:nvSpPr>
        <p:spPr>
          <a:xfrm>
            <a:off x="1222760" y="4364558"/>
            <a:ext cx="284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Diminuisce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contese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 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bilanciato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bene il 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carico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TempDB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richiede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valutazione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sistemistica</a:t>
            </a:r>
            <a:endParaRPr lang="en-US" sz="1350" dirty="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18FF8D25-63D7-7061-FA7B-E70B819330FF}"/>
              </a:ext>
            </a:extLst>
          </p:cNvPr>
          <p:cNvSpPr/>
          <p:nvPr/>
        </p:nvSpPr>
        <p:spPr>
          <a:xfrm>
            <a:off x="5077742" y="2480894"/>
            <a:ext cx="822960" cy="822960"/>
          </a:xfrm>
          <a:prstGeom prst="ellipse">
            <a:avLst/>
          </a:prstGeom>
          <a:solidFill>
            <a:srgbClr val="FBE9EB"/>
          </a:solidFill>
          <a:ln w="15875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6" name="Image 6" descr="assets/icon_key.png">
            <a:extLst>
              <a:ext uri="{FF2B5EF4-FFF2-40B4-BE49-F238E27FC236}">
                <a16:creationId xmlns:a16="http://schemas.microsoft.com/office/drawing/2014/main" id="{EA9B5239-6179-8191-BD34-64C684F296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3482" y="2659760"/>
            <a:ext cx="411480" cy="411480"/>
          </a:xfrm>
          <a:prstGeom prst="rect">
            <a:avLst/>
          </a:prstGeom>
        </p:spPr>
      </p:pic>
      <p:sp>
        <p:nvSpPr>
          <p:cNvPr id="27" name="Text 18">
            <a:extLst>
              <a:ext uri="{FF2B5EF4-FFF2-40B4-BE49-F238E27FC236}">
                <a16:creationId xmlns:a16="http://schemas.microsoft.com/office/drawing/2014/main" id="{68FEA27F-5B27-60C6-E529-94F676CAF243}"/>
              </a:ext>
            </a:extLst>
          </p:cNvPr>
          <p:cNvSpPr/>
          <p:nvPr/>
        </p:nvSpPr>
        <p:spPr>
          <a:xfrm>
            <a:off x="6037862" y="2416886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Indici giusti</a:t>
            </a:r>
            <a:endParaRPr lang="en-US" sz="1650" dirty="0"/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3E5D27F4-A87C-14A2-262D-C160D60FDC06}"/>
              </a:ext>
            </a:extLst>
          </p:cNvPr>
          <p:cNvSpPr/>
          <p:nvPr/>
        </p:nvSpPr>
        <p:spPr>
          <a:xfrm>
            <a:off x="6037862" y="2828366"/>
            <a:ext cx="29998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 righe toccate significa transazioni più brevi e meno conflitti di concorrenza.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086479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6F19C-A660-27C5-550D-F6DD10123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6FA2CE1-A017-53FC-3E8E-1CCC0708E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Prossima lezione </a:t>
            </a:r>
            <a:br>
              <a:rPr lang="it-IT" sz="3800" spc="0" dirty="0"/>
            </a:br>
            <a:r>
              <a:rPr lang="it-IT" sz="3800" spc="0" dirty="0"/>
              <a:t>lock </a:t>
            </a:r>
            <a:r>
              <a:rPr lang="it-IT" sz="3800" spc="0"/>
              <a:t>e deadlock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34638567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119d383a77d69c9fe4b65d6ff37d099a55e5bbd"/>
</p:tagLst>
</file>

<file path=ppt/theme/theme1.xml><?xml version="1.0" encoding="utf-8"?>
<a:theme xmlns:a="http://schemas.openxmlformats.org/drawingml/2006/main" name="Sistemi">
  <a:themeElements>
    <a:clrScheme name="SISTEMI">
      <a:dk1>
        <a:sysClr val="windowText" lastClr="000000"/>
      </a:dk1>
      <a:lt1>
        <a:sysClr val="window" lastClr="FFFFFF"/>
      </a:lt1>
      <a:dk2>
        <a:srgbClr val="505460"/>
      </a:dk2>
      <a:lt2>
        <a:srgbClr val="FFFFFF"/>
      </a:lt2>
      <a:accent1>
        <a:srgbClr val="3A537E"/>
      </a:accent1>
      <a:accent2>
        <a:srgbClr val="AC1A2F"/>
      </a:accent2>
      <a:accent3>
        <a:srgbClr val="033D83"/>
      </a:accent3>
      <a:accent4>
        <a:srgbClr val="773E90"/>
      </a:accent4>
      <a:accent5>
        <a:srgbClr val="0092AE"/>
      </a:accent5>
      <a:accent6>
        <a:srgbClr val="FED03C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rgbClr val="A71930"/>
          </a:solidFill>
          <a:round/>
          <a:headEnd/>
          <a:tailEnd/>
        </a:ln>
        <a:effectLst/>
      </a:spPr>
      <a:bodyPr lIns="17999" tIns="10799" rIns="17999" bIns="10799" rtlCol="0" anchor="ctr"/>
      <a:lstStyle>
        <a:defPPr algn="ctr" eaLnBrk="0" hangingPunct="0">
          <a:lnSpc>
            <a:spcPct val="80000"/>
          </a:lnSpc>
          <a:spcBef>
            <a:spcPct val="20000"/>
          </a:spcBef>
          <a:buClr>
            <a:srgbClr val="A71930"/>
          </a:buClr>
          <a:defRPr sz="1600" b="1" dirty="0">
            <a:effectLst>
              <a:outerShdw blurRad="38100" dist="38100" dir="2700000" algn="tl">
                <a:srgbClr val="C0C0C0"/>
              </a:outerShdw>
            </a:effectLst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23868</TotalTime>
  <Words>1447</Words>
  <Application>Microsoft Office PowerPoint</Application>
  <PresentationFormat>Presentazione su schermo (16:9)</PresentationFormat>
  <Paragraphs>191</Paragraphs>
  <Slides>13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9" baseType="lpstr">
      <vt:lpstr>Arial</vt:lpstr>
      <vt:lpstr>Arial Narrow</vt:lpstr>
      <vt:lpstr>Calibri</vt:lpstr>
      <vt:lpstr>Courier New</vt:lpstr>
      <vt:lpstr>Wingdings</vt:lpstr>
      <vt:lpstr>Sistemi</vt:lpstr>
      <vt:lpstr>Presentazione standard di PowerPoint</vt:lpstr>
      <vt:lpstr>agenda</vt:lpstr>
      <vt:lpstr>Transazioni: proprieta’ acid</vt:lpstr>
      <vt:lpstr>Begin / commit / rollback</vt:lpstr>
      <vt:lpstr>TRANSAZIONI NIDIFICATE</vt:lpstr>
      <vt:lpstr>savepoint</vt:lpstr>
      <vt:lpstr>Livelli di isolamento</vt:lpstr>
      <vt:lpstr>BASI DI CONCORRENZA</vt:lpstr>
      <vt:lpstr>Livelli di isolamento: panoramica</vt:lpstr>
      <vt:lpstr>Livelli di isolamento: scalabilita’ vs correttezza</vt:lpstr>
      <vt:lpstr>Livello di isolamento: locking ottimistico</vt:lpstr>
      <vt:lpstr>Best practices</vt:lpstr>
      <vt:lpstr>Prossima lezione  lock e deadlock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Risultati aziendali e novità organizzative</dc:title>
  <dc:creator>Manuela.Pellegrino@sistemi.com</dc:creator>
  <cp:lastModifiedBy>Murzio Luca</cp:lastModifiedBy>
  <cp:revision>1469</cp:revision>
  <cp:lastPrinted>2026-03-23T15:16:51Z</cp:lastPrinted>
  <dcterms:created xsi:type="dcterms:W3CDTF">2013-03-01T10:25:06Z</dcterms:created>
  <dcterms:modified xsi:type="dcterms:W3CDTF">2026-08-05T10:31:14Z</dcterms:modified>
</cp:coreProperties>
</file>