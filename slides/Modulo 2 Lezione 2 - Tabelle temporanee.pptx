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1"/>
  </p:notesMasterIdLst>
  <p:handoutMasterIdLst>
    <p:handoutMasterId r:id="rId22"/>
  </p:handoutMasterIdLst>
  <p:sldIdLst>
    <p:sldId id="398" r:id="rId2"/>
    <p:sldId id="418" r:id="rId3"/>
    <p:sldId id="397" r:id="rId4"/>
    <p:sldId id="427" r:id="rId5"/>
    <p:sldId id="428" r:id="rId6"/>
    <p:sldId id="429" r:id="rId7"/>
    <p:sldId id="430" r:id="rId8"/>
    <p:sldId id="410" r:id="rId9"/>
    <p:sldId id="411" r:id="rId10"/>
    <p:sldId id="431" r:id="rId11"/>
    <p:sldId id="423" r:id="rId12"/>
    <p:sldId id="432" r:id="rId13"/>
    <p:sldId id="435" r:id="rId14"/>
    <p:sldId id="434" r:id="rId15"/>
    <p:sldId id="433" r:id="rId16"/>
    <p:sldId id="437" r:id="rId17"/>
    <p:sldId id="269" r:id="rId18"/>
    <p:sldId id="416" r:id="rId19"/>
    <p:sldId id="417" r:id="rId20"/>
  </p:sldIdLst>
  <p:sldSz cx="9144000" cy="5143500" type="screen16x9"/>
  <p:notesSz cx="6797675" cy="9928225"/>
  <p:custDataLst>
    <p:tags r:id="rId23"/>
  </p:custData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6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51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andi Enrico" initials="EE" lastIdx="3" clrIdx="0"/>
  <p:cmAuthor id="2" name="Eandi Francesco" initials="EF" lastIdx="1" clrIdx="1"/>
  <p:cmAuthor id="3" name="Rosso Valter" initials="RV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4F4"/>
    <a:srgbClr val="A6B7D6"/>
    <a:srgbClr val="C20E1A"/>
    <a:srgbClr val="E30613"/>
    <a:srgbClr val="FFFFCC"/>
    <a:srgbClr val="8C8C8C"/>
    <a:srgbClr val="AC1A2F"/>
    <a:srgbClr val="D3D3D3"/>
    <a:srgbClr val="33CC33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2DE63D5-997A-4646-A377-4702673A728D}" styleName="Stile chiaro 2 - Color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Stile medio 3 - Color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Stile medio 4 - Color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91" autoAdjust="0"/>
    <p:restoredTop sz="75182" autoAdjust="0"/>
  </p:normalViewPr>
  <p:slideViewPr>
    <p:cSldViewPr showGuides="1">
      <p:cViewPr varScale="1">
        <p:scale>
          <a:sx n="105" d="100"/>
          <a:sy n="105" d="100"/>
        </p:scale>
        <p:origin x="1962" y="96"/>
      </p:cViewPr>
      <p:guideLst>
        <p:guide orient="horz" pos="686"/>
        <p:guide pos="2880"/>
        <p:guide orient="horz" pos="51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-6" y="-18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99" d="100"/>
          <a:sy n="99" d="100"/>
        </p:scale>
        <p:origin x="-2580" y="-96"/>
      </p:cViewPr>
      <p:guideLst>
        <p:guide orient="horz" pos="3127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zio Luca" userId="62ead766-6eaf-4057-bb25-25909a8c13e9" providerId="ADAL" clId="{3FA68CEF-BA90-4830-B164-02BEB71A7E1D}"/>
    <pc:docChg chg="undo redo custSel addSld delSld modSld sldOrd modNotesMaster modHandout">
      <pc:chgData name="Murzio Luca" userId="62ead766-6eaf-4057-bb25-25909a8c13e9" providerId="ADAL" clId="{3FA68CEF-BA90-4830-B164-02BEB71A7E1D}" dt="2026-07-27T15:14:51.032" v="15058" actId="20577"/>
      <pc:docMkLst>
        <pc:docMk/>
      </pc:docMkLst>
      <pc:sldChg chg="modSp add mod">
        <pc:chgData name="Murzio Luca" userId="62ead766-6eaf-4057-bb25-25909a8c13e9" providerId="ADAL" clId="{3FA68CEF-BA90-4830-B164-02BEB71A7E1D}" dt="2026-06-29T13:36:34.285" v="14412"/>
        <pc:sldMkLst>
          <pc:docMk/>
          <pc:sldMk cId="0" sldId="269"/>
        </pc:sldMkLst>
        <pc:spChg chg="mod">
          <ac:chgData name="Murzio Luca" userId="62ead766-6eaf-4057-bb25-25909a8c13e9" providerId="ADAL" clId="{3FA68CEF-BA90-4830-B164-02BEB71A7E1D}" dt="2026-06-29T13:36:16.575" v="14410" actId="20577"/>
          <ac:spMkLst>
            <pc:docMk/>
            <pc:sldMk cId="0" sldId="269"/>
            <ac:spMk id="3" creationId="{00000000-0000-0000-0000-000000000000}"/>
          </ac:spMkLst>
        </pc:spChg>
        <pc:spChg chg="mod">
          <ac:chgData name="Murzio Luca" userId="62ead766-6eaf-4057-bb25-25909a8c13e9" providerId="ADAL" clId="{3FA68CEF-BA90-4830-B164-02BEB71A7E1D}" dt="2026-06-29T13:36:23.994" v="14411"/>
          <ac:spMkLst>
            <pc:docMk/>
            <pc:sldMk cId="0" sldId="269"/>
            <ac:spMk id="9" creationId="{00000000-0000-0000-0000-000000000000}"/>
          </ac:spMkLst>
        </pc:spChg>
        <pc:spChg chg="mod">
          <ac:chgData name="Murzio Luca" userId="62ead766-6eaf-4057-bb25-25909a8c13e9" providerId="ADAL" clId="{3FA68CEF-BA90-4830-B164-02BEB71A7E1D}" dt="2026-06-29T13:36:34.285" v="14412"/>
          <ac:spMkLst>
            <pc:docMk/>
            <pc:sldMk cId="0" sldId="269"/>
            <ac:spMk id="13" creationId="{00000000-0000-0000-0000-000000000000}"/>
          </ac:spMkLst>
        </pc:spChg>
      </pc:sldChg>
      <pc:sldChg chg="modSp mod">
        <pc:chgData name="Murzio Luca" userId="62ead766-6eaf-4057-bb25-25909a8c13e9" providerId="ADAL" clId="{3FA68CEF-BA90-4830-B164-02BEB71A7E1D}" dt="2026-06-29T13:53:14.646" v="15030" actId="1076"/>
        <pc:sldMkLst>
          <pc:docMk/>
          <pc:sldMk cId="3914539074" sldId="416"/>
        </pc:sldMkLst>
        <pc:graphicFrameChg chg="mod modGraphic">
          <ac:chgData name="Murzio Luca" userId="62ead766-6eaf-4057-bb25-25909a8c13e9" providerId="ADAL" clId="{3FA68CEF-BA90-4830-B164-02BEB71A7E1D}" dt="2026-06-29T13:53:14.646" v="15030" actId="1076"/>
          <ac:graphicFrameMkLst>
            <pc:docMk/>
            <pc:sldMk cId="3914539074" sldId="416"/>
            <ac:graphicFrameMk id="5" creationId="{B67D8B25-D8A9-3A93-8ADC-C1EC97F2547D}"/>
          </ac:graphicFrameMkLst>
        </pc:graphicFrameChg>
      </pc:sldChg>
      <pc:sldChg chg="modSp mod">
        <pc:chgData name="Murzio Luca" userId="62ead766-6eaf-4057-bb25-25909a8c13e9" providerId="ADAL" clId="{3FA68CEF-BA90-4830-B164-02BEB71A7E1D}" dt="2026-07-27T15:14:51.032" v="15058" actId="20577"/>
        <pc:sldMkLst>
          <pc:docMk/>
          <pc:sldMk cId="3463856726" sldId="417"/>
        </pc:sldMkLst>
        <pc:spChg chg="mod">
          <ac:chgData name="Murzio Luca" userId="62ead766-6eaf-4057-bb25-25909a8c13e9" providerId="ADAL" clId="{3FA68CEF-BA90-4830-B164-02BEB71A7E1D}" dt="2026-07-27T15:14:51.032" v="15058" actId="20577"/>
          <ac:spMkLst>
            <pc:docMk/>
            <pc:sldMk cId="3463856726" sldId="417"/>
            <ac:spMk id="4" creationId="{16FA2CE1-A017-53FC-3E8E-1CCC0708EAA5}"/>
          </ac:spMkLst>
        </pc:spChg>
      </pc:sldChg>
      <pc:sldChg chg="modSp mod">
        <pc:chgData name="Murzio Luca" userId="62ead766-6eaf-4057-bb25-25909a8c13e9" providerId="ADAL" clId="{3FA68CEF-BA90-4830-B164-02BEB71A7E1D}" dt="2026-06-29T08:32:24.712" v="12802" actId="18653"/>
        <pc:sldMkLst>
          <pc:docMk/>
          <pc:sldMk cId="3540166546" sldId="418"/>
        </pc:sldMkLst>
        <pc:graphicFrameChg chg="mod modGraphic">
          <ac:chgData name="Murzio Luca" userId="62ead766-6eaf-4057-bb25-25909a8c13e9" providerId="ADAL" clId="{3FA68CEF-BA90-4830-B164-02BEB71A7E1D}" dt="2026-06-29T08:32:24.712" v="12802" actId="18653"/>
          <ac:graphicFrameMkLst>
            <pc:docMk/>
            <pc:sldMk cId="3540166546" sldId="418"/>
            <ac:graphicFrameMk id="5" creationId="{6BFF772B-8A15-9994-B0EE-F4836F067C6E}"/>
          </ac:graphicFrameMkLst>
        </pc:graphicFrameChg>
      </pc:sldChg>
      <pc:sldChg chg="addSp delSp modSp new mod modNotesTx">
        <pc:chgData name="Murzio Luca" userId="62ead766-6eaf-4057-bb25-25909a8c13e9" providerId="ADAL" clId="{3FA68CEF-BA90-4830-B164-02BEB71A7E1D}" dt="2026-07-27T13:36:55.360" v="15033" actId="20577"/>
        <pc:sldMkLst>
          <pc:docMk/>
          <pc:sldMk cId="1206502660" sldId="430"/>
        </pc:sldMkLst>
        <pc:spChg chg="add mod">
          <ac:chgData name="Murzio Luca" userId="62ead766-6eaf-4057-bb25-25909a8c13e9" providerId="ADAL" clId="{3FA68CEF-BA90-4830-B164-02BEB71A7E1D}" dt="2026-07-27T13:36:48.201" v="15031" actId="20577"/>
          <ac:spMkLst>
            <pc:docMk/>
            <pc:sldMk cId="1206502660" sldId="430"/>
            <ac:spMk id="5" creationId="{ACB5B95B-D86B-885A-02D4-0ABF828B56A2}"/>
          </ac:spMkLst>
        </pc:spChg>
        <pc:spChg chg="add mod">
          <ac:chgData name="Murzio Luca" userId="62ead766-6eaf-4057-bb25-25909a8c13e9" providerId="ADAL" clId="{3FA68CEF-BA90-4830-B164-02BEB71A7E1D}" dt="2026-07-27T13:36:55.360" v="15033" actId="20577"/>
          <ac:spMkLst>
            <pc:docMk/>
            <pc:sldMk cId="1206502660" sldId="430"/>
            <ac:spMk id="6" creationId="{700AB7C9-AB53-E715-B085-22C81B37971D}"/>
          </ac:spMkLst>
        </pc:spChg>
      </pc:sldChg>
      <pc:sldChg chg="modSp add mod">
        <pc:chgData name="Murzio Luca" userId="62ead766-6eaf-4057-bb25-25909a8c13e9" providerId="ADAL" clId="{3FA68CEF-BA90-4830-B164-02BEB71A7E1D}" dt="2026-06-29T08:47:23.418" v="12875" actId="6549"/>
        <pc:sldMkLst>
          <pc:docMk/>
          <pc:sldMk cId="2635942690" sldId="431"/>
        </pc:sldMkLst>
        <pc:graphicFrameChg chg="mod modGraphic">
          <ac:chgData name="Murzio Luca" userId="62ead766-6eaf-4057-bb25-25909a8c13e9" providerId="ADAL" clId="{3FA68CEF-BA90-4830-B164-02BEB71A7E1D}" dt="2026-06-29T08:47:23.418" v="12875" actId="6549"/>
          <ac:graphicFrameMkLst>
            <pc:docMk/>
            <pc:sldMk cId="2635942690" sldId="431"/>
            <ac:graphicFrameMk id="9" creationId="{E01AAA7F-9894-E79D-92CD-4EED02B3E970}"/>
          </ac:graphicFrameMkLst>
        </pc:graphicFrameChg>
      </pc:sldChg>
      <pc:sldChg chg="addSp delSp modSp add mod modNotesTx">
        <pc:chgData name="Murzio Luca" userId="62ead766-6eaf-4057-bb25-25909a8c13e9" providerId="ADAL" clId="{3FA68CEF-BA90-4830-B164-02BEB71A7E1D}" dt="2026-06-29T10:20:01.427" v="13708" actId="20577"/>
        <pc:sldMkLst>
          <pc:docMk/>
          <pc:sldMk cId="1554023826" sldId="432"/>
        </pc:sldMkLst>
        <pc:spChg chg="mod">
          <ac:chgData name="Murzio Luca" userId="62ead766-6eaf-4057-bb25-25909a8c13e9" providerId="ADAL" clId="{3FA68CEF-BA90-4830-B164-02BEB71A7E1D}" dt="2026-06-29T08:40:21.569" v="12835" actId="20577"/>
          <ac:spMkLst>
            <pc:docMk/>
            <pc:sldMk cId="1554023826" sldId="432"/>
            <ac:spMk id="2" creationId="{FF64CC6A-D89A-71BA-128E-1652386BD0C8}"/>
          </ac:spMkLst>
        </pc:spChg>
        <pc:spChg chg="mod">
          <ac:chgData name="Murzio Luca" userId="62ead766-6eaf-4057-bb25-25909a8c13e9" providerId="ADAL" clId="{3FA68CEF-BA90-4830-B164-02BEB71A7E1D}" dt="2026-06-29T10:20:01.427" v="13708" actId="20577"/>
          <ac:spMkLst>
            <pc:docMk/>
            <pc:sldMk cId="1554023826" sldId="432"/>
            <ac:spMk id="9" creationId="{C44B67B2-DA67-3712-EA98-C0DE09BC2C98}"/>
          </ac:spMkLst>
        </pc:spChg>
        <pc:spChg chg="add mod">
          <ac:chgData name="Murzio Luca" userId="62ead766-6eaf-4057-bb25-25909a8c13e9" providerId="ADAL" clId="{3FA68CEF-BA90-4830-B164-02BEB71A7E1D}" dt="2026-06-29T09:20:39.959" v="13379" actId="1076"/>
          <ac:spMkLst>
            <pc:docMk/>
            <pc:sldMk cId="1554023826" sldId="432"/>
            <ac:spMk id="13" creationId="{F44E8701-DC6B-66EE-7C1A-6F2C97E13284}"/>
          </ac:spMkLst>
        </pc:spChg>
        <pc:graphicFrameChg chg="add mod modGraphic">
          <ac:chgData name="Murzio Luca" userId="62ead766-6eaf-4057-bb25-25909a8c13e9" providerId="ADAL" clId="{3FA68CEF-BA90-4830-B164-02BEB71A7E1D}" dt="2026-06-29T10:06:43.460" v="13394" actId="207"/>
          <ac:graphicFrameMkLst>
            <pc:docMk/>
            <pc:sldMk cId="1554023826" sldId="432"/>
            <ac:graphicFrameMk id="15" creationId="{98B22E7D-5501-B819-309F-E255D49822DB}"/>
          </ac:graphicFrameMkLst>
        </pc:graphicFrameChg>
        <pc:picChg chg="add mod">
          <ac:chgData name="Murzio Luca" userId="62ead766-6eaf-4057-bb25-25909a8c13e9" providerId="ADAL" clId="{3FA68CEF-BA90-4830-B164-02BEB71A7E1D}" dt="2026-06-29T09:20:39.959" v="13379" actId="1076"/>
          <ac:picMkLst>
            <pc:docMk/>
            <pc:sldMk cId="1554023826" sldId="432"/>
            <ac:picMk id="4" creationId="{5C3BDFCB-0839-35D7-0819-4C867C3495DF}"/>
          </ac:picMkLst>
        </pc:picChg>
      </pc:sldChg>
      <pc:sldChg chg="addSp delSp modSp new mod">
        <pc:chgData name="Murzio Luca" userId="62ead766-6eaf-4057-bb25-25909a8c13e9" providerId="ADAL" clId="{3FA68CEF-BA90-4830-B164-02BEB71A7E1D}" dt="2026-06-29T10:17:01.569" v="13565" actId="20577"/>
        <pc:sldMkLst>
          <pc:docMk/>
          <pc:sldMk cId="1647722935" sldId="433"/>
        </pc:sldMkLst>
        <pc:spChg chg="mod">
          <ac:chgData name="Murzio Luca" userId="62ead766-6eaf-4057-bb25-25909a8c13e9" providerId="ADAL" clId="{3FA68CEF-BA90-4830-B164-02BEB71A7E1D}" dt="2026-06-29T10:17:01.569" v="13565" actId="20577"/>
          <ac:spMkLst>
            <pc:docMk/>
            <pc:sldMk cId="1647722935" sldId="433"/>
            <ac:spMk id="2" creationId="{A4C94DBC-58AD-B3EE-5C8C-2460BCD2B916}"/>
          </ac:spMkLst>
        </pc:spChg>
        <pc:spChg chg="add mod">
          <ac:chgData name="Murzio Luca" userId="62ead766-6eaf-4057-bb25-25909a8c13e9" providerId="ADAL" clId="{3FA68CEF-BA90-4830-B164-02BEB71A7E1D}" dt="2026-06-29T10:08:26.003" v="13398"/>
          <ac:spMkLst>
            <pc:docMk/>
            <pc:sldMk cId="1647722935" sldId="433"/>
            <ac:spMk id="5" creationId="{184842CB-1C32-0767-C071-99FE731CC25F}"/>
          </ac:spMkLst>
        </pc:spChg>
        <pc:spChg chg="mod">
          <ac:chgData name="Murzio Luca" userId="62ead766-6eaf-4057-bb25-25909a8c13e9" providerId="ADAL" clId="{3FA68CEF-BA90-4830-B164-02BEB71A7E1D}" dt="2026-06-29T10:11:56.801" v="13431" actId="1036"/>
          <ac:spMkLst>
            <pc:docMk/>
            <pc:sldMk cId="1647722935" sldId="433"/>
            <ac:spMk id="6" creationId="{65B4E4E6-A91C-7EB0-7E4E-067316572470}"/>
          </ac:spMkLst>
        </pc:spChg>
        <pc:spChg chg="add mod">
          <ac:chgData name="Murzio Luca" userId="62ead766-6eaf-4057-bb25-25909a8c13e9" providerId="ADAL" clId="{3FA68CEF-BA90-4830-B164-02BEB71A7E1D}" dt="2026-06-29T10:11:56.801" v="13431" actId="1036"/>
          <ac:spMkLst>
            <pc:docMk/>
            <pc:sldMk cId="1647722935" sldId="433"/>
            <ac:spMk id="7" creationId="{88B70732-7175-7074-618E-425DB593BF13}"/>
          </ac:spMkLst>
        </pc:spChg>
        <pc:spChg chg="mod">
          <ac:chgData name="Murzio Luca" userId="62ead766-6eaf-4057-bb25-25909a8c13e9" providerId="ADAL" clId="{3FA68CEF-BA90-4830-B164-02BEB71A7E1D}" dt="2026-06-29T10:11:56.801" v="13431" actId="1036"/>
          <ac:spMkLst>
            <pc:docMk/>
            <pc:sldMk cId="1647722935" sldId="433"/>
            <ac:spMk id="8" creationId="{8B61AC9B-67DF-C829-C6B9-C584D63B4491}"/>
          </ac:spMkLst>
        </pc:spChg>
        <pc:spChg chg="mod">
          <ac:chgData name="Murzio Luca" userId="62ead766-6eaf-4057-bb25-25909a8c13e9" providerId="ADAL" clId="{3FA68CEF-BA90-4830-B164-02BEB71A7E1D}" dt="2026-06-29T10:11:56.801" v="13431" actId="1036"/>
          <ac:spMkLst>
            <pc:docMk/>
            <pc:sldMk cId="1647722935" sldId="433"/>
            <ac:spMk id="9" creationId="{ED65C0E9-5D87-4B97-C1B7-D7A061DDCE97}"/>
          </ac:spMkLst>
        </pc:spChg>
        <pc:spChg chg="add mod">
          <ac:chgData name="Murzio Luca" userId="62ead766-6eaf-4057-bb25-25909a8c13e9" providerId="ADAL" clId="{3FA68CEF-BA90-4830-B164-02BEB71A7E1D}" dt="2026-06-29T10:08:26.003" v="13398"/>
          <ac:spMkLst>
            <pc:docMk/>
            <pc:sldMk cId="1647722935" sldId="433"/>
            <ac:spMk id="10" creationId="{D95F1015-DABD-58A2-768A-62884FD8CF49}"/>
          </ac:spMkLst>
        </pc:spChg>
        <pc:spChg chg="mod">
          <ac:chgData name="Murzio Luca" userId="62ead766-6eaf-4057-bb25-25909a8c13e9" providerId="ADAL" clId="{3FA68CEF-BA90-4830-B164-02BEB71A7E1D}" dt="2026-06-29T10:12:03.163" v="13433" actId="1036"/>
          <ac:spMkLst>
            <pc:docMk/>
            <pc:sldMk cId="1647722935" sldId="433"/>
            <ac:spMk id="11" creationId="{CBEF6AA5-5795-A280-DC56-BF01C7C0FF05}"/>
          </ac:spMkLst>
        </pc:spChg>
        <pc:spChg chg="mod">
          <ac:chgData name="Murzio Luca" userId="62ead766-6eaf-4057-bb25-25909a8c13e9" providerId="ADAL" clId="{3FA68CEF-BA90-4830-B164-02BEB71A7E1D}" dt="2026-06-29T10:12:03.163" v="13433" actId="1036"/>
          <ac:spMkLst>
            <pc:docMk/>
            <pc:sldMk cId="1647722935" sldId="433"/>
            <ac:spMk id="12" creationId="{C7A0EAFA-C8A6-FCC9-598D-E095F8A249A4}"/>
          </ac:spMkLst>
        </pc:spChg>
        <pc:spChg chg="mod">
          <ac:chgData name="Murzio Luca" userId="62ead766-6eaf-4057-bb25-25909a8c13e9" providerId="ADAL" clId="{3FA68CEF-BA90-4830-B164-02BEB71A7E1D}" dt="2026-06-29T10:12:03.163" v="13433" actId="1036"/>
          <ac:spMkLst>
            <pc:docMk/>
            <pc:sldMk cId="1647722935" sldId="433"/>
            <ac:spMk id="13" creationId="{F17AF3CF-3DC7-6868-2EA9-FB42DA599CF5}"/>
          </ac:spMkLst>
        </pc:spChg>
        <pc:spChg chg="mod">
          <ac:chgData name="Murzio Luca" userId="62ead766-6eaf-4057-bb25-25909a8c13e9" providerId="ADAL" clId="{3FA68CEF-BA90-4830-B164-02BEB71A7E1D}" dt="2026-06-29T10:12:03.163" v="13433" actId="1036"/>
          <ac:spMkLst>
            <pc:docMk/>
            <pc:sldMk cId="1647722935" sldId="433"/>
            <ac:spMk id="14" creationId="{3B76BF2E-2DC7-23CD-BBB2-0259B1665CC0}"/>
          </ac:spMkLst>
        </pc:spChg>
        <pc:spChg chg="mod">
          <ac:chgData name="Murzio Luca" userId="62ead766-6eaf-4057-bb25-25909a8c13e9" providerId="ADAL" clId="{3FA68CEF-BA90-4830-B164-02BEB71A7E1D}" dt="2026-06-29T10:12:12.024" v="13435" actId="1036"/>
          <ac:spMkLst>
            <pc:docMk/>
            <pc:sldMk cId="1647722935" sldId="433"/>
            <ac:spMk id="16" creationId="{B4D12AE8-8205-2A87-23F8-3469DA68A774}"/>
          </ac:spMkLst>
        </pc:spChg>
        <pc:spChg chg="mod">
          <ac:chgData name="Murzio Luca" userId="62ead766-6eaf-4057-bb25-25909a8c13e9" providerId="ADAL" clId="{3FA68CEF-BA90-4830-B164-02BEB71A7E1D}" dt="2026-06-29T10:12:12.024" v="13435" actId="1036"/>
          <ac:spMkLst>
            <pc:docMk/>
            <pc:sldMk cId="1647722935" sldId="433"/>
            <ac:spMk id="17" creationId="{57DA088D-CD9A-EAE6-F1ED-C4EE426966C4}"/>
          </ac:spMkLst>
        </pc:spChg>
        <pc:spChg chg="add mod">
          <ac:chgData name="Murzio Luca" userId="62ead766-6eaf-4057-bb25-25909a8c13e9" providerId="ADAL" clId="{3FA68CEF-BA90-4830-B164-02BEB71A7E1D}" dt="2026-06-29T10:12:12.024" v="13435" actId="1036"/>
          <ac:spMkLst>
            <pc:docMk/>
            <pc:sldMk cId="1647722935" sldId="433"/>
            <ac:spMk id="18" creationId="{4DD66DF4-6190-07FF-BBCC-AFA09E35FA8A}"/>
          </ac:spMkLst>
        </pc:spChg>
        <pc:spChg chg="mod">
          <ac:chgData name="Murzio Luca" userId="62ead766-6eaf-4057-bb25-25909a8c13e9" providerId="ADAL" clId="{3FA68CEF-BA90-4830-B164-02BEB71A7E1D}" dt="2026-06-29T10:12:12.024" v="13435" actId="1036"/>
          <ac:spMkLst>
            <pc:docMk/>
            <pc:sldMk cId="1647722935" sldId="433"/>
            <ac:spMk id="19" creationId="{BE4BD00C-2E59-89AB-7CCC-AB59008FC87F}"/>
          </ac:spMkLst>
        </pc:spChg>
        <pc:spChg chg="mod">
          <ac:chgData name="Murzio Luca" userId="62ead766-6eaf-4057-bb25-25909a8c13e9" providerId="ADAL" clId="{3FA68CEF-BA90-4830-B164-02BEB71A7E1D}" dt="2026-06-29T10:11:01.038" v="13429" actId="207"/>
          <ac:spMkLst>
            <pc:docMk/>
            <pc:sldMk cId="1647722935" sldId="433"/>
            <ac:spMk id="25" creationId="{9B9AF7FA-0B28-0E7B-2738-521EAF2E8C61}"/>
          </ac:spMkLst>
        </pc:spChg>
        <pc:spChg chg="mod">
          <ac:chgData name="Murzio Luca" userId="62ead766-6eaf-4057-bb25-25909a8c13e9" providerId="ADAL" clId="{3FA68CEF-BA90-4830-B164-02BEB71A7E1D}" dt="2026-06-29T10:12:17.249" v="13437" actId="1036"/>
          <ac:spMkLst>
            <pc:docMk/>
            <pc:sldMk cId="1647722935" sldId="433"/>
            <ac:spMk id="26" creationId="{DA382660-02FF-0B49-278E-606625F6A4B0}"/>
          </ac:spMkLst>
        </pc:spChg>
        <pc:spChg chg="mod">
          <ac:chgData name="Murzio Luca" userId="62ead766-6eaf-4057-bb25-25909a8c13e9" providerId="ADAL" clId="{3FA68CEF-BA90-4830-B164-02BEB71A7E1D}" dt="2026-06-29T10:12:17.249" v="13437" actId="1036"/>
          <ac:spMkLst>
            <pc:docMk/>
            <pc:sldMk cId="1647722935" sldId="433"/>
            <ac:spMk id="27" creationId="{5CE28A76-1FEF-2C13-8C73-4F10CD6117F0}"/>
          </ac:spMkLst>
        </pc:spChg>
        <pc:spChg chg="add mod">
          <ac:chgData name="Murzio Luca" userId="62ead766-6eaf-4057-bb25-25909a8c13e9" providerId="ADAL" clId="{3FA68CEF-BA90-4830-B164-02BEB71A7E1D}" dt="2026-06-29T10:12:17.249" v="13437" actId="1036"/>
          <ac:spMkLst>
            <pc:docMk/>
            <pc:sldMk cId="1647722935" sldId="433"/>
            <ac:spMk id="28" creationId="{5E69BA09-97FE-1349-CC23-7B17877EAC14}"/>
          </ac:spMkLst>
        </pc:spChg>
        <pc:spChg chg="add mod">
          <ac:chgData name="Murzio Luca" userId="62ead766-6eaf-4057-bb25-25909a8c13e9" providerId="ADAL" clId="{3FA68CEF-BA90-4830-B164-02BEB71A7E1D}" dt="2026-06-29T10:12:17.249" v="13437" actId="1036"/>
          <ac:spMkLst>
            <pc:docMk/>
            <pc:sldMk cId="1647722935" sldId="433"/>
            <ac:spMk id="29" creationId="{DA63F19B-2E17-6403-592C-95EFEDF511EF}"/>
          </ac:spMkLst>
        </pc:spChg>
        <pc:spChg chg="mod">
          <ac:chgData name="Murzio Luca" userId="62ead766-6eaf-4057-bb25-25909a8c13e9" providerId="ADAL" clId="{3FA68CEF-BA90-4830-B164-02BEB71A7E1D}" dt="2026-06-29T10:15:09.602" v="13459" actId="20577"/>
          <ac:spMkLst>
            <pc:docMk/>
            <pc:sldMk cId="1647722935" sldId="433"/>
            <ac:spMk id="35" creationId="{B86814DA-F2C8-B6B5-FEE2-B16D731486BD}"/>
          </ac:spMkLst>
        </pc:spChg>
        <pc:spChg chg="add mod">
          <ac:chgData name="Murzio Luca" userId="62ead766-6eaf-4057-bb25-25909a8c13e9" providerId="ADAL" clId="{3FA68CEF-BA90-4830-B164-02BEB71A7E1D}" dt="2026-06-29T10:14:54.914" v="13453" actId="1035"/>
          <ac:spMkLst>
            <pc:docMk/>
            <pc:sldMk cId="1647722935" sldId="433"/>
            <ac:spMk id="36" creationId="{19E74F0F-BC78-9331-29C0-9C552605B1A4}"/>
          </ac:spMkLst>
        </pc:spChg>
        <pc:picChg chg="mod">
          <ac:chgData name="Murzio Luca" userId="62ead766-6eaf-4057-bb25-25909a8c13e9" providerId="ADAL" clId="{3FA68CEF-BA90-4830-B164-02BEB71A7E1D}" dt="2026-06-29T10:14:54.914" v="13453" actId="1035"/>
          <ac:picMkLst>
            <pc:docMk/>
            <pc:sldMk cId="1647722935" sldId="433"/>
            <ac:picMk id="37" creationId="{24FFF287-7628-2631-1C6A-F5CE7621659F}"/>
          </ac:picMkLst>
        </pc:picChg>
      </pc:sldChg>
      <pc:sldChg chg="modSp add mod">
        <pc:chgData name="Murzio Luca" userId="62ead766-6eaf-4057-bb25-25909a8c13e9" providerId="ADAL" clId="{3FA68CEF-BA90-4830-B164-02BEB71A7E1D}" dt="2026-06-29T10:16:43.654" v="13533" actId="20577"/>
        <pc:sldMkLst>
          <pc:docMk/>
          <pc:sldMk cId="3841966066" sldId="434"/>
        </pc:sldMkLst>
        <pc:spChg chg="mod">
          <ac:chgData name="Murzio Luca" userId="62ead766-6eaf-4057-bb25-25909a8c13e9" providerId="ADAL" clId="{3FA68CEF-BA90-4830-B164-02BEB71A7E1D}" dt="2026-06-29T10:16:43.654" v="13533" actId="20577"/>
          <ac:spMkLst>
            <pc:docMk/>
            <pc:sldMk cId="3841966066" sldId="434"/>
            <ac:spMk id="4" creationId="{6699A007-B032-9D47-3023-695A6506685A}"/>
          </ac:spMkLst>
        </pc:spChg>
      </pc:sldChg>
      <pc:sldChg chg="addSp delSp modSp new mod">
        <pc:chgData name="Murzio Luca" userId="62ead766-6eaf-4057-bb25-25909a8c13e9" providerId="ADAL" clId="{3FA68CEF-BA90-4830-B164-02BEB71A7E1D}" dt="2026-06-29T13:28:00.898" v="13935" actId="1076"/>
        <pc:sldMkLst>
          <pc:docMk/>
          <pc:sldMk cId="3012495634" sldId="435"/>
        </pc:sldMkLst>
        <pc:spChg chg="mod">
          <ac:chgData name="Murzio Luca" userId="62ead766-6eaf-4057-bb25-25909a8c13e9" providerId="ADAL" clId="{3FA68CEF-BA90-4830-B164-02BEB71A7E1D}" dt="2026-06-29T10:27:09.866" v="13731" actId="20577"/>
          <ac:spMkLst>
            <pc:docMk/>
            <pc:sldMk cId="3012495634" sldId="435"/>
            <ac:spMk id="2" creationId="{9CD41BD5-8904-EDD9-BC18-752E2DC62484}"/>
          </ac:spMkLst>
        </pc:spChg>
        <pc:spChg chg="add mod">
          <ac:chgData name="Murzio Luca" userId="62ead766-6eaf-4057-bb25-25909a8c13e9" providerId="ADAL" clId="{3FA68CEF-BA90-4830-B164-02BEB71A7E1D}" dt="2026-06-29T13:21:19.077" v="13914" actId="207"/>
          <ac:spMkLst>
            <pc:docMk/>
            <pc:sldMk cId="3012495634" sldId="435"/>
            <ac:spMk id="40" creationId="{35ECDC02-FB96-3580-0A20-2FCE2145D6C6}"/>
          </ac:spMkLst>
        </pc:spChg>
        <pc:picChg chg="add mod">
          <ac:chgData name="Murzio Luca" userId="62ead766-6eaf-4057-bb25-25909a8c13e9" providerId="ADAL" clId="{3FA68CEF-BA90-4830-B164-02BEB71A7E1D}" dt="2026-06-29T13:28:00.898" v="13935" actId="1076"/>
          <ac:picMkLst>
            <pc:docMk/>
            <pc:sldMk cId="3012495634" sldId="435"/>
            <ac:picMk id="1042" creationId="{21703DF9-A1C1-C963-7925-27E1FC2E8347}"/>
          </ac:picMkLst>
        </pc:picChg>
      </pc:sldChg>
      <pc:sldChg chg="modSp add mod">
        <pc:chgData name="Murzio Luca" userId="62ead766-6eaf-4057-bb25-25909a8c13e9" providerId="ADAL" clId="{3FA68CEF-BA90-4830-B164-02BEB71A7E1D}" dt="2026-06-29T13:35:36.670" v="14391" actId="14100"/>
        <pc:sldMkLst>
          <pc:docMk/>
          <pc:sldMk cId="910508369" sldId="437"/>
        </pc:sldMkLst>
        <pc:spChg chg="mod">
          <ac:chgData name="Murzio Luca" userId="62ead766-6eaf-4057-bb25-25909a8c13e9" providerId="ADAL" clId="{3FA68CEF-BA90-4830-B164-02BEB71A7E1D}" dt="2026-06-29T13:31:22.469" v="13967" actId="20577"/>
          <ac:spMkLst>
            <pc:docMk/>
            <pc:sldMk cId="910508369" sldId="437"/>
            <ac:spMk id="2" creationId="{02775433-B15C-D036-44E6-95E3E5B39D49}"/>
          </ac:spMkLst>
        </pc:spChg>
        <pc:graphicFrameChg chg="mod modGraphic">
          <ac:chgData name="Murzio Luca" userId="62ead766-6eaf-4057-bb25-25909a8c13e9" providerId="ADAL" clId="{3FA68CEF-BA90-4830-B164-02BEB71A7E1D}" dt="2026-06-29T13:35:36.670" v="14391" actId="14100"/>
          <ac:graphicFrameMkLst>
            <pc:docMk/>
            <pc:sldMk cId="910508369" sldId="437"/>
            <ac:graphicFrameMk id="9" creationId="{E01AAA7F-9894-E79D-92CD-4EED02B3E970}"/>
          </ac:graphicFrameMkLst>
        </pc:graphicFrameChg>
      </pc:sldChg>
      <pc:sldMasterChg chg="delSldLayout">
        <pc:chgData name="Murzio Luca" userId="62ead766-6eaf-4057-bb25-25909a8c13e9" providerId="ADAL" clId="{3FA68CEF-BA90-4830-B164-02BEB71A7E1D}" dt="2026-06-29T13:30:46.745" v="13941" actId="47"/>
        <pc:sldMasterMkLst>
          <pc:docMk/>
          <pc:sldMasterMk cId="0" sldId="2147483675"/>
        </pc:sldMasterMkLst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D1F62B-6749-4127-BF33-B948C18E53A1}" type="doc">
      <dgm:prSet loTypeId="urn:microsoft.com/office/officeart/2005/8/layout/pList2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it-IT"/>
        </a:p>
      </dgm:t>
    </dgm:pt>
    <dgm:pt modelId="{2FB198A0-1714-4D5D-8656-E075BCF10151}">
      <dgm:prSet phldrT="[Testo]"/>
      <dgm:spPr>
        <a:ln>
          <a:solidFill>
            <a:srgbClr val="C20E1A"/>
          </a:solidFill>
        </a:ln>
      </dgm:spPr>
      <dgm:t>
        <a:bodyPr/>
        <a:lstStyle/>
        <a:p>
          <a:pPr>
            <a:buNone/>
          </a:pPr>
          <a:r>
            <a:rPr lang="it-IT" b="1" dirty="0"/>
            <a:t>Tabelle temporanee</a:t>
          </a:r>
          <a:endParaRPr lang="it-IT" dirty="0"/>
        </a:p>
      </dgm:t>
    </dgm:pt>
    <dgm:pt modelId="{61A79EF9-7BEC-42D8-999F-5525070377BE}" type="parTrans" cxnId="{22E17AE5-481C-44B1-BAEC-8A9615112D17}">
      <dgm:prSet/>
      <dgm:spPr/>
      <dgm:t>
        <a:bodyPr/>
        <a:lstStyle/>
        <a:p>
          <a:endParaRPr lang="it-IT"/>
        </a:p>
      </dgm:t>
    </dgm:pt>
    <dgm:pt modelId="{C4510213-4CD4-4865-91F9-9490F01B9AF6}" type="sibTrans" cxnId="{22E17AE5-481C-44B1-BAEC-8A9615112D17}">
      <dgm:prSet/>
      <dgm:spPr/>
      <dgm:t>
        <a:bodyPr/>
        <a:lstStyle/>
        <a:p>
          <a:endParaRPr lang="it-IT"/>
        </a:p>
      </dgm:t>
    </dgm:pt>
    <dgm:pt modelId="{0DEA05F1-C0DA-42CA-B513-1D07AE7C3B4B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A cosa servono</a:t>
          </a:r>
        </a:p>
      </dgm:t>
    </dgm:pt>
    <dgm:pt modelId="{61042808-7344-4A32-8299-4EF8AF4747DA}" type="parTrans" cxnId="{F4C146D5-3401-4867-A6DB-77E7BC0DBCC4}">
      <dgm:prSet/>
      <dgm:spPr/>
      <dgm:t>
        <a:bodyPr/>
        <a:lstStyle/>
        <a:p>
          <a:endParaRPr lang="it-IT"/>
        </a:p>
      </dgm:t>
    </dgm:pt>
    <dgm:pt modelId="{5B49E091-3E50-40C8-AF98-D2DBF1FF1F39}" type="sibTrans" cxnId="{F4C146D5-3401-4867-A6DB-77E7BC0DBCC4}">
      <dgm:prSet/>
      <dgm:spPr/>
      <dgm:t>
        <a:bodyPr/>
        <a:lstStyle/>
        <a:p>
          <a:endParaRPr lang="it-IT"/>
        </a:p>
      </dgm:t>
    </dgm:pt>
    <dgm:pt modelId="{1DD11827-D47B-4997-B821-EB0203AD2F2B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Temporanee globali</a:t>
          </a:r>
        </a:p>
      </dgm:t>
    </dgm:pt>
    <dgm:pt modelId="{8C60E279-DCCD-434F-9122-41C31BE98F30}" type="parTrans" cxnId="{28EB3FBF-2885-4367-9D65-494221D09C5E}">
      <dgm:prSet/>
      <dgm:spPr/>
      <dgm:t>
        <a:bodyPr/>
        <a:lstStyle/>
        <a:p>
          <a:endParaRPr lang="it-IT"/>
        </a:p>
      </dgm:t>
    </dgm:pt>
    <dgm:pt modelId="{157E78DD-7021-444C-8724-FBACA241AC21}" type="sibTrans" cxnId="{28EB3FBF-2885-4367-9D65-494221D09C5E}">
      <dgm:prSet/>
      <dgm:spPr/>
      <dgm:t>
        <a:bodyPr/>
        <a:lstStyle/>
        <a:p>
          <a:endParaRPr lang="it-IT"/>
        </a:p>
      </dgm:t>
    </dgm:pt>
    <dgm:pt modelId="{51C28666-D447-4B0A-9D45-58EAAAF4C45B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None/>
          </a:pPr>
          <a:r>
            <a:rPr lang="it-IT" b="1" dirty="0"/>
            <a:t>Table </a:t>
          </a:r>
          <a:r>
            <a:rPr lang="it-IT" b="1" dirty="0" err="1"/>
            <a:t>variable</a:t>
          </a:r>
          <a:endParaRPr lang="it-IT" b="1" dirty="0"/>
        </a:p>
      </dgm:t>
    </dgm:pt>
    <dgm:pt modelId="{4603A966-9B49-4831-8263-104779E5CE66}" type="parTrans" cxnId="{FCFA18B9-FA7D-411B-A9B7-70C9B8E67110}">
      <dgm:prSet/>
      <dgm:spPr/>
      <dgm:t>
        <a:bodyPr/>
        <a:lstStyle/>
        <a:p>
          <a:endParaRPr lang="it-IT"/>
        </a:p>
      </dgm:t>
    </dgm:pt>
    <dgm:pt modelId="{3994FE86-EFE3-43FE-85C1-A1162D6271C7}" type="sibTrans" cxnId="{FCFA18B9-FA7D-411B-A9B7-70C9B8E67110}">
      <dgm:prSet/>
      <dgm:spPr/>
      <dgm:t>
        <a:bodyPr/>
        <a:lstStyle/>
        <a:p>
          <a:endParaRPr lang="it-IT"/>
        </a:p>
      </dgm:t>
    </dgm:pt>
    <dgm:pt modelId="{53108772-0380-4A20-BA63-BA632A278629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Definizione</a:t>
          </a:r>
        </a:p>
      </dgm:t>
    </dgm:pt>
    <dgm:pt modelId="{EA984A75-1A4C-4479-88BE-94DB790DD3DB}" type="parTrans" cxnId="{194F612F-7D47-4E05-807E-D3370B1BBAC4}">
      <dgm:prSet/>
      <dgm:spPr/>
      <dgm:t>
        <a:bodyPr/>
        <a:lstStyle/>
        <a:p>
          <a:endParaRPr lang="it-IT"/>
        </a:p>
      </dgm:t>
    </dgm:pt>
    <dgm:pt modelId="{B3C3CB41-C4A7-4FC1-A945-78D49F483F33}" type="sibTrans" cxnId="{194F612F-7D47-4E05-807E-D3370B1BBAC4}">
      <dgm:prSet/>
      <dgm:spPr/>
      <dgm:t>
        <a:bodyPr/>
        <a:lstStyle/>
        <a:p>
          <a:endParaRPr lang="it-IT"/>
        </a:p>
      </dgm:t>
    </dgm:pt>
    <dgm:pt modelId="{D27FDA1A-92E1-45CC-80EC-FEB6EDAF8063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#table vs @table</a:t>
          </a:r>
        </a:p>
      </dgm:t>
    </dgm:pt>
    <dgm:pt modelId="{FF16E574-AE17-4ECF-AA07-789695DB4AA0}" type="parTrans" cxnId="{D590EC09-0DAC-4CCD-B16D-4AC385B2CA51}">
      <dgm:prSet/>
      <dgm:spPr/>
      <dgm:t>
        <a:bodyPr/>
        <a:lstStyle/>
        <a:p>
          <a:endParaRPr lang="it-IT"/>
        </a:p>
      </dgm:t>
    </dgm:pt>
    <dgm:pt modelId="{EA72DAD2-E33C-4B5F-AB5F-6DAC7129A25A}" type="sibTrans" cxnId="{D590EC09-0DAC-4CCD-B16D-4AC385B2CA51}">
      <dgm:prSet/>
      <dgm:spPr/>
      <dgm:t>
        <a:bodyPr/>
        <a:lstStyle/>
        <a:p>
          <a:endParaRPr lang="it-IT"/>
        </a:p>
      </dgm:t>
    </dgm:pt>
    <dgm:pt modelId="{5CBF31A6-E422-4451-B62E-737400DA8498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None/>
          </a:pPr>
          <a:r>
            <a:rPr lang="it-IT" b="1" dirty="0" err="1"/>
            <a:t>TempDB</a:t>
          </a:r>
          <a:r>
            <a:rPr lang="it-IT" b="1" dirty="0"/>
            <a:t> e performance</a:t>
          </a:r>
          <a:endParaRPr lang="it-IT" dirty="0"/>
        </a:p>
      </dgm:t>
    </dgm:pt>
    <dgm:pt modelId="{8CA55899-402A-419A-953C-E4450B950111}" type="parTrans" cxnId="{5E856F7F-9F16-44C8-8344-BDD5222D54C6}">
      <dgm:prSet/>
      <dgm:spPr/>
      <dgm:t>
        <a:bodyPr/>
        <a:lstStyle/>
        <a:p>
          <a:endParaRPr lang="it-IT"/>
        </a:p>
      </dgm:t>
    </dgm:pt>
    <dgm:pt modelId="{1E6245A8-C582-42F7-B1C4-717977BAED51}" type="sibTrans" cxnId="{5E856F7F-9F16-44C8-8344-BDD5222D54C6}">
      <dgm:prSet/>
      <dgm:spPr/>
      <dgm:t>
        <a:bodyPr/>
        <a:lstStyle/>
        <a:p>
          <a:endParaRPr lang="it-IT"/>
        </a:p>
      </dgm:t>
    </dgm:pt>
    <dgm:pt modelId="{F75A4402-9271-46B7-AED0-2D3032068868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Risorsa condivisa</a:t>
          </a:r>
        </a:p>
      </dgm:t>
    </dgm:pt>
    <dgm:pt modelId="{3528218E-A868-4FA3-94C8-4CF601B7317A}" type="parTrans" cxnId="{C176A59E-F2FC-40E0-8A22-07A5E1B41A00}">
      <dgm:prSet/>
      <dgm:spPr/>
      <dgm:t>
        <a:bodyPr/>
        <a:lstStyle/>
        <a:p>
          <a:endParaRPr lang="it-IT"/>
        </a:p>
      </dgm:t>
    </dgm:pt>
    <dgm:pt modelId="{ED4A72D2-A54A-40D1-88E6-4C67004BDE73}" type="sibTrans" cxnId="{C176A59E-F2FC-40E0-8A22-07A5E1B41A00}">
      <dgm:prSet/>
      <dgm:spPr/>
      <dgm:t>
        <a:bodyPr/>
        <a:lstStyle/>
        <a:p>
          <a:endParaRPr lang="it-IT"/>
        </a:p>
      </dgm:t>
    </dgm:pt>
    <dgm:pt modelId="{60FF2340-5FB3-490D-A782-4C3761E9BC47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Le contese	</a:t>
          </a:r>
        </a:p>
      </dgm:t>
    </dgm:pt>
    <dgm:pt modelId="{55579DFD-3431-4AA4-94B1-C1C89F094C11}" type="parTrans" cxnId="{CDDF9531-5472-4F21-A54A-7BFB09D1F544}">
      <dgm:prSet/>
      <dgm:spPr/>
      <dgm:t>
        <a:bodyPr/>
        <a:lstStyle/>
        <a:p>
          <a:endParaRPr lang="it-IT"/>
        </a:p>
      </dgm:t>
    </dgm:pt>
    <dgm:pt modelId="{C4D80E53-2208-40C2-9B2F-C1BF32EABC2E}" type="sibTrans" cxnId="{CDDF9531-5472-4F21-A54A-7BFB09D1F544}">
      <dgm:prSet/>
      <dgm:spPr/>
      <dgm:t>
        <a:bodyPr/>
        <a:lstStyle/>
        <a:p>
          <a:endParaRPr lang="it-IT"/>
        </a:p>
      </dgm:t>
    </dgm:pt>
    <dgm:pt modelId="{69F305E5-F72E-496A-B695-369648AE165F}">
      <dgm:prSet/>
      <dgm:spPr>
        <a:ln>
          <a:solidFill>
            <a:srgbClr val="C20E1A"/>
          </a:solidFill>
        </a:ln>
      </dgm:spPr>
      <dgm:t>
        <a:bodyPr anchor="t" anchorCtr="0"/>
        <a:lstStyle/>
        <a:p>
          <a:pPr>
            <a:buNone/>
          </a:pPr>
          <a:r>
            <a:rPr lang="it-IT" b="1" dirty="0"/>
            <a:t>Best practices</a:t>
          </a:r>
        </a:p>
      </dgm:t>
    </dgm:pt>
    <dgm:pt modelId="{17225EA7-43C5-4888-8D23-0F6F264200E6}" type="parTrans" cxnId="{F7C931B7-680E-4C1F-BED9-6BB851C3A0D1}">
      <dgm:prSet/>
      <dgm:spPr/>
      <dgm:t>
        <a:bodyPr/>
        <a:lstStyle/>
        <a:p>
          <a:endParaRPr lang="it-IT"/>
        </a:p>
      </dgm:t>
    </dgm:pt>
    <dgm:pt modelId="{C47C920A-CF95-489A-BD08-FFAF01D67A5C}" type="sibTrans" cxnId="{F7C931B7-680E-4C1F-BED9-6BB851C3A0D1}">
      <dgm:prSet/>
      <dgm:spPr/>
      <dgm:t>
        <a:bodyPr/>
        <a:lstStyle/>
        <a:p>
          <a:endParaRPr lang="it-IT"/>
        </a:p>
      </dgm:t>
    </dgm:pt>
    <dgm:pt modelId="{C7011348-2CFD-44F3-AC0C-D9D086B35A25}">
      <dgm:prSet/>
      <dgm:spPr>
        <a:ln>
          <a:solidFill>
            <a:srgbClr val="C20E1A"/>
          </a:solidFill>
        </a:ln>
      </dgm:spPr>
      <dgm:t>
        <a:bodyPr anchor="t" anchorCtr="0"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#temp vs @table</a:t>
          </a:r>
        </a:p>
      </dgm:t>
    </dgm:pt>
    <dgm:pt modelId="{92328D12-4706-493E-9490-38DC6F7B6639}" type="parTrans" cxnId="{1440EA77-F7BB-43DC-90A4-170B59532FB1}">
      <dgm:prSet/>
      <dgm:spPr/>
      <dgm:t>
        <a:bodyPr/>
        <a:lstStyle/>
        <a:p>
          <a:endParaRPr lang="it-IT"/>
        </a:p>
      </dgm:t>
    </dgm:pt>
    <dgm:pt modelId="{3E1FCB56-4E52-4BAF-9056-9369D54A15A6}" type="sibTrans" cxnId="{1440EA77-F7BB-43DC-90A4-170B59532FB1}">
      <dgm:prSet/>
      <dgm:spPr/>
      <dgm:t>
        <a:bodyPr/>
        <a:lstStyle/>
        <a:p>
          <a:endParaRPr lang="it-IT"/>
        </a:p>
      </dgm:t>
    </dgm:pt>
    <dgm:pt modelId="{89307159-CA4D-4F43-BA44-6565A33337C0}">
      <dgm:prSet/>
      <dgm:spPr>
        <a:ln>
          <a:solidFill>
            <a:srgbClr val="C20E1A"/>
          </a:solidFill>
        </a:ln>
      </dgm:spPr>
      <dgm:t>
        <a:bodyPr anchor="t" anchorCtr="0"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vs CTE / </a:t>
          </a:r>
          <a:r>
            <a:rPr lang="it-IT" dirty="0" err="1"/>
            <a:t>subquery</a:t>
          </a:r>
          <a:endParaRPr lang="it-IT" dirty="0"/>
        </a:p>
      </dgm:t>
    </dgm:pt>
    <dgm:pt modelId="{6B74DE3D-771D-41B6-AD18-1A60CF318FB4}" type="parTrans" cxnId="{F4746799-FDC0-4641-BCD2-8AF6A8D84071}">
      <dgm:prSet/>
      <dgm:spPr/>
      <dgm:t>
        <a:bodyPr/>
        <a:lstStyle/>
        <a:p>
          <a:endParaRPr lang="it-IT"/>
        </a:p>
      </dgm:t>
    </dgm:pt>
    <dgm:pt modelId="{19633D06-9C39-4B46-9655-0E9C995AFBEF}" type="sibTrans" cxnId="{F4746799-FDC0-4641-BCD2-8AF6A8D84071}">
      <dgm:prSet/>
      <dgm:spPr/>
      <dgm:t>
        <a:bodyPr/>
        <a:lstStyle/>
        <a:p>
          <a:endParaRPr lang="it-IT"/>
        </a:p>
      </dgm:t>
    </dgm:pt>
    <dgm:pt modelId="{D7A3E1A8-F953-4931-89C4-2111F343AF5E}">
      <dgm:prSet/>
      <dgm:spPr>
        <a:ln>
          <a:solidFill>
            <a:srgbClr val="C20E1A"/>
          </a:solidFill>
        </a:ln>
      </dgm:spPr>
      <dgm:t>
        <a:bodyPr anchor="t" anchorCtr="0"/>
        <a:lstStyle/>
        <a:p>
          <a:pPr>
            <a:buFont typeface="Arial" panose="020B0604020202020204" pitchFamily="34" charset="0"/>
            <a:buChar char="•"/>
          </a:pPr>
          <a:endParaRPr lang="it-IT" dirty="0"/>
        </a:p>
      </dgm:t>
    </dgm:pt>
    <dgm:pt modelId="{6D7E97B8-41A8-402A-ACD8-D6116664AE22}" type="parTrans" cxnId="{19120D15-3091-477D-B7AC-37537A875D6A}">
      <dgm:prSet/>
      <dgm:spPr/>
      <dgm:t>
        <a:bodyPr/>
        <a:lstStyle/>
        <a:p>
          <a:endParaRPr lang="it-IT"/>
        </a:p>
      </dgm:t>
    </dgm:pt>
    <dgm:pt modelId="{E20B6921-B2A8-4698-81B7-B02A97683FA9}" type="sibTrans" cxnId="{19120D15-3091-477D-B7AC-37537A875D6A}">
      <dgm:prSet/>
      <dgm:spPr/>
      <dgm:t>
        <a:bodyPr/>
        <a:lstStyle/>
        <a:p>
          <a:endParaRPr lang="it-IT"/>
        </a:p>
      </dgm:t>
    </dgm:pt>
    <dgm:pt modelId="{CAECF960-A915-4FFC-B878-F2FA0211A3AB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Definizione e popolamento</a:t>
          </a:r>
        </a:p>
      </dgm:t>
    </dgm:pt>
    <dgm:pt modelId="{1D2AC0A8-5B52-4F2E-A610-720F3275DD43}" type="parTrans" cxnId="{94C0B550-9283-41BC-A9C7-AA9F46E70EF1}">
      <dgm:prSet/>
      <dgm:spPr/>
      <dgm:t>
        <a:bodyPr/>
        <a:lstStyle/>
        <a:p>
          <a:endParaRPr lang="it-IT"/>
        </a:p>
      </dgm:t>
    </dgm:pt>
    <dgm:pt modelId="{44468945-8B15-4C5A-9D29-397F77D64A3E}" type="sibTrans" cxnId="{94C0B550-9283-41BC-A9C7-AA9F46E70EF1}">
      <dgm:prSet/>
      <dgm:spPr/>
      <dgm:t>
        <a:bodyPr/>
        <a:lstStyle/>
        <a:p>
          <a:endParaRPr lang="it-IT"/>
        </a:p>
      </dgm:t>
    </dgm:pt>
    <dgm:pt modelId="{96A277A1-DD5D-4C59-9E32-CA89A9AE1824}">
      <dgm:prSet/>
      <dgm:spPr>
        <a:ln>
          <a:solidFill>
            <a:srgbClr val="C20E1A"/>
          </a:solidFill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dirty="0"/>
            <a:t>Temporanee locali</a:t>
          </a:r>
        </a:p>
      </dgm:t>
    </dgm:pt>
    <dgm:pt modelId="{FD03266C-128B-4C07-809B-297DC73D5C9D}" type="parTrans" cxnId="{201F2306-D8FA-4AAB-8C5C-F6369057FCDA}">
      <dgm:prSet/>
      <dgm:spPr/>
      <dgm:t>
        <a:bodyPr/>
        <a:lstStyle/>
        <a:p>
          <a:endParaRPr lang="it-IT"/>
        </a:p>
      </dgm:t>
    </dgm:pt>
    <dgm:pt modelId="{A3326E80-2B76-444A-AE13-914034AE1FDC}" type="sibTrans" cxnId="{201F2306-D8FA-4AAB-8C5C-F6369057FCDA}">
      <dgm:prSet/>
      <dgm:spPr/>
      <dgm:t>
        <a:bodyPr/>
        <a:lstStyle/>
        <a:p>
          <a:endParaRPr lang="it-IT"/>
        </a:p>
      </dgm:t>
    </dgm:pt>
    <dgm:pt modelId="{06DCDF8B-144A-4DDE-8C8C-AB0B5E551470}" type="pres">
      <dgm:prSet presAssocID="{A6D1F62B-6749-4127-BF33-B948C18E53A1}" presName="Name0" presStyleCnt="0">
        <dgm:presLayoutVars>
          <dgm:dir/>
          <dgm:resizeHandles val="exact"/>
        </dgm:presLayoutVars>
      </dgm:prSet>
      <dgm:spPr/>
    </dgm:pt>
    <dgm:pt modelId="{D27675B3-CBC1-4D81-AA80-13CE7334BE69}" type="pres">
      <dgm:prSet presAssocID="{A6D1F62B-6749-4127-BF33-B948C18E53A1}" presName="bkgdShp" presStyleLbl="alignAccFollowNode1" presStyleIdx="0" presStyleCnt="1" custLinFactNeighborX="-8" custLinFactNeighborY="465"/>
      <dgm:spPr>
        <a:ln>
          <a:solidFill>
            <a:srgbClr val="C20E1A">
              <a:alpha val="90000"/>
            </a:srgbClr>
          </a:solidFill>
        </a:ln>
      </dgm:spPr>
    </dgm:pt>
    <dgm:pt modelId="{63588C70-A0B9-44A7-AE9F-B257E34B8B88}" type="pres">
      <dgm:prSet presAssocID="{A6D1F62B-6749-4127-BF33-B948C18E53A1}" presName="linComp" presStyleCnt="0"/>
      <dgm:spPr/>
    </dgm:pt>
    <dgm:pt modelId="{61032929-C9AB-4203-B0C8-B19653CCFD80}" type="pres">
      <dgm:prSet presAssocID="{2FB198A0-1714-4D5D-8656-E075BCF10151}" presName="compNode" presStyleCnt="0"/>
      <dgm:spPr/>
    </dgm:pt>
    <dgm:pt modelId="{278E81E2-930D-4299-BB4A-429B1923B8CC}" type="pres">
      <dgm:prSet presAssocID="{2FB198A0-1714-4D5D-8656-E075BCF10151}" presName="node" presStyleLbl="node1" presStyleIdx="0" presStyleCnt="4">
        <dgm:presLayoutVars>
          <dgm:bulletEnabled val="1"/>
        </dgm:presLayoutVars>
      </dgm:prSet>
      <dgm:spPr/>
    </dgm:pt>
    <dgm:pt modelId="{7966EECC-426C-4BCE-B86F-5739FE724519}" type="pres">
      <dgm:prSet presAssocID="{2FB198A0-1714-4D5D-8656-E075BCF10151}" presName="invisiNode" presStyleLbl="node1" presStyleIdx="0" presStyleCnt="4"/>
      <dgm:spPr/>
    </dgm:pt>
    <dgm:pt modelId="{820E0940-A629-4F3E-BA84-620FC446B63B}" type="pres">
      <dgm:prSet presAssocID="{2FB198A0-1714-4D5D-8656-E075BCF10151}" presName="imagNode" presStyleLbl="fgImgPlace1" presStyleIdx="0" presStyleCnt="4"/>
      <dgm:spPr>
        <a:blipFill dpi="0" rotWithShape="1">
          <a:blip xmlns:r="http://schemas.openxmlformats.org/officeDocument/2006/relationships" r:embed="rId1"/>
          <a:srcRect/>
          <a:stretch>
            <a:fillRect l="15540" r="15540"/>
          </a:stretch>
        </a:blipFill>
        <a:ln>
          <a:solidFill>
            <a:srgbClr val="C20E1A"/>
          </a:solidFill>
        </a:ln>
      </dgm:spPr>
    </dgm:pt>
    <dgm:pt modelId="{D8783325-6210-4DED-9C6E-86BBF7F00C2D}" type="pres">
      <dgm:prSet presAssocID="{C4510213-4CD4-4865-91F9-9490F01B9AF6}" presName="sibTrans" presStyleLbl="sibTrans2D1" presStyleIdx="0" presStyleCnt="0"/>
      <dgm:spPr/>
    </dgm:pt>
    <dgm:pt modelId="{54798144-41ED-4E49-91CB-4D425676BDF3}" type="pres">
      <dgm:prSet presAssocID="{51C28666-D447-4B0A-9D45-58EAAAF4C45B}" presName="compNode" presStyleCnt="0"/>
      <dgm:spPr/>
    </dgm:pt>
    <dgm:pt modelId="{58EDBEB8-0D9B-41C8-BAC2-2E69CD618183}" type="pres">
      <dgm:prSet presAssocID="{51C28666-D447-4B0A-9D45-58EAAAF4C45B}" presName="node" presStyleLbl="node1" presStyleIdx="1" presStyleCnt="4">
        <dgm:presLayoutVars>
          <dgm:bulletEnabled val="1"/>
        </dgm:presLayoutVars>
      </dgm:prSet>
      <dgm:spPr/>
    </dgm:pt>
    <dgm:pt modelId="{B97801AF-267A-45C7-B996-9DF3BAA0A629}" type="pres">
      <dgm:prSet presAssocID="{51C28666-D447-4B0A-9D45-58EAAAF4C45B}" presName="invisiNode" presStyleLbl="node1" presStyleIdx="1" presStyleCnt="4"/>
      <dgm:spPr/>
    </dgm:pt>
    <dgm:pt modelId="{E6F33BB0-5AF0-4D49-A2DF-B843F0E6783C}" type="pres">
      <dgm:prSet presAssocID="{51C28666-D447-4B0A-9D45-58EAAAF4C45B}" presName="imagNode" presStyleLbl="fgImgPlace1" presStyleIdx="1" presStyleCnt="4"/>
      <dgm:spPr>
        <a:blipFill dpi="0" rotWithShape="1">
          <a:blip xmlns:r="http://schemas.openxmlformats.org/officeDocument/2006/relationships" r:embed="rId2"/>
          <a:srcRect/>
          <a:stretch>
            <a:fillRect l="15540" r="15540"/>
          </a:stretch>
        </a:blipFill>
        <a:ln>
          <a:solidFill>
            <a:srgbClr val="C20E1A"/>
          </a:solidFill>
        </a:ln>
      </dgm:spPr>
    </dgm:pt>
    <dgm:pt modelId="{4CAA2775-7F36-415D-841D-A58AA1687C77}" type="pres">
      <dgm:prSet presAssocID="{3994FE86-EFE3-43FE-85C1-A1162D6271C7}" presName="sibTrans" presStyleLbl="sibTrans2D1" presStyleIdx="0" presStyleCnt="0"/>
      <dgm:spPr/>
    </dgm:pt>
    <dgm:pt modelId="{829340DB-A550-4132-86C9-7C44F8539202}" type="pres">
      <dgm:prSet presAssocID="{5CBF31A6-E422-4451-B62E-737400DA8498}" presName="compNode" presStyleCnt="0"/>
      <dgm:spPr/>
    </dgm:pt>
    <dgm:pt modelId="{6A1F988B-DE1B-458A-9EA7-BB35FE57DC74}" type="pres">
      <dgm:prSet presAssocID="{5CBF31A6-E422-4451-B62E-737400DA8498}" presName="node" presStyleLbl="node1" presStyleIdx="2" presStyleCnt="4">
        <dgm:presLayoutVars>
          <dgm:bulletEnabled val="1"/>
        </dgm:presLayoutVars>
      </dgm:prSet>
      <dgm:spPr/>
    </dgm:pt>
    <dgm:pt modelId="{E98E9E03-768B-42F9-90ED-D7D598753E7F}" type="pres">
      <dgm:prSet presAssocID="{5CBF31A6-E422-4451-B62E-737400DA8498}" presName="invisiNode" presStyleLbl="node1" presStyleIdx="2" presStyleCnt="4"/>
      <dgm:spPr/>
    </dgm:pt>
    <dgm:pt modelId="{38AF4963-AAA9-4E30-ABE4-C8382111EE81}" type="pres">
      <dgm:prSet presAssocID="{5CBF31A6-E422-4451-B62E-737400DA8498}" presName="imagNode" presStyleLbl="fgImgPlace1" presStyleIdx="2" presStyleCnt="4"/>
      <dgm:spPr>
        <a:blipFill dpi="0" rotWithShape="1">
          <a:blip xmlns:r="http://schemas.openxmlformats.org/officeDocument/2006/relationships" r:embed="rId3"/>
          <a:srcRect/>
          <a:stretch>
            <a:fillRect l="15540" r="15540"/>
          </a:stretch>
        </a:blipFill>
        <a:ln>
          <a:solidFill>
            <a:srgbClr val="C20E1A"/>
          </a:solidFill>
        </a:ln>
      </dgm:spPr>
    </dgm:pt>
    <dgm:pt modelId="{BFEB1368-E2FF-42D5-A6E7-027ED0A9B185}" type="pres">
      <dgm:prSet presAssocID="{1E6245A8-C582-42F7-B1C4-717977BAED51}" presName="sibTrans" presStyleLbl="sibTrans2D1" presStyleIdx="0" presStyleCnt="0"/>
      <dgm:spPr/>
    </dgm:pt>
    <dgm:pt modelId="{CB0DA1CF-2E8A-4120-85BA-8F37B57B2A51}" type="pres">
      <dgm:prSet presAssocID="{69F305E5-F72E-496A-B695-369648AE165F}" presName="compNode" presStyleCnt="0"/>
      <dgm:spPr/>
    </dgm:pt>
    <dgm:pt modelId="{39E080BF-A278-4C2E-944E-BF966591CAC9}" type="pres">
      <dgm:prSet presAssocID="{69F305E5-F72E-496A-B695-369648AE165F}" presName="node" presStyleLbl="node1" presStyleIdx="3" presStyleCnt="4">
        <dgm:presLayoutVars>
          <dgm:bulletEnabled val="1"/>
        </dgm:presLayoutVars>
      </dgm:prSet>
      <dgm:spPr/>
    </dgm:pt>
    <dgm:pt modelId="{80CE2725-D237-4709-BDC7-6D9DE06CF7E1}" type="pres">
      <dgm:prSet presAssocID="{69F305E5-F72E-496A-B695-369648AE165F}" presName="invisiNode" presStyleLbl="node1" presStyleIdx="3" presStyleCnt="4"/>
      <dgm:spPr/>
    </dgm:pt>
    <dgm:pt modelId="{FFE68A80-8BD7-42B3-8EE4-2EDBA63F756C}" type="pres">
      <dgm:prSet presAssocID="{69F305E5-F72E-496A-B695-369648AE165F}" presName="imagNode" presStyleLbl="fgImgPlace1" presStyleIdx="3" presStyleCnt="4"/>
      <dgm:spPr>
        <a:blipFill dpi="0" rotWithShape="1">
          <a:blip xmlns:r="http://schemas.openxmlformats.org/officeDocument/2006/relationships" r:embed="rId4"/>
          <a:srcRect/>
          <a:stretch>
            <a:fillRect l="15540" r="15540"/>
          </a:stretch>
        </a:blipFill>
        <a:ln>
          <a:solidFill>
            <a:srgbClr val="C20E1A"/>
          </a:solidFill>
        </a:ln>
      </dgm:spPr>
    </dgm:pt>
  </dgm:ptLst>
  <dgm:cxnLst>
    <dgm:cxn modelId="{061A2F01-A49F-46F2-B49F-E1FAC049D12E}" type="presOf" srcId="{51C28666-D447-4B0A-9D45-58EAAAF4C45B}" destId="{58EDBEB8-0D9B-41C8-BAC2-2E69CD618183}" srcOrd="0" destOrd="0" presId="urn:microsoft.com/office/officeart/2005/8/layout/pList2"/>
    <dgm:cxn modelId="{DE0CAD01-65F3-43C2-A5F8-40D2D4B51070}" type="presOf" srcId="{D27FDA1A-92E1-45CC-80EC-FEB6EDAF8063}" destId="{58EDBEB8-0D9B-41C8-BAC2-2E69CD618183}" srcOrd="0" destOrd="2" presId="urn:microsoft.com/office/officeart/2005/8/layout/pList2"/>
    <dgm:cxn modelId="{201F2306-D8FA-4AAB-8C5C-F6369057FCDA}" srcId="{2FB198A0-1714-4D5D-8656-E075BCF10151}" destId="{96A277A1-DD5D-4C59-9E32-CA89A9AE1824}" srcOrd="1" destOrd="0" parTransId="{FD03266C-128B-4C07-809B-297DC73D5C9D}" sibTransId="{A3326E80-2B76-444A-AE13-914034AE1FDC}"/>
    <dgm:cxn modelId="{D590EC09-0DAC-4CCD-B16D-4AC385B2CA51}" srcId="{51C28666-D447-4B0A-9D45-58EAAAF4C45B}" destId="{D27FDA1A-92E1-45CC-80EC-FEB6EDAF8063}" srcOrd="1" destOrd="0" parTransId="{FF16E574-AE17-4ECF-AA07-789695DB4AA0}" sibTransId="{EA72DAD2-E33C-4B5F-AB5F-6DAC7129A25A}"/>
    <dgm:cxn modelId="{19120D15-3091-477D-B7AC-37537A875D6A}" srcId="{69F305E5-F72E-496A-B695-369648AE165F}" destId="{D7A3E1A8-F953-4931-89C4-2111F343AF5E}" srcOrd="2" destOrd="0" parTransId="{6D7E97B8-41A8-402A-ACD8-D6116664AE22}" sibTransId="{E20B6921-B2A8-4698-81B7-B02A97683FA9}"/>
    <dgm:cxn modelId="{3E2D4517-423D-4472-B254-43AF282FFF24}" type="presOf" srcId="{5CBF31A6-E422-4451-B62E-737400DA8498}" destId="{6A1F988B-DE1B-458A-9EA7-BB35FE57DC74}" srcOrd="0" destOrd="0" presId="urn:microsoft.com/office/officeart/2005/8/layout/pList2"/>
    <dgm:cxn modelId="{32DBFF1D-AD7B-4A37-82AC-149D66B6F876}" type="presOf" srcId="{1DD11827-D47B-4997-B821-EB0203AD2F2B}" destId="{278E81E2-930D-4299-BB4A-429B1923B8CC}" srcOrd="0" destOrd="3" presId="urn:microsoft.com/office/officeart/2005/8/layout/pList2"/>
    <dgm:cxn modelId="{194F612F-7D47-4E05-807E-D3370B1BBAC4}" srcId="{51C28666-D447-4B0A-9D45-58EAAAF4C45B}" destId="{53108772-0380-4A20-BA63-BA632A278629}" srcOrd="0" destOrd="0" parTransId="{EA984A75-1A4C-4479-88BE-94DB790DD3DB}" sibTransId="{B3C3CB41-C4A7-4FC1-A945-78D49F483F33}"/>
    <dgm:cxn modelId="{CDDF9531-5472-4F21-A54A-7BFB09D1F544}" srcId="{5CBF31A6-E422-4451-B62E-737400DA8498}" destId="{60FF2340-5FB3-490D-A782-4C3761E9BC47}" srcOrd="1" destOrd="0" parTransId="{55579DFD-3431-4AA4-94B1-C1C89F094C11}" sibTransId="{C4D80E53-2208-40C2-9B2F-C1BF32EABC2E}"/>
    <dgm:cxn modelId="{D7A5A235-3D5A-470E-B1F1-92AB1B2F10D9}" type="presOf" srcId="{89307159-CA4D-4F43-BA44-6565A33337C0}" destId="{39E080BF-A278-4C2E-944E-BF966591CAC9}" srcOrd="0" destOrd="2" presId="urn:microsoft.com/office/officeart/2005/8/layout/pList2"/>
    <dgm:cxn modelId="{39644D3C-17A6-4FD0-877E-905556F0C3F0}" type="presOf" srcId="{F75A4402-9271-46B7-AED0-2D3032068868}" destId="{6A1F988B-DE1B-458A-9EA7-BB35FE57DC74}" srcOrd="0" destOrd="1" presId="urn:microsoft.com/office/officeart/2005/8/layout/pList2"/>
    <dgm:cxn modelId="{1CA22C5D-28B1-4ED7-84E5-6B95F8FCAF57}" type="presOf" srcId="{C4510213-4CD4-4865-91F9-9490F01B9AF6}" destId="{D8783325-6210-4DED-9C6E-86BBF7F00C2D}" srcOrd="0" destOrd="0" presId="urn:microsoft.com/office/officeart/2005/8/layout/pList2"/>
    <dgm:cxn modelId="{2A55D362-6B93-40C8-A7F8-A3EC46D3C963}" type="presOf" srcId="{96A277A1-DD5D-4C59-9E32-CA89A9AE1824}" destId="{278E81E2-930D-4299-BB4A-429B1923B8CC}" srcOrd="0" destOrd="2" presId="urn:microsoft.com/office/officeart/2005/8/layout/pList2"/>
    <dgm:cxn modelId="{94C0B550-9283-41BC-A9C7-AA9F46E70EF1}" srcId="{2FB198A0-1714-4D5D-8656-E075BCF10151}" destId="{CAECF960-A915-4FFC-B878-F2FA0211A3AB}" srcOrd="3" destOrd="0" parTransId="{1D2AC0A8-5B52-4F2E-A610-720F3275DD43}" sibTransId="{44468945-8B15-4C5A-9D29-397F77D64A3E}"/>
    <dgm:cxn modelId="{130B3A76-3E13-48CD-8DF0-DA35C82D450D}" type="presOf" srcId="{1E6245A8-C582-42F7-B1C4-717977BAED51}" destId="{BFEB1368-E2FF-42D5-A6E7-027ED0A9B185}" srcOrd="0" destOrd="0" presId="urn:microsoft.com/office/officeart/2005/8/layout/pList2"/>
    <dgm:cxn modelId="{1440EA77-F7BB-43DC-90A4-170B59532FB1}" srcId="{69F305E5-F72E-496A-B695-369648AE165F}" destId="{C7011348-2CFD-44F3-AC0C-D9D086B35A25}" srcOrd="0" destOrd="0" parTransId="{92328D12-4706-493E-9490-38DC6F7B6639}" sibTransId="{3E1FCB56-4E52-4BAF-9056-9369D54A15A6}"/>
    <dgm:cxn modelId="{BF19737E-4008-48B4-B410-BE78D8D1B4F4}" type="presOf" srcId="{0DEA05F1-C0DA-42CA-B513-1D07AE7C3B4B}" destId="{278E81E2-930D-4299-BB4A-429B1923B8CC}" srcOrd="0" destOrd="1" presId="urn:microsoft.com/office/officeart/2005/8/layout/pList2"/>
    <dgm:cxn modelId="{5E856F7F-9F16-44C8-8344-BDD5222D54C6}" srcId="{A6D1F62B-6749-4127-BF33-B948C18E53A1}" destId="{5CBF31A6-E422-4451-B62E-737400DA8498}" srcOrd="2" destOrd="0" parTransId="{8CA55899-402A-419A-953C-E4450B950111}" sibTransId="{1E6245A8-C582-42F7-B1C4-717977BAED51}"/>
    <dgm:cxn modelId="{9CCC9687-F043-4711-96AD-DA2A6F9BD4D4}" type="presOf" srcId="{A6D1F62B-6749-4127-BF33-B948C18E53A1}" destId="{06DCDF8B-144A-4DDE-8C8C-AB0B5E551470}" srcOrd="0" destOrd="0" presId="urn:microsoft.com/office/officeart/2005/8/layout/pList2"/>
    <dgm:cxn modelId="{3D4A4794-8DCC-442B-9722-6BC15D70ED4C}" type="presOf" srcId="{53108772-0380-4A20-BA63-BA632A278629}" destId="{58EDBEB8-0D9B-41C8-BAC2-2E69CD618183}" srcOrd="0" destOrd="1" presId="urn:microsoft.com/office/officeart/2005/8/layout/pList2"/>
    <dgm:cxn modelId="{F4746799-FDC0-4641-BCD2-8AF6A8D84071}" srcId="{69F305E5-F72E-496A-B695-369648AE165F}" destId="{89307159-CA4D-4F43-BA44-6565A33337C0}" srcOrd="1" destOrd="0" parTransId="{6B74DE3D-771D-41B6-AD18-1A60CF318FB4}" sibTransId="{19633D06-9C39-4B46-9655-0E9C995AFBEF}"/>
    <dgm:cxn modelId="{C176A59E-F2FC-40E0-8A22-07A5E1B41A00}" srcId="{5CBF31A6-E422-4451-B62E-737400DA8498}" destId="{F75A4402-9271-46B7-AED0-2D3032068868}" srcOrd="0" destOrd="0" parTransId="{3528218E-A868-4FA3-94C8-4CF601B7317A}" sibTransId="{ED4A72D2-A54A-40D1-88E6-4C67004BDE73}"/>
    <dgm:cxn modelId="{F7C931B7-680E-4C1F-BED9-6BB851C3A0D1}" srcId="{A6D1F62B-6749-4127-BF33-B948C18E53A1}" destId="{69F305E5-F72E-496A-B695-369648AE165F}" srcOrd="3" destOrd="0" parTransId="{17225EA7-43C5-4888-8D23-0F6F264200E6}" sibTransId="{C47C920A-CF95-489A-BD08-FFAF01D67A5C}"/>
    <dgm:cxn modelId="{FCFA18B9-FA7D-411B-A9B7-70C9B8E67110}" srcId="{A6D1F62B-6749-4127-BF33-B948C18E53A1}" destId="{51C28666-D447-4B0A-9D45-58EAAAF4C45B}" srcOrd="1" destOrd="0" parTransId="{4603A966-9B49-4831-8263-104779E5CE66}" sibTransId="{3994FE86-EFE3-43FE-85C1-A1162D6271C7}"/>
    <dgm:cxn modelId="{28EB3FBF-2885-4367-9D65-494221D09C5E}" srcId="{2FB198A0-1714-4D5D-8656-E075BCF10151}" destId="{1DD11827-D47B-4997-B821-EB0203AD2F2B}" srcOrd="2" destOrd="0" parTransId="{8C60E279-DCCD-434F-9122-41C31BE98F30}" sibTransId="{157E78DD-7021-444C-8724-FBACA241AC21}"/>
    <dgm:cxn modelId="{71642BC7-5DD6-43DB-9568-C3B4DA73FD9B}" type="presOf" srcId="{2FB198A0-1714-4D5D-8656-E075BCF10151}" destId="{278E81E2-930D-4299-BB4A-429B1923B8CC}" srcOrd="0" destOrd="0" presId="urn:microsoft.com/office/officeart/2005/8/layout/pList2"/>
    <dgm:cxn modelId="{E27DFDC9-1F15-4A64-AC77-5CECC3F83105}" type="presOf" srcId="{69F305E5-F72E-496A-B695-369648AE165F}" destId="{39E080BF-A278-4C2E-944E-BF966591CAC9}" srcOrd="0" destOrd="0" presId="urn:microsoft.com/office/officeart/2005/8/layout/pList2"/>
    <dgm:cxn modelId="{6CF9E6CF-4154-4AA5-921F-E41D8EBE96B2}" type="presOf" srcId="{60FF2340-5FB3-490D-A782-4C3761E9BC47}" destId="{6A1F988B-DE1B-458A-9EA7-BB35FE57DC74}" srcOrd="0" destOrd="2" presId="urn:microsoft.com/office/officeart/2005/8/layout/pList2"/>
    <dgm:cxn modelId="{060F0BD3-F56D-4A83-BE51-C9698762EDC7}" type="presOf" srcId="{C7011348-2CFD-44F3-AC0C-D9D086B35A25}" destId="{39E080BF-A278-4C2E-944E-BF966591CAC9}" srcOrd="0" destOrd="1" presId="urn:microsoft.com/office/officeart/2005/8/layout/pList2"/>
    <dgm:cxn modelId="{F4C146D5-3401-4867-A6DB-77E7BC0DBCC4}" srcId="{2FB198A0-1714-4D5D-8656-E075BCF10151}" destId="{0DEA05F1-C0DA-42CA-B513-1D07AE7C3B4B}" srcOrd="0" destOrd="0" parTransId="{61042808-7344-4A32-8299-4EF8AF4747DA}" sibTransId="{5B49E091-3E50-40C8-AF98-D2DBF1FF1F39}"/>
    <dgm:cxn modelId="{4A5775D8-8701-46D7-ADD4-6DDDB24AC73B}" type="presOf" srcId="{D7A3E1A8-F953-4931-89C4-2111F343AF5E}" destId="{39E080BF-A278-4C2E-944E-BF966591CAC9}" srcOrd="0" destOrd="3" presId="urn:microsoft.com/office/officeart/2005/8/layout/pList2"/>
    <dgm:cxn modelId="{22E17AE5-481C-44B1-BAEC-8A9615112D17}" srcId="{A6D1F62B-6749-4127-BF33-B948C18E53A1}" destId="{2FB198A0-1714-4D5D-8656-E075BCF10151}" srcOrd="0" destOrd="0" parTransId="{61A79EF9-7BEC-42D8-999F-5525070377BE}" sibTransId="{C4510213-4CD4-4865-91F9-9490F01B9AF6}"/>
    <dgm:cxn modelId="{5A9AACE8-7C4B-4057-AFCA-A8561F6CD212}" type="presOf" srcId="{CAECF960-A915-4FFC-B878-F2FA0211A3AB}" destId="{278E81E2-930D-4299-BB4A-429B1923B8CC}" srcOrd="0" destOrd="4" presId="urn:microsoft.com/office/officeart/2005/8/layout/pList2"/>
    <dgm:cxn modelId="{B6614DF0-B63F-4AF0-88CD-C9C974C9D3C2}" type="presOf" srcId="{3994FE86-EFE3-43FE-85C1-A1162D6271C7}" destId="{4CAA2775-7F36-415D-841D-A58AA1687C77}" srcOrd="0" destOrd="0" presId="urn:microsoft.com/office/officeart/2005/8/layout/pList2"/>
    <dgm:cxn modelId="{63AB5D4C-446D-4398-B9C6-115446776AE9}" type="presParOf" srcId="{06DCDF8B-144A-4DDE-8C8C-AB0B5E551470}" destId="{D27675B3-CBC1-4D81-AA80-13CE7334BE69}" srcOrd="0" destOrd="0" presId="urn:microsoft.com/office/officeart/2005/8/layout/pList2"/>
    <dgm:cxn modelId="{E6A685E4-9E8D-434D-864E-46E5BE460076}" type="presParOf" srcId="{06DCDF8B-144A-4DDE-8C8C-AB0B5E551470}" destId="{63588C70-A0B9-44A7-AE9F-B257E34B8B88}" srcOrd="1" destOrd="0" presId="urn:microsoft.com/office/officeart/2005/8/layout/pList2"/>
    <dgm:cxn modelId="{C24614EC-BA58-4145-9266-7E40F2139DD1}" type="presParOf" srcId="{63588C70-A0B9-44A7-AE9F-B257E34B8B88}" destId="{61032929-C9AB-4203-B0C8-B19653CCFD80}" srcOrd="0" destOrd="0" presId="urn:microsoft.com/office/officeart/2005/8/layout/pList2"/>
    <dgm:cxn modelId="{025BCF96-D9B2-4EDC-B2EE-B6EA7A4F3F3C}" type="presParOf" srcId="{61032929-C9AB-4203-B0C8-B19653CCFD80}" destId="{278E81E2-930D-4299-BB4A-429B1923B8CC}" srcOrd="0" destOrd="0" presId="urn:microsoft.com/office/officeart/2005/8/layout/pList2"/>
    <dgm:cxn modelId="{6949C74A-5697-4D36-BFE6-A4DFE2009F8E}" type="presParOf" srcId="{61032929-C9AB-4203-B0C8-B19653CCFD80}" destId="{7966EECC-426C-4BCE-B86F-5739FE724519}" srcOrd="1" destOrd="0" presId="urn:microsoft.com/office/officeart/2005/8/layout/pList2"/>
    <dgm:cxn modelId="{8F09A53A-275B-4543-8E3B-B44EF03C3309}" type="presParOf" srcId="{61032929-C9AB-4203-B0C8-B19653CCFD80}" destId="{820E0940-A629-4F3E-BA84-620FC446B63B}" srcOrd="2" destOrd="0" presId="urn:microsoft.com/office/officeart/2005/8/layout/pList2"/>
    <dgm:cxn modelId="{269628A3-0791-41DA-A3C7-2CDBFA9FA83C}" type="presParOf" srcId="{63588C70-A0B9-44A7-AE9F-B257E34B8B88}" destId="{D8783325-6210-4DED-9C6E-86BBF7F00C2D}" srcOrd="1" destOrd="0" presId="urn:microsoft.com/office/officeart/2005/8/layout/pList2"/>
    <dgm:cxn modelId="{41151C1B-3498-45AC-98FF-0C3CBA982304}" type="presParOf" srcId="{63588C70-A0B9-44A7-AE9F-B257E34B8B88}" destId="{54798144-41ED-4E49-91CB-4D425676BDF3}" srcOrd="2" destOrd="0" presId="urn:microsoft.com/office/officeart/2005/8/layout/pList2"/>
    <dgm:cxn modelId="{D0253005-7086-4E56-9072-E73E003C87AC}" type="presParOf" srcId="{54798144-41ED-4E49-91CB-4D425676BDF3}" destId="{58EDBEB8-0D9B-41C8-BAC2-2E69CD618183}" srcOrd="0" destOrd="0" presId="urn:microsoft.com/office/officeart/2005/8/layout/pList2"/>
    <dgm:cxn modelId="{E8EA7569-76EC-4B63-9AC6-378DBD2E4197}" type="presParOf" srcId="{54798144-41ED-4E49-91CB-4D425676BDF3}" destId="{B97801AF-267A-45C7-B996-9DF3BAA0A629}" srcOrd="1" destOrd="0" presId="urn:microsoft.com/office/officeart/2005/8/layout/pList2"/>
    <dgm:cxn modelId="{51D9554E-77EC-40DD-8E2D-B20C91B7E163}" type="presParOf" srcId="{54798144-41ED-4E49-91CB-4D425676BDF3}" destId="{E6F33BB0-5AF0-4D49-A2DF-B843F0E6783C}" srcOrd="2" destOrd="0" presId="urn:microsoft.com/office/officeart/2005/8/layout/pList2"/>
    <dgm:cxn modelId="{24F09451-88E6-49B6-ACF3-150BD4FD25EC}" type="presParOf" srcId="{63588C70-A0B9-44A7-AE9F-B257E34B8B88}" destId="{4CAA2775-7F36-415D-841D-A58AA1687C77}" srcOrd="3" destOrd="0" presId="urn:microsoft.com/office/officeart/2005/8/layout/pList2"/>
    <dgm:cxn modelId="{AF4C703C-1D0F-47C4-A395-27551246F605}" type="presParOf" srcId="{63588C70-A0B9-44A7-AE9F-B257E34B8B88}" destId="{829340DB-A550-4132-86C9-7C44F8539202}" srcOrd="4" destOrd="0" presId="urn:microsoft.com/office/officeart/2005/8/layout/pList2"/>
    <dgm:cxn modelId="{CF29CFB1-A2F2-4C99-A5D3-A21FD01CEC07}" type="presParOf" srcId="{829340DB-A550-4132-86C9-7C44F8539202}" destId="{6A1F988B-DE1B-458A-9EA7-BB35FE57DC74}" srcOrd="0" destOrd="0" presId="urn:microsoft.com/office/officeart/2005/8/layout/pList2"/>
    <dgm:cxn modelId="{086366A2-AD28-4F31-B76F-CD9FCDBCB389}" type="presParOf" srcId="{829340DB-A550-4132-86C9-7C44F8539202}" destId="{E98E9E03-768B-42F9-90ED-D7D598753E7F}" srcOrd="1" destOrd="0" presId="urn:microsoft.com/office/officeart/2005/8/layout/pList2"/>
    <dgm:cxn modelId="{4CCA064D-3F6E-478B-A5E2-670EB86F7D59}" type="presParOf" srcId="{829340DB-A550-4132-86C9-7C44F8539202}" destId="{38AF4963-AAA9-4E30-ABE4-C8382111EE81}" srcOrd="2" destOrd="0" presId="urn:microsoft.com/office/officeart/2005/8/layout/pList2"/>
    <dgm:cxn modelId="{C3D6830E-ACBF-4B46-A7A6-838B68C09A90}" type="presParOf" srcId="{63588C70-A0B9-44A7-AE9F-B257E34B8B88}" destId="{BFEB1368-E2FF-42D5-A6E7-027ED0A9B185}" srcOrd="5" destOrd="0" presId="urn:microsoft.com/office/officeart/2005/8/layout/pList2"/>
    <dgm:cxn modelId="{005CF707-EA84-4FF3-89E0-A2A73D224A3A}" type="presParOf" srcId="{63588C70-A0B9-44A7-AE9F-B257E34B8B88}" destId="{CB0DA1CF-2E8A-4120-85BA-8F37B57B2A51}" srcOrd="6" destOrd="0" presId="urn:microsoft.com/office/officeart/2005/8/layout/pList2"/>
    <dgm:cxn modelId="{13E704C4-79EF-429D-B6FF-DD914DA8D1F7}" type="presParOf" srcId="{CB0DA1CF-2E8A-4120-85BA-8F37B57B2A51}" destId="{39E080BF-A278-4C2E-944E-BF966591CAC9}" srcOrd="0" destOrd="0" presId="urn:microsoft.com/office/officeart/2005/8/layout/pList2"/>
    <dgm:cxn modelId="{6188C5C7-E00E-4CBA-A68D-EEAA9AC85B21}" type="presParOf" srcId="{CB0DA1CF-2E8A-4120-85BA-8F37B57B2A51}" destId="{80CE2725-D237-4709-BDC7-6D9DE06CF7E1}" srcOrd="1" destOrd="0" presId="urn:microsoft.com/office/officeart/2005/8/layout/pList2"/>
    <dgm:cxn modelId="{1685ED32-8420-49AA-A9B4-571E6BDAF757}" type="presParOf" srcId="{CB0DA1CF-2E8A-4120-85BA-8F37B57B2A51}" destId="{FFE68A80-8BD7-42B3-8EE4-2EDBA63F756C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8F089E4-1F59-47D7-9078-39CFFF098F4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5DA12B80-9516-41F6-B9D0-ED20C12C42AA}">
      <dgm:prSet phldrT="[Testo]" phldr="0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it-IT" dirty="0">
              <a:solidFill>
                <a:schemeClr val="bg1"/>
              </a:solidFill>
            </a:rPr>
            <a:t>Contesa metadati</a:t>
          </a:r>
        </a:p>
      </dgm:t>
    </dgm:pt>
    <dgm:pt modelId="{5052A697-7607-4AFD-B8E1-BE2BC380A209}" type="parTrans" cxnId="{39D89421-74E2-4B0B-82D5-30EEA413D828}">
      <dgm:prSet/>
      <dgm:spPr/>
      <dgm:t>
        <a:bodyPr/>
        <a:lstStyle/>
        <a:p>
          <a:endParaRPr lang="it-IT"/>
        </a:p>
      </dgm:t>
    </dgm:pt>
    <dgm:pt modelId="{466EFA7A-28D1-436A-A766-88F39EA78B38}" type="sibTrans" cxnId="{39D89421-74E2-4B0B-82D5-30EEA413D828}">
      <dgm:prSet/>
      <dgm:spPr/>
      <dgm:t>
        <a:bodyPr/>
        <a:lstStyle/>
        <a:p>
          <a:endParaRPr lang="it-IT"/>
        </a:p>
      </dgm:t>
    </dgm:pt>
    <dgm:pt modelId="{D3605FE3-9124-4CA5-BC2A-3E3A7570100E}">
      <dgm:prSet phldrT="[Testo]" phldr="0"/>
      <dgm:spPr>
        <a:solidFill>
          <a:srgbClr val="A6B7D6"/>
        </a:solidFill>
      </dgm:spPr>
      <dgm:t>
        <a:bodyPr/>
        <a:lstStyle/>
        <a:p>
          <a:r>
            <a:rPr lang="it-IT" dirty="0">
              <a:solidFill>
                <a:schemeClr val="bg1"/>
              </a:solidFill>
            </a:rPr>
            <a:t>Contesa allocazione</a:t>
          </a:r>
        </a:p>
      </dgm:t>
    </dgm:pt>
    <dgm:pt modelId="{3958F641-3AF7-42AE-914B-187129478919}" type="parTrans" cxnId="{99C597AB-449C-456D-B139-5F1D0D9D2A3D}">
      <dgm:prSet/>
      <dgm:spPr/>
      <dgm:t>
        <a:bodyPr/>
        <a:lstStyle/>
        <a:p>
          <a:endParaRPr lang="it-IT"/>
        </a:p>
      </dgm:t>
    </dgm:pt>
    <dgm:pt modelId="{2A2A0D82-5375-4AA6-9AC1-CDFCECEC13F9}" type="sibTrans" cxnId="{99C597AB-449C-456D-B139-5F1D0D9D2A3D}">
      <dgm:prSet/>
      <dgm:spPr/>
      <dgm:t>
        <a:bodyPr/>
        <a:lstStyle/>
        <a:p>
          <a:endParaRPr lang="it-IT"/>
        </a:p>
      </dgm:t>
    </dgm:pt>
    <dgm:pt modelId="{E17BC9AA-F761-4A21-95BE-9BE655985CB4}">
      <dgm:prSet phldrT="[Testo]" phldr="0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it-IT" dirty="0">
              <a:solidFill>
                <a:schemeClr val="bg1"/>
              </a:solidFill>
            </a:rPr>
            <a:t>Niente loop</a:t>
          </a:r>
        </a:p>
      </dgm:t>
    </dgm:pt>
    <dgm:pt modelId="{AF03232C-6B3E-4D16-B76C-9787E5BB7C17}" type="parTrans" cxnId="{07991467-35A0-4AF9-A229-52D25BCBEB66}">
      <dgm:prSet/>
      <dgm:spPr/>
      <dgm:t>
        <a:bodyPr/>
        <a:lstStyle/>
        <a:p>
          <a:endParaRPr lang="it-IT"/>
        </a:p>
      </dgm:t>
    </dgm:pt>
    <dgm:pt modelId="{8D8E1123-C51C-4F11-BE83-7A372DA1914F}" type="sibTrans" cxnId="{07991467-35A0-4AF9-A229-52D25BCBEB66}">
      <dgm:prSet/>
      <dgm:spPr/>
      <dgm:t>
        <a:bodyPr/>
        <a:lstStyle/>
        <a:p>
          <a:endParaRPr lang="it-IT"/>
        </a:p>
      </dgm:t>
    </dgm:pt>
    <dgm:pt modelId="{E21D1BF2-E6A9-4C63-8527-169BB3C9A414}">
      <dgm:prSet phldrT="[Testo]" phldr="0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it-IT" dirty="0">
              <a:solidFill>
                <a:schemeClr val="bg1"/>
              </a:solidFill>
            </a:rPr>
            <a:t>Dimensione tabelle</a:t>
          </a:r>
        </a:p>
      </dgm:t>
    </dgm:pt>
    <dgm:pt modelId="{2BE5B5D4-9345-4AE7-B555-020C8DD2937A}" type="parTrans" cxnId="{FEAB2491-03F0-4031-ADC4-A328483978BF}">
      <dgm:prSet/>
      <dgm:spPr/>
      <dgm:t>
        <a:bodyPr/>
        <a:lstStyle/>
        <a:p>
          <a:endParaRPr lang="it-IT"/>
        </a:p>
      </dgm:t>
    </dgm:pt>
    <dgm:pt modelId="{4B194585-BE73-481D-A9FE-DC770D142BC6}" type="sibTrans" cxnId="{FEAB2491-03F0-4031-ADC4-A328483978BF}">
      <dgm:prSet/>
      <dgm:spPr/>
      <dgm:t>
        <a:bodyPr/>
        <a:lstStyle/>
        <a:p>
          <a:endParaRPr lang="it-IT"/>
        </a:p>
      </dgm:t>
    </dgm:pt>
    <dgm:pt modelId="{7ECB2575-372E-4047-BD0D-CD144CDB2959}" type="pres">
      <dgm:prSet presAssocID="{78F089E4-1F59-47D7-9078-39CFFF098F42}" presName="diagram" presStyleCnt="0">
        <dgm:presLayoutVars>
          <dgm:dir/>
          <dgm:resizeHandles val="exact"/>
        </dgm:presLayoutVars>
      </dgm:prSet>
      <dgm:spPr/>
    </dgm:pt>
    <dgm:pt modelId="{92039273-C3B3-4B0B-85AA-C115EDFD741A}" type="pres">
      <dgm:prSet presAssocID="{5DA12B80-9516-41F6-B9D0-ED20C12C42AA}" presName="node" presStyleLbl="node1" presStyleIdx="0" presStyleCnt="4">
        <dgm:presLayoutVars>
          <dgm:bulletEnabled val="1"/>
        </dgm:presLayoutVars>
      </dgm:prSet>
      <dgm:spPr/>
    </dgm:pt>
    <dgm:pt modelId="{73D146B0-3CF3-49BE-8649-5D00E648F2EB}" type="pres">
      <dgm:prSet presAssocID="{466EFA7A-28D1-436A-A766-88F39EA78B38}" presName="sibTrans" presStyleCnt="0"/>
      <dgm:spPr/>
    </dgm:pt>
    <dgm:pt modelId="{804DB68F-DFA6-41CC-BCF3-5F1A4A293D5B}" type="pres">
      <dgm:prSet presAssocID="{D3605FE3-9124-4CA5-BC2A-3E3A7570100E}" presName="node" presStyleLbl="node1" presStyleIdx="1" presStyleCnt="4">
        <dgm:presLayoutVars>
          <dgm:bulletEnabled val="1"/>
        </dgm:presLayoutVars>
      </dgm:prSet>
      <dgm:spPr/>
    </dgm:pt>
    <dgm:pt modelId="{C0988127-495D-48AF-A01B-EDF0B0C543A5}" type="pres">
      <dgm:prSet presAssocID="{2A2A0D82-5375-4AA6-9AC1-CDFCECEC13F9}" presName="sibTrans" presStyleCnt="0"/>
      <dgm:spPr/>
    </dgm:pt>
    <dgm:pt modelId="{0BE22AD1-82D0-4068-A46F-1616EEC94B20}" type="pres">
      <dgm:prSet presAssocID="{E17BC9AA-F761-4A21-95BE-9BE655985CB4}" presName="node" presStyleLbl="node1" presStyleIdx="2" presStyleCnt="4">
        <dgm:presLayoutVars>
          <dgm:bulletEnabled val="1"/>
        </dgm:presLayoutVars>
      </dgm:prSet>
      <dgm:spPr/>
    </dgm:pt>
    <dgm:pt modelId="{2C47CAB8-46D7-4DBC-BE81-DF1E798E7A0A}" type="pres">
      <dgm:prSet presAssocID="{8D8E1123-C51C-4F11-BE83-7A372DA1914F}" presName="sibTrans" presStyleCnt="0"/>
      <dgm:spPr/>
    </dgm:pt>
    <dgm:pt modelId="{5A76C0EC-DFE9-4629-8ED0-6855C7CAB1E4}" type="pres">
      <dgm:prSet presAssocID="{E21D1BF2-E6A9-4C63-8527-169BB3C9A414}" presName="node" presStyleLbl="node1" presStyleIdx="3" presStyleCnt="4">
        <dgm:presLayoutVars>
          <dgm:bulletEnabled val="1"/>
        </dgm:presLayoutVars>
      </dgm:prSet>
      <dgm:spPr/>
    </dgm:pt>
  </dgm:ptLst>
  <dgm:cxnLst>
    <dgm:cxn modelId="{4F562F15-D98B-4228-A7C3-4A825AC44388}" type="presOf" srcId="{E17BC9AA-F761-4A21-95BE-9BE655985CB4}" destId="{0BE22AD1-82D0-4068-A46F-1616EEC94B20}" srcOrd="0" destOrd="0" presId="urn:microsoft.com/office/officeart/2005/8/layout/default"/>
    <dgm:cxn modelId="{39D89421-74E2-4B0B-82D5-30EEA413D828}" srcId="{78F089E4-1F59-47D7-9078-39CFFF098F42}" destId="{5DA12B80-9516-41F6-B9D0-ED20C12C42AA}" srcOrd="0" destOrd="0" parTransId="{5052A697-7607-4AFD-B8E1-BE2BC380A209}" sibTransId="{466EFA7A-28D1-436A-A766-88F39EA78B38}"/>
    <dgm:cxn modelId="{3BA3BE41-A047-4DD5-9258-E2D484DC6D92}" type="presOf" srcId="{78F089E4-1F59-47D7-9078-39CFFF098F42}" destId="{7ECB2575-372E-4047-BD0D-CD144CDB2959}" srcOrd="0" destOrd="0" presId="urn:microsoft.com/office/officeart/2005/8/layout/default"/>
    <dgm:cxn modelId="{07991467-35A0-4AF9-A229-52D25BCBEB66}" srcId="{78F089E4-1F59-47D7-9078-39CFFF098F42}" destId="{E17BC9AA-F761-4A21-95BE-9BE655985CB4}" srcOrd="2" destOrd="0" parTransId="{AF03232C-6B3E-4D16-B76C-9787E5BB7C17}" sibTransId="{8D8E1123-C51C-4F11-BE83-7A372DA1914F}"/>
    <dgm:cxn modelId="{4CB9F46C-B8CF-4757-A0D3-673D260A874F}" type="presOf" srcId="{5DA12B80-9516-41F6-B9D0-ED20C12C42AA}" destId="{92039273-C3B3-4B0B-85AA-C115EDFD741A}" srcOrd="0" destOrd="0" presId="urn:microsoft.com/office/officeart/2005/8/layout/default"/>
    <dgm:cxn modelId="{7E348287-7979-4096-BA44-33FC6ACD774F}" type="presOf" srcId="{D3605FE3-9124-4CA5-BC2A-3E3A7570100E}" destId="{804DB68F-DFA6-41CC-BCF3-5F1A4A293D5B}" srcOrd="0" destOrd="0" presId="urn:microsoft.com/office/officeart/2005/8/layout/default"/>
    <dgm:cxn modelId="{FEAB2491-03F0-4031-ADC4-A328483978BF}" srcId="{78F089E4-1F59-47D7-9078-39CFFF098F42}" destId="{E21D1BF2-E6A9-4C63-8527-169BB3C9A414}" srcOrd="3" destOrd="0" parTransId="{2BE5B5D4-9345-4AE7-B555-020C8DD2937A}" sibTransId="{4B194585-BE73-481D-A9FE-DC770D142BC6}"/>
    <dgm:cxn modelId="{67E3C4A5-4EA8-471A-A233-906EF0CB6215}" type="presOf" srcId="{E21D1BF2-E6A9-4C63-8527-169BB3C9A414}" destId="{5A76C0EC-DFE9-4629-8ED0-6855C7CAB1E4}" srcOrd="0" destOrd="0" presId="urn:microsoft.com/office/officeart/2005/8/layout/default"/>
    <dgm:cxn modelId="{99C597AB-449C-456D-B139-5F1D0D9D2A3D}" srcId="{78F089E4-1F59-47D7-9078-39CFFF098F42}" destId="{D3605FE3-9124-4CA5-BC2A-3E3A7570100E}" srcOrd="1" destOrd="0" parTransId="{3958F641-3AF7-42AE-914B-187129478919}" sibTransId="{2A2A0D82-5375-4AA6-9AC1-CDFCECEC13F9}"/>
    <dgm:cxn modelId="{5EE70E1D-5DE1-44B7-9B1D-378064789FBF}" type="presParOf" srcId="{7ECB2575-372E-4047-BD0D-CD144CDB2959}" destId="{92039273-C3B3-4B0B-85AA-C115EDFD741A}" srcOrd="0" destOrd="0" presId="urn:microsoft.com/office/officeart/2005/8/layout/default"/>
    <dgm:cxn modelId="{4442A7B7-A834-4768-8C10-7226E662A209}" type="presParOf" srcId="{7ECB2575-372E-4047-BD0D-CD144CDB2959}" destId="{73D146B0-3CF3-49BE-8649-5D00E648F2EB}" srcOrd="1" destOrd="0" presId="urn:microsoft.com/office/officeart/2005/8/layout/default"/>
    <dgm:cxn modelId="{18E59B2A-AA7F-4130-BDFC-B99B20F6E2ED}" type="presParOf" srcId="{7ECB2575-372E-4047-BD0D-CD144CDB2959}" destId="{804DB68F-DFA6-41CC-BCF3-5F1A4A293D5B}" srcOrd="2" destOrd="0" presId="urn:microsoft.com/office/officeart/2005/8/layout/default"/>
    <dgm:cxn modelId="{BC645C55-5264-404E-A570-7DFDAF5BDF9E}" type="presParOf" srcId="{7ECB2575-372E-4047-BD0D-CD144CDB2959}" destId="{C0988127-495D-48AF-A01B-EDF0B0C543A5}" srcOrd="3" destOrd="0" presId="urn:microsoft.com/office/officeart/2005/8/layout/default"/>
    <dgm:cxn modelId="{1BE8EF49-8496-40B4-86D5-5B8D011B8CF5}" type="presParOf" srcId="{7ECB2575-372E-4047-BD0D-CD144CDB2959}" destId="{0BE22AD1-82D0-4068-A46F-1616EEC94B20}" srcOrd="4" destOrd="0" presId="urn:microsoft.com/office/officeart/2005/8/layout/default"/>
    <dgm:cxn modelId="{5885C3F3-57C9-4131-B11D-5450F75C4612}" type="presParOf" srcId="{7ECB2575-372E-4047-BD0D-CD144CDB2959}" destId="{2C47CAB8-46D7-4DBC-BE81-DF1E798E7A0A}" srcOrd="5" destOrd="0" presId="urn:microsoft.com/office/officeart/2005/8/layout/default"/>
    <dgm:cxn modelId="{FD428C37-9732-4044-81DA-03C1F210A0F6}" type="presParOf" srcId="{7ECB2575-372E-4047-BD0D-CD144CDB2959}" destId="{5A76C0EC-DFE9-4629-8ED0-6855C7CAB1E4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7675B3-CBC1-4D81-AA80-13CE7334BE69}">
      <dsp:nvSpPr>
        <dsp:cNvPr id="0" name=""/>
        <dsp:cNvSpPr/>
      </dsp:nvSpPr>
      <dsp:spPr>
        <a:xfrm>
          <a:off x="0" y="8251"/>
          <a:ext cx="8642350" cy="1774507"/>
        </a:xfrm>
        <a:prstGeom prst="roundRect">
          <a:avLst>
            <a:gd name="adj" fmla="val 10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>
              <a:alpha val="9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0E0940-A629-4F3E-BA84-620FC446B63B}">
      <dsp:nvSpPr>
        <dsp:cNvPr id="0" name=""/>
        <dsp:cNvSpPr/>
      </dsp:nvSpPr>
      <dsp:spPr>
        <a:xfrm>
          <a:off x="261650" y="236601"/>
          <a:ext cx="1888150" cy="1301305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1"/>
          <a:srcRect/>
          <a:stretch>
            <a:fillRect l="15540" r="15540"/>
          </a:stretch>
        </a:blip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8E81E2-930D-4299-BB4A-429B1923B8CC}">
      <dsp:nvSpPr>
        <dsp:cNvPr id="0" name=""/>
        <dsp:cNvSpPr/>
      </dsp:nvSpPr>
      <dsp:spPr>
        <a:xfrm rot="10800000">
          <a:off x="261650" y="1774507"/>
          <a:ext cx="1888150" cy="2168842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kern="1200" dirty="0"/>
            <a:t>Tabelle temporanee</a:t>
          </a:r>
          <a:endParaRPr lang="it-IT" sz="17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300" kern="1200" dirty="0"/>
            <a:t>A cosa servono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300" kern="1200" dirty="0"/>
            <a:t>Temporanee locali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300" kern="1200" dirty="0"/>
            <a:t>Temporanee globali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300" kern="1200" dirty="0"/>
            <a:t>Definizione e popolamento</a:t>
          </a:r>
        </a:p>
      </dsp:txBody>
      <dsp:txXfrm rot="10800000">
        <a:off x="319717" y="1774507"/>
        <a:ext cx="1772016" cy="2110775"/>
      </dsp:txXfrm>
    </dsp:sp>
    <dsp:sp modelId="{E6F33BB0-5AF0-4D49-A2DF-B843F0E6783C}">
      <dsp:nvSpPr>
        <dsp:cNvPr id="0" name=""/>
        <dsp:cNvSpPr/>
      </dsp:nvSpPr>
      <dsp:spPr>
        <a:xfrm>
          <a:off x="2338616" y="236601"/>
          <a:ext cx="1888150" cy="1301305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2"/>
          <a:srcRect/>
          <a:stretch>
            <a:fillRect l="15540" r="15540"/>
          </a:stretch>
        </a:blip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EDBEB8-0D9B-41C8-BAC2-2E69CD618183}">
      <dsp:nvSpPr>
        <dsp:cNvPr id="0" name=""/>
        <dsp:cNvSpPr/>
      </dsp:nvSpPr>
      <dsp:spPr>
        <a:xfrm rot="10800000">
          <a:off x="2338616" y="1774507"/>
          <a:ext cx="1888150" cy="2168842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kern="1200" dirty="0"/>
            <a:t>Table </a:t>
          </a:r>
          <a:r>
            <a:rPr lang="it-IT" sz="1700" b="1" kern="1200" dirty="0" err="1"/>
            <a:t>variable</a:t>
          </a:r>
          <a:endParaRPr lang="it-IT" sz="1700" b="1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300" kern="1200" dirty="0"/>
            <a:t>Definizione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300" kern="1200" dirty="0"/>
            <a:t>#table vs @table</a:t>
          </a:r>
        </a:p>
      </dsp:txBody>
      <dsp:txXfrm rot="10800000">
        <a:off x="2396683" y="1774507"/>
        <a:ext cx="1772016" cy="2110775"/>
      </dsp:txXfrm>
    </dsp:sp>
    <dsp:sp modelId="{38AF4963-AAA9-4E30-ABE4-C8382111EE81}">
      <dsp:nvSpPr>
        <dsp:cNvPr id="0" name=""/>
        <dsp:cNvSpPr/>
      </dsp:nvSpPr>
      <dsp:spPr>
        <a:xfrm>
          <a:off x="4415582" y="236601"/>
          <a:ext cx="1888150" cy="1301305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3"/>
          <a:srcRect/>
          <a:stretch>
            <a:fillRect l="15540" r="15540"/>
          </a:stretch>
        </a:blip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1F988B-DE1B-458A-9EA7-BB35FE57DC74}">
      <dsp:nvSpPr>
        <dsp:cNvPr id="0" name=""/>
        <dsp:cNvSpPr/>
      </dsp:nvSpPr>
      <dsp:spPr>
        <a:xfrm rot="10800000">
          <a:off x="4415582" y="1774507"/>
          <a:ext cx="1888150" cy="2168842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kern="1200" dirty="0" err="1"/>
            <a:t>TempDB</a:t>
          </a:r>
          <a:r>
            <a:rPr lang="it-IT" sz="1700" b="1" kern="1200" dirty="0"/>
            <a:t> e performance</a:t>
          </a:r>
          <a:endParaRPr lang="it-IT" sz="17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300" kern="1200" dirty="0"/>
            <a:t>Risorsa condivisa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300" kern="1200" dirty="0"/>
            <a:t>Le contese	</a:t>
          </a:r>
        </a:p>
      </dsp:txBody>
      <dsp:txXfrm rot="10800000">
        <a:off x="4473649" y="1774507"/>
        <a:ext cx="1772016" cy="2110775"/>
      </dsp:txXfrm>
    </dsp:sp>
    <dsp:sp modelId="{FFE68A80-8BD7-42B3-8EE4-2EDBA63F756C}">
      <dsp:nvSpPr>
        <dsp:cNvPr id="0" name=""/>
        <dsp:cNvSpPr/>
      </dsp:nvSpPr>
      <dsp:spPr>
        <a:xfrm>
          <a:off x="6492548" y="236601"/>
          <a:ext cx="1888150" cy="1301305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4"/>
          <a:srcRect/>
          <a:stretch>
            <a:fillRect l="15540" r="15540"/>
          </a:stretch>
        </a:blip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E080BF-A278-4C2E-944E-BF966591CAC9}">
      <dsp:nvSpPr>
        <dsp:cNvPr id="0" name=""/>
        <dsp:cNvSpPr/>
      </dsp:nvSpPr>
      <dsp:spPr>
        <a:xfrm rot="10800000">
          <a:off x="6492548" y="1774507"/>
          <a:ext cx="1888150" cy="2168842"/>
        </a:xfrm>
        <a:prstGeom prst="round2SameRect">
          <a:avLst>
            <a:gd name="adj1" fmla="val 10500"/>
            <a:gd name="adj2" fmla="val 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C20E1A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1" kern="1200" dirty="0"/>
            <a:t>Best practices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300" kern="1200" dirty="0"/>
            <a:t>#temp vs @table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300" kern="1200" dirty="0"/>
            <a:t>vs CTE / </a:t>
          </a:r>
          <a:r>
            <a:rPr lang="it-IT" sz="1300" kern="1200" dirty="0" err="1"/>
            <a:t>subquery</a:t>
          </a:r>
          <a:endParaRPr lang="it-IT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it-IT" sz="1300" kern="1200" dirty="0"/>
        </a:p>
      </dsp:txBody>
      <dsp:txXfrm rot="10800000">
        <a:off x="6550615" y="1774507"/>
        <a:ext cx="1772016" cy="21107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039273-C3B3-4B0B-85AA-C115EDFD741A}">
      <dsp:nvSpPr>
        <dsp:cNvPr id="0" name=""/>
        <dsp:cNvSpPr/>
      </dsp:nvSpPr>
      <dsp:spPr>
        <a:xfrm>
          <a:off x="267311" y="1246"/>
          <a:ext cx="1881367" cy="1128820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700" kern="1200" dirty="0">
              <a:solidFill>
                <a:schemeClr val="bg1"/>
              </a:solidFill>
            </a:rPr>
            <a:t>Contesa metadati</a:t>
          </a:r>
        </a:p>
      </dsp:txBody>
      <dsp:txXfrm>
        <a:off x="267311" y="1246"/>
        <a:ext cx="1881367" cy="1128820"/>
      </dsp:txXfrm>
    </dsp:sp>
    <dsp:sp modelId="{804DB68F-DFA6-41CC-BCF3-5F1A4A293D5B}">
      <dsp:nvSpPr>
        <dsp:cNvPr id="0" name=""/>
        <dsp:cNvSpPr/>
      </dsp:nvSpPr>
      <dsp:spPr>
        <a:xfrm>
          <a:off x="2336816" y="1246"/>
          <a:ext cx="1881367" cy="1128820"/>
        </a:xfrm>
        <a:prstGeom prst="rect">
          <a:avLst/>
        </a:prstGeom>
        <a:solidFill>
          <a:srgbClr val="A6B7D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700" kern="1200" dirty="0">
              <a:solidFill>
                <a:schemeClr val="bg1"/>
              </a:solidFill>
            </a:rPr>
            <a:t>Contesa allocazione</a:t>
          </a:r>
        </a:p>
      </dsp:txBody>
      <dsp:txXfrm>
        <a:off x="2336816" y="1246"/>
        <a:ext cx="1881367" cy="1128820"/>
      </dsp:txXfrm>
    </dsp:sp>
    <dsp:sp modelId="{0BE22AD1-82D0-4068-A46F-1616EEC94B20}">
      <dsp:nvSpPr>
        <dsp:cNvPr id="0" name=""/>
        <dsp:cNvSpPr/>
      </dsp:nvSpPr>
      <dsp:spPr>
        <a:xfrm>
          <a:off x="267311" y="1318204"/>
          <a:ext cx="1881367" cy="1128820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700" kern="1200" dirty="0">
              <a:solidFill>
                <a:schemeClr val="bg1"/>
              </a:solidFill>
            </a:rPr>
            <a:t>Niente loop</a:t>
          </a:r>
        </a:p>
      </dsp:txBody>
      <dsp:txXfrm>
        <a:off x="267311" y="1318204"/>
        <a:ext cx="1881367" cy="1128820"/>
      </dsp:txXfrm>
    </dsp:sp>
    <dsp:sp modelId="{5A76C0EC-DFE9-4629-8ED0-6855C7CAB1E4}">
      <dsp:nvSpPr>
        <dsp:cNvPr id="0" name=""/>
        <dsp:cNvSpPr/>
      </dsp:nvSpPr>
      <dsp:spPr>
        <a:xfrm>
          <a:off x="2336816" y="1318204"/>
          <a:ext cx="1881367" cy="1128820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700" kern="1200" dirty="0">
              <a:solidFill>
                <a:schemeClr val="bg1"/>
              </a:solidFill>
            </a:rPr>
            <a:t>Dimensione tabelle</a:t>
          </a:r>
        </a:p>
      </dsp:txBody>
      <dsp:txXfrm>
        <a:off x="2336816" y="1318204"/>
        <a:ext cx="1881367" cy="11288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fld id="{248258A5-DC51-4C40-8133-EBDA4B5D97F7}" type="datetimeFigureOut">
              <a:rPr lang="it-IT" smtClean="0"/>
              <a:pPr/>
              <a:t>27/07/2026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fld id="{4E5DA427-FE90-406E-9D90-D8AF6ED9F7F9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422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fld id="{C3299855-277B-4364-AE49-729F5FF1E17A}" type="datetimeFigureOut">
              <a:rPr lang="it-IT" smtClean="0"/>
              <a:pPr/>
              <a:t>27/07/2026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5" rIns="91432" bIns="45715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79768" y="4715908"/>
            <a:ext cx="5438140" cy="4467701"/>
          </a:xfrm>
          <a:prstGeom prst="rect">
            <a:avLst/>
          </a:prstGeom>
        </p:spPr>
        <p:txBody>
          <a:bodyPr vert="horz" lIns="91432" tIns="45715" rIns="91432" bIns="45715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fld id="{7044E27A-C44E-4CBB-87AC-E383B3A8CE46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3077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Abbiamo visto come leggere, ma facilmente non ci basta leggere da una tabella soltanto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0349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Nella sezione precedente abbiamo imparato a leggere dati da una singola tabella. Ma i database relazionali esistono proprio perché i dati sono distribuiti su più tabelle. </a:t>
            </a:r>
            <a:br>
              <a:rPr lang="it-IT" dirty="0"/>
            </a:br>
            <a:r>
              <a:rPr lang="it-IT" dirty="0"/>
              <a:t>Ora impariamo a ricomporli.</a:t>
            </a:r>
            <a:br>
              <a:rPr lang="it-IT" dirty="0"/>
            </a:br>
            <a:r>
              <a:rPr lang="it-IT" dirty="0"/>
              <a:t>Ogni tipo di JOIN ha un costo diverso — e la scelta sbagliata può moltiplicare le righe in modo inatteso.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8006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Funzioni avanzate per estrarre dati aggregati e filtrare su di essi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14647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A9B39-CBDF-5A18-4DD3-39169BB4C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65FA741-AAB0-1F85-5B1B-ED2D429E42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94B1FAD-9594-6594-2912-794D729E5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restituisce solo le righe che hanno una corrispondenza in entrambe le tabelle. È il tipo di JOIN più comune e più efficiente.</a:t>
            </a:r>
            <a:br>
              <a:rPr lang="it-IT" dirty="0"/>
            </a:br>
            <a:r>
              <a:rPr lang="it-IT" dirty="0"/>
              <a:t>Con INNER JOIN l'</a:t>
            </a:r>
            <a:r>
              <a:rPr lang="it-IT" dirty="0" err="1"/>
              <a:t>optimizer</a:t>
            </a:r>
            <a:r>
              <a:rPr lang="it-IT" dirty="0"/>
              <a:t> ha libertà di riordinare le tabelle. Con OUTER JOIN l'ordine è vincolato.</a:t>
            </a:r>
            <a:br>
              <a:rPr lang="it-IT" dirty="0"/>
            </a:br>
            <a:br>
              <a:rPr lang="it-IT" dirty="0"/>
            </a:br>
            <a:r>
              <a:rPr lang="it-IT" dirty="0"/>
              <a:t>DEMO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2D438CE-B769-625D-A6AF-08E74B1B59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5395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Doppio cancelletto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60052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-228600" algn="l">
              <a:spcAft>
                <a:spcPts val="900"/>
              </a:spcAft>
              <a:buSzPct val="100000"/>
              <a:buChar char="•"/>
            </a:pPr>
            <a:r>
              <a:rPr lang="en-US" sz="17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Sulle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#temp </a:t>
            </a:r>
            <a:r>
              <a:rPr lang="en-US" sz="17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l'optimizer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statistiche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</a:t>
            </a:r>
            <a:endParaRPr lang="en-US" sz="1700" dirty="0"/>
          </a:p>
          <a:p>
            <a:pPr marL="457200" lvl="1" indent="-228600" algn="l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r>
              <a:rPr lang="en-US" sz="17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mirato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trasforma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</a:t>
            </a:r>
            <a:r>
              <a:rPr lang="en-US" sz="17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scansioni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seek</a:t>
            </a:r>
            <a:endParaRPr lang="en-US" sz="1700" dirty="0"/>
          </a:p>
          <a:p>
            <a:pPr marL="457200" lvl="1" indent="-228600" algn="l">
              <a:spcAft>
                <a:spcPts val="900"/>
              </a:spcAft>
              <a:buSzPct val="100000"/>
              <a:buChar char="•"/>
            </a:pPr>
            <a:r>
              <a:rPr lang="en-US" sz="17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Indicizzare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solo </a:t>
            </a:r>
            <a:r>
              <a:rPr lang="en-US" sz="17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ciò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serve</a:t>
            </a:r>
          </a:p>
          <a:p>
            <a:pPr marL="457200" lvl="1" indent="-228600" algn="l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</a:t>
            </a:r>
            <a:r>
              <a:rPr lang="en-US" sz="17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statistiche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create dopo il </a:t>
            </a:r>
            <a:r>
              <a:rPr lang="en-US" sz="17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popolamento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nascono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complete</a:t>
            </a:r>
          </a:p>
          <a:p>
            <a:pPr marL="457200" lvl="1" indent="-228600" algn="l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log è </a:t>
            </a:r>
            <a:r>
              <a:rPr lang="en-US" sz="17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minimo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</a:p>
          <a:p>
            <a:pPr marL="457200" lvl="1" indent="-228600" algn="l">
              <a:spcAft>
                <a:spcPts val="900"/>
              </a:spcAft>
              <a:buSzPct val="100000"/>
              <a:buChar char="•"/>
            </a:pPr>
            <a:r>
              <a:rPr lang="en-US" sz="17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 </a:t>
            </a:r>
            <a:r>
              <a:rPr lang="en-US" sz="17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sono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recuperabili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backup </a:t>
            </a:r>
            <a:r>
              <a:rPr lang="en-US" sz="17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muoiono</a:t>
            </a:r>
            <a:r>
              <a:rPr lang="en-US" sz="1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7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connessione</a:t>
            </a:r>
            <a:endParaRPr lang="en-US" sz="1700" dirty="0"/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02548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Oltre a colonne possiamo leggere risultato di espressioni </a:t>
            </a:r>
            <a:r>
              <a:rPr lang="it-IT" dirty="0" err="1"/>
              <a:t>inline</a:t>
            </a:r>
            <a:r>
              <a:rPr lang="it-IT" dirty="0"/>
              <a:t> e funzioni applicate alle colonne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1897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Concetto chiave: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Con un LEFT JOIN, mettere un filtro nella clausola ON o nella clausola WHERE produce risultati completamente diversi. Questo è uno degli errori più comuni.</a:t>
            </a:r>
          </a:p>
          <a:p>
            <a:r>
              <a:rPr lang="it-IT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Talking</a:t>
            </a:r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points:</a:t>
            </a:r>
            <a:endParaRPr lang="it-IT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Filtro nella ON: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il filtro si applica solo alla tabella di destra; le righe della sinistra vengono preservate tutte</a:t>
            </a:r>
          </a:p>
          <a:p>
            <a: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Filtro nella WHERE: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si applica dopo il JOIN, quindi elimina le righe con NULL → il LEFT JOIN diventa di fatto un INNER JOIN</a:t>
            </a:r>
          </a:p>
          <a:p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Regola pratica: “Se il filtro è sulla tabella esterna (destra), mettilo nella ON. Se vuoi filtrare il risultato finale, mettilo nella WHERE.”</a:t>
            </a:r>
          </a:p>
          <a:p>
            <a:br>
              <a:rPr lang="it-IT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it-IT" dirty="0"/>
            </a:br>
            <a:br>
              <a:rPr lang="it-IT" dirty="0"/>
            </a:br>
            <a:r>
              <a:rPr lang="it-IT" dirty="0"/>
              <a:t>DEMO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64809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/>
              <a:t>Cortocircuito:</a:t>
            </a:r>
            <a:r>
              <a:rPr lang="it-IT" dirty="0"/>
              <a:t> SQL Server valuta i rami </a:t>
            </a:r>
            <a:r>
              <a:rPr lang="it-I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</a:t>
            </a:r>
            <a:r>
              <a:rPr lang="it-IT" dirty="0"/>
              <a:t> in ordine e si ferma al primo match — non </a:t>
            </a:r>
            <a:r>
              <a:rPr lang="it-IT" dirty="0" err="1"/>
              <a:t>evalua</a:t>
            </a:r>
            <a:r>
              <a:rPr lang="it-IT" dirty="0"/>
              <a:t> i successivi. Metti i casi più frequenti o meno costosi da valutare per primi.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64809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66045-4A3F-E297-1663-08634200D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1FB3F12-5F8D-F2AF-2F0F-7759B01F42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C436315-58CE-EEB8-C01D-C3BDBD841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370F7E3-7A0F-8C07-76E4-7D7B844FEA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09581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C36BC-9885-9D7B-F896-4186F0858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81BFD79-B2BC-E793-925B-C4EE7E4E74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F2A2ADE-1C1E-C086-AB73-1F4411F3D9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E’ uno per server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non per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quindi condiviso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Tutti gli oggetti temporanei vivono in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tempdb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insieme a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spill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sort/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hash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store. È una risorsa condivisa da tutto il server: usarla male impatta tutti.</a:t>
            </a:r>
          </a:p>
          <a:p>
            <a:pPr lvl="0"/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creazione/eliminazione massiccia di #temp genera contesa sui metadati di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tempdb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(mitigata dal “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memory-optimized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tempdb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metadata” di SQL Server 2019)</a:t>
            </a:r>
          </a:p>
          <a:p>
            <a:pPr lvl="0"/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contesa di allocazione su pagine PFS/GAM/SGAM si riduce con più file dati di 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tempdb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(default automatico da SQL Server 2016)</a:t>
            </a:r>
          </a:p>
          <a:p>
            <a:pPr lvl="0"/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Evitare di creare/eliminare #temp in cicli stretti: creare una volta e svuotare/riusare</a:t>
            </a:r>
          </a:p>
          <a:p>
            <a:pPr lvl="0"/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Mantenere le tabelle temporanee piccole: filtrare e proiettare solo le colonne necessarie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9BF60CD-1F50-19AE-6FF8-467B6B5AC0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5447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F1939-2549-1B66-4D4A-2BB757ACB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4688075-3506-8728-24AA-A1AA4D83B4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FE1B465-DA67-0922-3396-83E4356B5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43AC7E8-FFAD-272B-498F-72AE8246E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133299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/>
              <a:t>Cortocircuito:</a:t>
            </a:r>
            <a:r>
              <a:rPr lang="it-IT" dirty="0"/>
              <a:t> SQL Server valuta i rami </a:t>
            </a:r>
            <a:r>
              <a:rPr lang="it-I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</a:t>
            </a:r>
            <a:r>
              <a:rPr lang="it-IT" dirty="0"/>
              <a:t> in ordine e si ferma al primo match — non </a:t>
            </a:r>
            <a:r>
              <a:rPr lang="it-IT" dirty="0" err="1"/>
              <a:t>evalua</a:t>
            </a:r>
            <a:r>
              <a:rPr lang="it-IT" dirty="0"/>
              <a:t> i successivi. Metti i casi più frequenti o meno costosi da valutare per primi.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64809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/>
              <a:t>Riepilogo rapido:</a:t>
            </a:r>
            <a:endParaRPr lang="it-IT" dirty="0"/>
          </a:p>
          <a:p>
            <a:r>
              <a:rPr lang="it-IT" dirty="0"/>
              <a:t>Leggere la checklist punto per punto</a:t>
            </a:r>
          </a:p>
          <a:p>
            <a:r>
              <a:rPr lang="it-IT" dirty="0"/>
              <a:t>Richiamare: "Il JOIN è il mattone fondamentale delle query complesse. La scelta del tipo giusto impatta leggibilità, correttezza e performance."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1044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pertina-rossa">
    <p:bg>
      <p:bgPr>
        <a:gradFill>
          <a:gsLst>
            <a:gs pos="50000">
              <a:srgbClr val="C20E1A"/>
            </a:gs>
            <a:gs pos="100000">
              <a:srgbClr val="C20E1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70506" y="2139702"/>
            <a:ext cx="8192986" cy="576000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75000"/>
              </a:lnSpc>
              <a:spcBef>
                <a:spcPts val="0"/>
              </a:spcBef>
              <a:buNone/>
              <a:defRPr lang="it-IT" sz="4600" b="1" u="none" kern="120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/>
              <a:t>Titolo </a:t>
            </a:r>
          </a:p>
        </p:txBody>
      </p:sp>
      <p:sp>
        <p:nvSpPr>
          <p:cNvPr id="13" name="Segnaposto testo 12">
            <a:extLst>
              <a:ext uri="{FF2B5EF4-FFF2-40B4-BE49-F238E27FC236}">
                <a16:creationId xmlns:a16="http://schemas.microsoft.com/office/drawing/2014/main" id="{59699E87-37BE-B122-4218-F76CBA66B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0507" y="2751770"/>
            <a:ext cx="8193592" cy="467960"/>
          </a:xfrm>
        </p:spPr>
        <p:txBody>
          <a:bodyPr lIns="0" anchor="t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it-IT" dirty="0"/>
              <a:t>Sottotitolo</a:t>
            </a:r>
          </a:p>
        </p:txBody>
      </p: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3FB66C52-296B-8CB9-AD0D-935F8BDF72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4299882"/>
            <a:ext cx="8193592" cy="288000"/>
          </a:xfrm>
        </p:spPr>
        <p:txBody>
          <a:bodyPr lIns="0" anchor="b">
            <a:noAutofit/>
          </a:bodyPr>
          <a:lstStyle>
            <a:lvl1pPr marL="0" indent="0">
              <a:buNone/>
              <a:defRPr lang="it-IT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it-IT" dirty="0"/>
              <a:t>Relatore: Nome Cognome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6F73984F-6480-A8BF-5D22-61F62806EB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00" y="4806000"/>
            <a:ext cx="720000" cy="232222"/>
          </a:xfrm>
          <a:prstGeom prst="rect">
            <a:avLst/>
          </a:prstGeom>
        </p:spPr>
      </p:pic>
      <p:sp>
        <p:nvSpPr>
          <p:cNvPr id="36" name="Segnaposto immagine 2">
            <a:extLst>
              <a:ext uri="{FF2B5EF4-FFF2-40B4-BE49-F238E27FC236}">
                <a16:creationId xmlns:a16="http://schemas.microsoft.com/office/drawing/2014/main" id="{73A4A78A-154B-0984-A223-48CE455A459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68000" y="540000"/>
            <a:ext cx="1879104" cy="576362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dirty="0"/>
              <a:t>Fare clic sull'icona per inserire un logo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3DE4E2A-5E65-84A5-F94E-D16C0AF09B7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8313" y="4644139"/>
            <a:ext cx="2447925" cy="23177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it-IT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 marL="1828800" indent="0" algn="l">
              <a:buNone/>
              <a:defRPr lang="it-IT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it-IT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XX mese 202X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10205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11" userDrawn="1">
          <p15:clr>
            <a:srgbClr val="FBAE40"/>
          </p15:clr>
        </p15:guide>
        <p15:guide id="2" pos="5761">
          <p15:clr>
            <a:srgbClr val="FBAE40"/>
          </p15:clr>
        </p15:guide>
        <p15:guide id="3" orient="horz" pos="713" userDrawn="1">
          <p15:clr>
            <a:srgbClr val="FBAE40"/>
          </p15:clr>
        </p15:guide>
        <p15:guide id="4" orient="horz" pos="3026" userDrawn="1">
          <p15:clr>
            <a:srgbClr val="FBAE40"/>
          </p15:clr>
        </p15:guide>
        <p15:guide id="5" pos="296" userDrawn="1">
          <p15:clr>
            <a:srgbClr val="FBAE40"/>
          </p15:clr>
        </p15:guide>
        <p15:guide id="6" pos="546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0" cap="all" spc="-100" baseline="0">
                <a:latin typeface="+mj-lt"/>
                <a:cs typeface="Aharoni" panose="02010803020104030203" pitchFamily="2" charset="-79"/>
              </a:defRPr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latin typeface="+mj-lt"/>
              </a:defRPr>
            </a:lvl1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noFill/>
        </p:spPr>
        <p:txBody>
          <a:bodyPr vert="horz" lIns="72000" tIns="0" rIns="72000" bIns="0" rtlCol="0" anchor="ctr">
            <a:normAutofit/>
          </a:bodyPr>
          <a:lstStyle>
            <a:lvl1pPr>
              <a:defRPr lang="it-IT" sz="3200" spc="-100">
                <a:latin typeface="+mj-lt"/>
              </a:defRPr>
            </a:lvl1pPr>
          </a:lstStyle>
          <a:p>
            <a:pPr lvl="0"/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3297842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0286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 userDrawn="1"/>
        </p:nvSpPr>
        <p:spPr bwMode="auto">
          <a:xfrm>
            <a:off x="7920372" y="4785996"/>
            <a:ext cx="1008112" cy="330501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  <a:round/>
            <a:headEnd/>
            <a:tailEnd/>
          </a:ln>
          <a:effectLst/>
        </p:spPr>
        <p:txBody>
          <a:bodyPr lIns="17999" tIns="10799" rIns="17999" bIns="10799" rtlCol="0" anchor="ctr"/>
          <a:lstStyle/>
          <a:p>
            <a:pPr algn="ctr" eaLnBrk="0" hangingPunct="0">
              <a:lnSpc>
                <a:spcPct val="80000"/>
              </a:lnSpc>
              <a:spcBef>
                <a:spcPct val="20000"/>
              </a:spcBef>
              <a:buClr>
                <a:srgbClr val="A71930"/>
              </a:buClr>
            </a:pPr>
            <a:endParaRPr lang="it-IT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13151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 bian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096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uota grig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49730CC1-8448-454E-BAE4-E4BA381482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80" y="4876005"/>
            <a:ext cx="648000" cy="209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Vuota grigia">
    <p:bg>
      <p:bgPr>
        <a:solidFill>
          <a:srgbClr val="C2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651C3C6E-CAB6-4C30-9D30-1D07218E31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80" y="4876005"/>
            <a:ext cx="648000" cy="20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669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Vuota grig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3892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244280" cy="3888083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defRPr sz="2400"/>
            </a:lvl1pPr>
            <a:lvl2pPr>
              <a:lnSpc>
                <a:spcPct val="80000"/>
              </a:lnSpc>
              <a:spcAft>
                <a:spcPts val="600"/>
              </a:spcAft>
              <a:defRPr sz="2000"/>
            </a:lvl2pPr>
            <a:lvl3pPr>
              <a:lnSpc>
                <a:spcPct val="80000"/>
              </a:lnSpc>
              <a:spcAft>
                <a:spcPts val="600"/>
              </a:spcAft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7CE2DB01-18FE-B251-C2FD-A620A62AC64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651666" y="843558"/>
            <a:ext cx="4244280" cy="3888083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defRPr sz="2400"/>
            </a:lvl1pPr>
            <a:lvl2pPr>
              <a:lnSpc>
                <a:spcPct val="80000"/>
              </a:lnSpc>
              <a:spcAft>
                <a:spcPts val="600"/>
              </a:spcAft>
              <a:defRPr sz="2000"/>
            </a:lvl2pPr>
            <a:lvl3pPr>
              <a:lnSpc>
                <a:spcPct val="80000"/>
              </a:lnSpc>
              <a:spcAft>
                <a:spcPts val="600"/>
              </a:spcAft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</p:spTree>
    <p:extLst>
      <p:ext uri="{BB962C8B-B14F-4D97-AF65-F5344CB8AC3E}">
        <p14:creationId xmlns:p14="http://schemas.microsoft.com/office/powerpoint/2010/main" val="2557030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20E1A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 hasCustomPrompt="1"/>
          </p:nvPr>
        </p:nvSpPr>
        <p:spPr>
          <a:xfrm>
            <a:off x="251520" y="843558"/>
            <a:ext cx="4245868" cy="679586"/>
          </a:xfrm>
        </p:spPr>
        <p:txBody>
          <a:bodyPr anchor="t"/>
          <a:lstStyle>
            <a:lvl1pPr marL="0" indent="0">
              <a:lnSpc>
                <a:spcPct val="80000"/>
              </a:lnSpc>
              <a:spcBef>
                <a:spcPts val="50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251520" y="1631156"/>
            <a:ext cx="4245868" cy="3073831"/>
          </a:xfrm>
        </p:spPr>
        <p:txBody>
          <a:bodyPr/>
          <a:lstStyle>
            <a:lvl1pPr marL="268288" indent="-268288" defTabSz="792000">
              <a:lnSpc>
                <a:spcPct val="80000"/>
              </a:lnSpc>
              <a:spcBef>
                <a:spcPts val="0"/>
              </a:spcBef>
              <a:spcAft>
                <a:spcPts val="500"/>
              </a:spcAft>
              <a:defRPr sz="2400"/>
            </a:lvl1pPr>
            <a:lvl2pPr marL="268288" indent="-268288" defTabSz="792000">
              <a:defRPr sz="2000"/>
            </a:lvl2pPr>
            <a:lvl3pPr marL="538163" indent="-182563" defTabSz="792000">
              <a:lnSpc>
                <a:spcPct val="80000"/>
              </a:lnSpc>
              <a:spcBef>
                <a:spcPts val="0"/>
              </a:spcBef>
              <a:spcAft>
                <a:spcPts val="500"/>
              </a:spcAft>
              <a:defRPr sz="1800"/>
            </a:lvl3pPr>
            <a:lvl4pPr marL="625475" indent="0">
              <a:buNone/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2"/>
            <a:r>
              <a:rPr lang="it-IT" dirty="0"/>
              <a:t>Secondo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6" y="843558"/>
            <a:ext cx="4211451" cy="679586"/>
          </a:xfrm>
        </p:spPr>
        <p:txBody>
          <a:bodyPr anchor="t">
            <a:noAutofit/>
          </a:bodyPr>
          <a:lstStyle>
            <a:lvl1pPr marL="0" indent="0">
              <a:lnSpc>
                <a:spcPct val="80000"/>
              </a:lnSpc>
              <a:spcBef>
                <a:spcPts val="500"/>
              </a:spcBef>
              <a:buNone/>
              <a:defRPr lang="it-IT" sz="24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 hasCustomPrompt="1"/>
          </p:nvPr>
        </p:nvSpPr>
        <p:spPr>
          <a:xfrm>
            <a:off x="4645026" y="1631156"/>
            <a:ext cx="4247455" cy="3100834"/>
          </a:xfrm>
        </p:spPr>
        <p:txBody>
          <a:bodyPr/>
          <a:lstStyle>
            <a:lvl1pPr marL="268288" indent="-268288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defRPr sz="2400"/>
            </a:lvl1pPr>
            <a:lvl2pPr marL="538163" indent="-182563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</p:txBody>
      </p:sp>
    </p:spTree>
    <p:extLst>
      <p:ext uri="{BB962C8B-B14F-4D97-AF65-F5344CB8AC3E}">
        <p14:creationId xmlns:p14="http://schemas.microsoft.com/office/powerpoint/2010/main" val="4276315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/>
          <p:cNvSpPr txBox="1">
            <a:spLocks/>
          </p:cNvSpPr>
          <p:nvPr userDrawn="1"/>
        </p:nvSpPr>
        <p:spPr>
          <a:xfrm>
            <a:off x="1828800" y="3600450"/>
            <a:ext cx="5486400" cy="425054"/>
          </a:xfrm>
          <a:prstGeom prst="rect">
            <a:avLst/>
          </a:prstGeom>
          <a:noFill/>
        </p:spPr>
        <p:txBody>
          <a:bodyPr vert="horz" lIns="72000" tIns="0" rIns="72000" bIns="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it-IT" sz="2000" b="1" kern="1200" cap="all" spc="-100" baseline="0">
                <a:solidFill>
                  <a:schemeClr val="accent2"/>
                </a:solidFill>
                <a:latin typeface="+mj-lt"/>
                <a:ea typeface="+mj-ea"/>
                <a:cs typeface="Aharoni" panose="02010803020104030203" pitchFamily="2" charset="-79"/>
              </a:defRPr>
            </a:lvl1pPr>
          </a:lstStyle>
          <a:p>
            <a:r>
              <a:rPr lang="it-IT" spc="0" dirty="0">
                <a:solidFill>
                  <a:srgbClr val="C20E1A"/>
                </a:solidFill>
              </a:rPr>
              <a:t>Fare clic per modificare lo stile del titolo</a:t>
            </a:r>
          </a:p>
        </p:txBody>
      </p:sp>
      <p:sp>
        <p:nvSpPr>
          <p:cNvPr id="4" name="Segnaposto immagine 2"/>
          <p:cNvSpPr>
            <a:spLocks noGrp="1"/>
          </p:cNvSpPr>
          <p:nvPr>
            <p:ph type="pic" idx="1"/>
          </p:nvPr>
        </p:nvSpPr>
        <p:spPr>
          <a:xfrm>
            <a:off x="1828800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5" name="Segnaposto testo 3"/>
          <p:cNvSpPr>
            <a:spLocks noGrp="1"/>
          </p:cNvSpPr>
          <p:nvPr>
            <p:ph type="body" sz="half" idx="2"/>
          </p:nvPr>
        </p:nvSpPr>
        <p:spPr>
          <a:xfrm>
            <a:off x="1828800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529843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20E1A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8"/>
          <p:cNvSpPr>
            <a:spLocks noGrp="1"/>
          </p:cNvSpPr>
          <p:nvPr>
            <p:ph type="pic" sz="quarter" idx="10"/>
          </p:nvPr>
        </p:nvSpPr>
        <p:spPr>
          <a:xfrm>
            <a:off x="251606" y="843818"/>
            <a:ext cx="2880234" cy="218724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it-IT" dirty="0"/>
              <a:t>Fare clic sull'icona per inserire un'immagine</a:t>
            </a:r>
          </a:p>
        </p:txBody>
      </p:sp>
      <p:sp>
        <p:nvSpPr>
          <p:cNvPr id="4" name="Segnaposto contenuto 10"/>
          <p:cNvSpPr>
            <a:spLocks noGrp="1"/>
          </p:cNvSpPr>
          <p:nvPr>
            <p:ph sz="quarter" idx="11"/>
          </p:nvPr>
        </p:nvSpPr>
        <p:spPr>
          <a:xfrm>
            <a:off x="3419475" y="843558"/>
            <a:ext cx="5473700" cy="3780234"/>
          </a:xfrm>
        </p:spPr>
        <p:txBody>
          <a:bodyPr>
            <a:normAutofit/>
          </a:bodyPr>
          <a:lstStyle>
            <a:lvl1pPr>
              <a:buClr>
                <a:srgbClr val="C20E1A"/>
              </a:buClr>
              <a:defRPr sz="2400"/>
            </a:lvl1pPr>
            <a:lvl2pPr>
              <a:buClr>
                <a:srgbClr val="C20E1A"/>
              </a:buClr>
              <a:defRPr sz="2000"/>
            </a:lvl2pPr>
            <a:lvl3pPr>
              <a:buClr>
                <a:srgbClr val="C20E1A"/>
              </a:buClr>
              <a:defRPr sz="1800"/>
            </a:lvl3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</p:spTree>
    <p:extLst>
      <p:ext uri="{BB962C8B-B14F-4D97-AF65-F5344CB8AC3E}">
        <p14:creationId xmlns:p14="http://schemas.microsoft.com/office/powerpoint/2010/main" val="2085360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20E1A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5"/>
          <p:cNvSpPr>
            <a:spLocks noGrp="1"/>
          </p:cNvSpPr>
          <p:nvPr>
            <p:ph type="pic" sz="quarter" idx="10"/>
          </p:nvPr>
        </p:nvSpPr>
        <p:spPr>
          <a:xfrm>
            <a:off x="250825" y="843558"/>
            <a:ext cx="5041901" cy="378068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contenuto 7"/>
          <p:cNvSpPr>
            <a:spLocks noGrp="1"/>
          </p:cNvSpPr>
          <p:nvPr>
            <p:ph sz="quarter" idx="11"/>
          </p:nvPr>
        </p:nvSpPr>
        <p:spPr>
          <a:xfrm>
            <a:off x="5472113" y="843558"/>
            <a:ext cx="3421062" cy="3753677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077754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2"/>
          <p:cNvSpPr>
            <a:spLocks noGrp="1"/>
          </p:cNvSpPr>
          <p:nvPr>
            <p:ph type="body" idx="1"/>
          </p:nvPr>
        </p:nvSpPr>
        <p:spPr>
          <a:xfrm>
            <a:off x="254980" y="2180035"/>
            <a:ext cx="8638195" cy="1125140"/>
          </a:xfrm>
        </p:spPr>
        <p:txBody>
          <a:bodyPr anchor="b"/>
          <a:lstStyle>
            <a:lvl1pPr marL="0" indent="0">
              <a:buNone/>
              <a:defRPr sz="2000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testo 5"/>
          <p:cNvSpPr>
            <a:spLocks noGrp="1"/>
          </p:cNvSpPr>
          <p:nvPr>
            <p:ph type="body" sz="quarter" idx="10" hasCustomPrompt="1"/>
          </p:nvPr>
        </p:nvSpPr>
        <p:spPr>
          <a:xfrm>
            <a:off x="228600" y="3399842"/>
            <a:ext cx="8686800" cy="1062621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300"/>
              </a:spcBef>
              <a:buNone/>
              <a:defRPr sz="4000" baseline="0">
                <a:solidFill>
                  <a:srgbClr val="C20E1A"/>
                </a:solidFill>
                <a:latin typeface="+mj-lt"/>
              </a:defRPr>
            </a:lvl1pPr>
            <a:lvl2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2pPr>
            <a:lvl3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3pPr>
            <a:lvl4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4pPr>
            <a:lvl5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</p:spTree>
    <p:extLst>
      <p:ext uri="{BB962C8B-B14F-4D97-AF65-F5344CB8AC3E}">
        <p14:creationId xmlns:p14="http://schemas.microsoft.com/office/powerpoint/2010/main" val="183483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58" userDrawn="1">
          <p15:clr>
            <a:srgbClr val="FBAE40"/>
          </p15:clr>
        </p15:guide>
        <p15:guide id="2" pos="560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u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testo 5"/>
          <p:cNvSpPr>
            <a:spLocks noGrp="1"/>
          </p:cNvSpPr>
          <p:nvPr>
            <p:ph type="body" sz="quarter" idx="10" hasCustomPrompt="1"/>
          </p:nvPr>
        </p:nvSpPr>
        <p:spPr>
          <a:xfrm>
            <a:off x="683419" y="2004418"/>
            <a:ext cx="7777162" cy="1134665"/>
          </a:xfrm>
        </p:spPr>
        <p:txBody>
          <a:bodyPr anchor="ctr">
            <a:noAutofit/>
          </a:bodyPr>
          <a:lstStyle>
            <a:lvl1pPr marL="0" indent="0" algn="ctr">
              <a:buNone/>
              <a:defRPr sz="4000" baseline="0">
                <a:solidFill>
                  <a:srgbClr val="C20E1A"/>
                </a:solidFill>
                <a:latin typeface="+mj-lt"/>
              </a:defRPr>
            </a:lvl1pPr>
            <a:lvl2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2pPr>
            <a:lvl3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3pPr>
            <a:lvl4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4pPr>
            <a:lvl5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</p:spTree>
    <p:extLst>
      <p:ext uri="{BB962C8B-B14F-4D97-AF65-F5344CB8AC3E}">
        <p14:creationId xmlns:p14="http://schemas.microsoft.com/office/powerpoint/2010/main" val="33774075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iusa-red">
    <p:bg>
      <p:bgPr>
        <a:gradFill>
          <a:gsLst>
            <a:gs pos="50000">
              <a:srgbClr val="C20E1A"/>
            </a:gs>
            <a:gs pos="100000">
              <a:srgbClr val="C20E1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  <a:noFill/>
        </p:spPr>
        <p:txBody>
          <a:bodyPr lIns="0" tIns="0" rIns="0" anchor="ctr" anchorCtr="0">
            <a:noAutofit/>
          </a:bodyPr>
          <a:lstStyle>
            <a:lvl1pPr algn="ctr">
              <a:defRPr sz="4000" b="1" i="0" u="none" spc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Aharoni" panose="02010803020104030203" pitchFamily="2" charset="-79"/>
              </a:defRPr>
            </a:lvl1pPr>
          </a:lstStyle>
          <a:p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6211A20-8BD2-428E-B8D0-2B7CC38EC9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00" y="4806000"/>
            <a:ext cx="720000" cy="23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652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8829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  <a:prstGeom prst="rect">
            <a:avLst/>
          </a:prstGeom>
          <a:noFill/>
        </p:spPr>
        <p:txBody>
          <a:bodyPr vert="horz" lIns="72000" tIns="0" rIns="72000" bIns="0" rtlCol="0" anchor="ctr">
            <a:normAutofit/>
          </a:bodyPr>
          <a:lstStyle/>
          <a:p>
            <a:pPr lvl="0"/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251520" y="789552"/>
            <a:ext cx="8640960" cy="3942438"/>
          </a:xfrm>
          <a:prstGeom prst="rect">
            <a:avLst/>
          </a:prstGeom>
        </p:spPr>
        <p:txBody>
          <a:bodyPr vert="horz" lIns="72000" tIns="45720" rIns="72000" bIns="45720" rtlCol="0">
            <a:normAutofit/>
          </a:bodyPr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  <p:sp>
        <p:nvSpPr>
          <p:cNvPr id="6" name="Rettangolo 5"/>
          <p:cNvSpPr/>
          <p:nvPr/>
        </p:nvSpPr>
        <p:spPr>
          <a:xfrm flipH="1">
            <a:off x="251520" y="0"/>
            <a:ext cx="8640960" cy="60471"/>
          </a:xfrm>
          <a:prstGeom prst="rect">
            <a:avLst/>
          </a:prstGeom>
          <a:solidFill>
            <a:srgbClr val="C20E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33B43FE0-31EE-4180-A175-2543E30BE8A6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00" y="4806000"/>
            <a:ext cx="720000" cy="23222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677" r:id="rId2"/>
    <p:sldLayoutId id="2147483703" r:id="rId3"/>
    <p:sldLayoutId id="2147483710" r:id="rId4"/>
    <p:sldLayoutId id="2147483717" r:id="rId5"/>
    <p:sldLayoutId id="2147483708" r:id="rId6"/>
    <p:sldLayoutId id="2147483683" r:id="rId7"/>
    <p:sldLayoutId id="2147483721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8" r:id="rId15"/>
    <p:sldLayoutId id="2147483719" r:id="rId16"/>
    <p:sldLayoutId id="2147483720" r:id="rId17"/>
    <p:sldLayoutId id="2147483724" r:id="rId18"/>
  </p:sldLayoutIdLst>
  <p:txStyles>
    <p:titleStyle>
      <a:lvl1pPr algn="l" defTabSz="914400" rtl="0" eaLnBrk="1" latinLnBrk="0" hangingPunct="1">
        <a:spcBef>
          <a:spcPct val="0"/>
        </a:spcBef>
        <a:buNone/>
        <a:defRPr lang="it-IT" sz="3200" b="0" kern="1200" cap="all" spc="-100" baseline="0" dirty="0">
          <a:solidFill>
            <a:srgbClr val="C20E1A"/>
          </a:solidFill>
          <a:latin typeface="+mj-lt"/>
          <a:ea typeface="+mj-ea"/>
          <a:cs typeface="Aharoni" panose="02010803020104030203" pitchFamily="2" charset="-79"/>
        </a:defRPr>
      </a:lvl1pPr>
    </p:titleStyle>
    <p:bodyStyle>
      <a:lvl1pPr marL="361950" indent="-361950" algn="l" defTabSz="914400" rtl="0" eaLnBrk="1" latinLnBrk="0" hangingPunct="1">
        <a:spcBef>
          <a:spcPct val="20000"/>
        </a:spcBef>
        <a:buClr>
          <a:srgbClr val="C20E1A"/>
        </a:buClr>
        <a:buFont typeface="Arial" panose="020B0604020202020204" pitchFamily="34" charset="0"/>
        <a:buChar char="•"/>
        <a:defRPr lang="it-IT" sz="2800" kern="1200" dirty="0" smtClean="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C20E1A"/>
        </a:buClr>
        <a:buFont typeface="Arial" panose="020B0604020202020204" pitchFamily="34" charset="0"/>
        <a:buChar char="•"/>
        <a:defRPr lang="it-IT" sz="2400" kern="1200" dirty="0" smtClean="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C20E1A"/>
        </a:buClr>
        <a:buFont typeface="Arial" panose="020B0604020202020204" pitchFamily="34" charset="0"/>
        <a:buChar char="•"/>
        <a:defRPr lang="it-IT" sz="2000" kern="1200" dirty="0" smtClean="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www.pexels.com/fr-fr/photo/ancien-appareil-photo-antiquite-appareil-photo-appareil-photo-retro-37397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rgbClr val="C20E1A"/>
            </a:gs>
            <a:gs pos="100000">
              <a:srgbClr val="C20E1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ottotitolo 6">
            <a:extLst>
              <a:ext uri="{FF2B5EF4-FFF2-40B4-BE49-F238E27FC236}">
                <a16:creationId xmlns:a16="http://schemas.microsoft.com/office/drawing/2014/main" id="{202B71B1-14B4-3B1A-B56D-A2CE7F9978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Tabelle temporanee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914F1CCD-6988-40EB-8723-4DA1221891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 dirty="0"/>
              <a:t>Materializzare i risultati intermedi senza ricalcolarli</a:t>
            </a: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1E89FAF0-C089-69A2-9B3F-4856401EFA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Luca Murzio</a:t>
            </a: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94975818-5F77-CDA3-C7A8-B948528764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5536" y="376363"/>
            <a:ext cx="971249" cy="97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220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CF11E5-C10D-D44C-0194-64FF27C38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agenda</a:t>
            </a:r>
          </a:p>
        </p:txBody>
      </p:sp>
      <p:graphicFrame>
        <p:nvGraphicFramePr>
          <p:cNvPr id="5" name="Segnaposto contenuto 4">
            <a:extLst>
              <a:ext uri="{FF2B5EF4-FFF2-40B4-BE49-F238E27FC236}">
                <a16:creationId xmlns:a16="http://schemas.microsoft.com/office/drawing/2014/main" id="{6BFF772B-8A15-9994-B0EE-F4836F067C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8405859"/>
              </p:ext>
            </p:extLst>
          </p:nvPr>
        </p:nvGraphicFramePr>
        <p:xfrm>
          <a:off x="250825" y="788988"/>
          <a:ext cx="8642350" cy="3943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40166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A880B918-0CF5-735A-BA31-CEE0BB487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spc="0" dirty="0"/>
              <a:t>Tabelle temporanee</a:t>
            </a:r>
          </a:p>
        </p:txBody>
      </p:sp>
    </p:spTree>
    <p:extLst>
      <p:ext uri="{BB962C8B-B14F-4D97-AF65-F5344CB8AC3E}">
        <p14:creationId xmlns:p14="http://schemas.microsoft.com/office/powerpoint/2010/main" val="2760470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592F2-EEBA-0130-9AB1-C7227E697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322DF2-ED1F-5281-DC9E-C4870478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Tabelle temporanee: a cosa servono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D76424C-762E-3161-8673-B35794C50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244280" cy="3888083"/>
          </a:xfrm>
        </p:spPr>
        <p:txBody>
          <a:bodyPr>
            <a:normAutofit/>
          </a:bodyPr>
          <a:lstStyle/>
          <a:p>
            <a:r>
              <a:rPr lang="en-US" dirty="0"/>
              <a:t>“</a:t>
            </a:r>
            <a:r>
              <a:rPr lang="en-US" dirty="0" err="1"/>
              <a:t>Fotografare</a:t>
            </a:r>
            <a:r>
              <a:rPr lang="en-US" dirty="0"/>
              <a:t>” un </a:t>
            </a:r>
            <a:r>
              <a:rPr lang="en-US" dirty="0" err="1"/>
              <a:t>risultato</a:t>
            </a:r>
            <a:endParaRPr lang="en-US" dirty="0"/>
          </a:p>
          <a:p>
            <a:r>
              <a:rPr lang="en-US" dirty="0" err="1"/>
              <a:t>Evitare</a:t>
            </a:r>
            <a:r>
              <a:rPr lang="en-US" dirty="0"/>
              <a:t> </a:t>
            </a:r>
            <a:r>
              <a:rPr lang="en-US" dirty="0" err="1"/>
              <a:t>ricalcoli</a:t>
            </a:r>
            <a:r>
              <a:rPr lang="en-US" dirty="0"/>
              <a:t> </a:t>
            </a:r>
            <a:r>
              <a:rPr lang="en-US" dirty="0" err="1"/>
              <a:t>ripetuti</a:t>
            </a:r>
            <a:endParaRPr lang="en-US" dirty="0"/>
          </a:p>
          <a:p>
            <a:r>
              <a:rPr lang="en-US" dirty="0" err="1"/>
              <a:t>Dividere</a:t>
            </a:r>
            <a:r>
              <a:rPr lang="en-US" dirty="0"/>
              <a:t> e </a:t>
            </a:r>
            <a:r>
              <a:rPr lang="en-US" dirty="0" err="1"/>
              <a:t>ottimizzare</a:t>
            </a:r>
            <a:r>
              <a:rPr lang="en-US" dirty="0"/>
              <a:t> query </a:t>
            </a:r>
            <a:r>
              <a:rPr lang="en-US" dirty="0" err="1"/>
              <a:t>annidata</a:t>
            </a:r>
            <a:endParaRPr lang="en-US" dirty="0"/>
          </a:p>
          <a:p>
            <a:r>
              <a:rPr lang="en-US" dirty="0" err="1"/>
              <a:t>Vivono</a:t>
            </a:r>
            <a:r>
              <a:rPr lang="en-US" dirty="0"/>
              <a:t> il tempo </a:t>
            </a:r>
            <a:r>
              <a:rPr lang="en-US" dirty="0" err="1"/>
              <a:t>necessario</a:t>
            </a:r>
            <a:r>
              <a:rPr lang="en-US" dirty="0"/>
              <a:t> e poi </a:t>
            </a:r>
            <a:r>
              <a:rPr lang="en-US" dirty="0" err="1"/>
              <a:t>vengono</a:t>
            </a:r>
            <a:r>
              <a:rPr lang="en-US" dirty="0"/>
              <a:t> eliminate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CEDBE84-6258-1C5F-4430-9DB7C79D91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2447" r="5234"/>
          <a:stretch>
            <a:fillRect/>
          </a:stretch>
        </p:blipFill>
        <p:spPr>
          <a:xfrm>
            <a:off x="4651666" y="843558"/>
            <a:ext cx="4244280" cy="38880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83518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64B470-E0DD-604A-67B7-A590C454E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Tabelle temporanee locali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7FA7FB0-3F8D-584D-763D-E4A1001B337D}"/>
              </a:ext>
            </a:extLst>
          </p:cNvPr>
          <p:cNvSpPr txBox="1"/>
          <p:nvPr/>
        </p:nvSpPr>
        <p:spPr>
          <a:xfrm>
            <a:off x="4570432" y="843907"/>
            <a:ext cx="4416116" cy="3132348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rmAutofit/>
          </a:bodyPr>
          <a:lstStyle/>
          <a:p>
            <a:pPr>
              <a:lnSpc>
                <a:spcPct val="102000"/>
              </a:lnSpc>
            </a:pPr>
            <a:r>
              <a:rPr lang="en-US" sz="1600" dirty="0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 Crea e </a:t>
            </a:r>
            <a:r>
              <a:rPr lang="en-US" sz="1600" dirty="0" err="1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popola</a:t>
            </a:r>
            <a:r>
              <a:rPr lang="en-US" sz="1600" dirty="0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dirty="0" err="1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600" dirty="0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temp locale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dirty="0">
                <a:solidFill>
                  <a:srgbClr val="E5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OBJECT_ID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00" dirty="0">
                <a:solidFill>
                  <a:srgbClr val="D6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</a:t>
            </a:r>
            <a:r>
              <a:rPr lang="en-US" sz="1600" dirty="0" err="1">
                <a:solidFill>
                  <a:srgbClr val="D6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tempdb</a:t>
            </a:r>
            <a:r>
              <a:rPr lang="en-US" sz="1600" dirty="0">
                <a:solidFill>
                  <a:srgbClr val="D6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..#</a:t>
            </a:r>
            <a:r>
              <a:rPr lang="en-US" sz="1600" dirty="0" err="1">
                <a:solidFill>
                  <a:srgbClr val="D6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Vendite</a:t>
            </a:r>
            <a:r>
              <a:rPr lang="en-US" sz="1600" dirty="0">
                <a:solidFill>
                  <a:srgbClr val="D69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 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Vendite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Vendite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(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  </a:t>
            </a:r>
            <a:r>
              <a:rPr lang="en-US" sz="16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dirty="0">
                <a:solidFill>
                  <a:srgbClr val="6F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  </a:t>
            </a:r>
            <a:r>
              <a:rPr lang="en-US" sz="16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TotQty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  </a:t>
            </a:r>
            <a:r>
              <a:rPr lang="en-US" sz="1600" dirty="0">
                <a:solidFill>
                  <a:srgbClr val="6F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);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Vendite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 </a:t>
            </a:r>
            <a:r>
              <a:rPr lang="en-US" sz="1600" dirty="0">
                <a:solidFill>
                  <a:srgbClr val="E5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OrderQty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 </a:t>
            </a:r>
            <a:r>
              <a:rPr lang="en-US" sz="16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SalesOrderDetail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600" dirty="0"/>
          </a:p>
        </p:txBody>
      </p:sp>
      <p:pic>
        <p:nvPicPr>
          <p:cNvPr id="10" name="Elemento grafico 9" descr="Programmatore (maschile) con riempimento a tinta unita">
            <a:extLst>
              <a:ext uri="{FF2B5EF4-FFF2-40B4-BE49-F238E27FC236}">
                <a16:creationId xmlns:a16="http://schemas.microsoft.com/office/drawing/2014/main" id="{46EF8A4C-6A27-389A-045C-DF9C4F881A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46488" y="3346185"/>
            <a:ext cx="446348" cy="446348"/>
          </a:xfrm>
          <a:prstGeom prst="rect">
            <a:avLst/>
          </a:prstGeom>
        </p:spPr>
      </p:pic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DA9328B8-DED8-0EA4-6345-3C3544B824BA}"/>
              </a:ext>
            </a:extLst>
          </p:cNvPr>
          <p:cNvSpPr txBox="1">
            <a:spLocks/>
          </p:cNvSpPr>
          <p:nvPr/>
        </p:nvSpPr>
        <p:spPr>
          <a:xfrm>
            <a:off x="251520" y="843907"/>
            <a:ext cx="4244280" cy="3888083"/>
          </a:xfrm>
          <a:prstGeom prst="rect">
            <a:avLst/>
          </a:prstGeom>
        </p:spPr>
        <p:txBody>
          <a:bodyPr vert="horz" lIns="72000" tIns="45720" rIns="72000" bIns="45720" rtlCol="0">
            <a:normAutofit/>
          </a:bodyPr>
          <a:lstStyle>
            <a:lvl1pPr marL="361950" indent="-36195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>
                <a:srgbClr val="C20E1A"/>
              </a:buClr>
              <a:buFont typeface="Arial" panose="020B0604020202020204" pitchFamily="34" charset="0"/>
              <a:buChar char="•"/>
              <a:defRPr lang="it-IT"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rgbClr val="C20E1A"/>
              </a:buClr>
              <a:buFont typeface="Arial" panose="020B0604020202020204" pitchFamily="34" charset="0"/>
              <a:buChar char="•"/>
              <a:defRPr lang="it-IT"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rgbClr val="C20E1A"/>
              </a:buClr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#nomeTemporanea</a:t>
            </a:r>
          </a:p>
          <a:p>
            <a:r>
              <a:rPr lang="it-IT" dirty="0"/>
              <a:t>Vive nel </a:t>
            </a:r>
            <a:r>
              <a:rPr lang="it-IT" dirty="0" err="1"/>
              <a:t>TempDB</a:t>
            </a:r>
            <a:endParaRPr lang="it-IT" dirty="0"/>
          </a:p>
          <a:p>
            <a:r>
              <a:rPr lang="it-IT" dirty="0"/>
              <a:t>Visibile solo per la sessione che la crea</a:t>
            </a:r>
          </a:p>
          <a:p>
            <a:r>
              <a:rPr lang="it-IT" dirty="0"/>
              <a:t>Eliminata in automatico a fine sessione</a:t>
            </a:r>
          </a:p>
          <a:p>
            <a:r>
              <a:rPr lang="it-IT" dirty="0"/>
              <a:t>Supporta statistiche reali, indici e vincoli</a:t>
            </a:r>
          </a:p>
          <a:p>
            <a:r>
              <a:rPr lang="it-IT" dirty="0"/>
              <a:t>Si può modificare/eliminare come tabelle normali</a:t>
            </a:r>
          </a:p>
        </p:txBody>
      </p:sp>
    </p:spTree>
    <p:extLst>
      <p:ext uri="{BB962C8B-B14F-4D97-AF65-F5344CB8AC3E}">
        <p14:creationId xmlns:p14="http://schemas.microsoft.com/office/powerpoint/2010/main" val="4021567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DE6FA-80D1-FA7F-97C7-965DAC0F6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DC8D6C-A95C-B032-CBB0-25A27C657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Tabelle temporanee globali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0DF9BE7-11F6-FD82-8CE5-B5E7241A4249}"/>
              </a:ext>
            </a:extLst>
          </p:cNvPr>
          <p:cNvSpPr txBox="1"/>
          <p:nvPr/>
        </p:nvSpPr>
        <p:spPr>
          <a:xfrm>
            <a:off x="4570432" y="843907"/>
            <a:ext cx="4416116" cy="3132348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rmAutofit/>
          </a:bodyPr>
          <a:lstStyle/>
          <a:p>
            <a:pPr>
              <a:lnSpc>
                <a:spcPct val="102000"/>
              </a:lnSpc>
            </a:pPr>
            <a:r>
              <a:rPr lang="en-US" sz="1600" dirty="0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 Doppio </a:t>
            </a:r>
            <a:r>
              <a:rPr lang="en-US" sz="1600" dirty="0" err="1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cancelletto</a:t>
            </a:r>
            <a:r>
              <a:rPr lang="en-US" sz="1600" dirty="0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= </a:t>
            </a:r>
            <a:r>
              <a:rPr lang="en-US" sz="1600" dirty="0" err="1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globale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SalesPersonID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     </a:t>
            </a:r>
            <a:r>
              <a:rPr lang="en-US" sz="1600" dirty="0">
                <a:solidFill>
                  <a:srgbClr val="E5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TotalDue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 </a:t>
            </a:r>
            <a:r>
              <a:rPr lang="en-US" sz="16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ReportCondiviso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 </a:t>
            </a:r>
            <a:r>
              <a:rPr lang="en-US" sz="16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SalesOrderHeader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</a:t>
            </a:r>
            <a:r>
              <a:rPr lang="en-US" sz="16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SalesPersonID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SalesPersonID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dirty="0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 </a:t>
            </a:r>
            <a:r>
              <a:rPr lang="en-US" sz="1600" dirty="0" err="1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visibile</a:t>
            </a:r>
            <a:r>
              <a:rPr lang="en-US" sz="1600" dirty="0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dirty="0" err="1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anche</a:t>
            </a:r>
            <a:r>
              <a:rPr lang="en-US" sz="1600" dirty="0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da </a:t>
            </a:r>
            <a:r>
              <a:rPr lang="en-US" sz="1600" dirty="0" err="1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altre</a:t>
            </a:r>
            <a:r>
              <a:rPr lang="en-US" sz="1600" dirty="0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dirty="0" err="1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sessioni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*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ReportCondiviso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600" dirty="0"/>
          </a:p>
        </p:txBody>
      </p:sp>
      <p:pic>
        <p:nvPicPr>
          <p:cNvPr id="10" name="Elemento grafico 9" descr="Programmatore (maschile) con riempimento a tinta unita">
            <a:extLst>
              <a:ext uri="{FF2B5EF4-FFF2-40B4-BE49-F238E27FC236}">
                <a16:creationId xmlns:a16="http://schemas.microsoft.com/office/drawing/2014/main" id="{F029349B-CC61-817B-1292-6E0D67BDCE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46488" y="3346185"/>
            <a:ext cx="446348" cy="446348"/>
          </a:xfrm>
          <a:prstGeom prst="rect">
            <a:avLst/>
          </a:prstGeom>
        </p:spPr>
      </p:pic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904B46C4-D36D-CE9B-867B-389540096E33}"/>
              </a:ext>
            </a:extLst>
          </p:cNvPr>
          <p:cNvSpPr txBox="1">
            <a:spLocks/>
          </p:cNvSpPr>
          <p:nvPr/>
        </p:nvSpPr>
        <p:spPr>
          <a:xfrm>
            <a:off x="158652" y="843907"/>
            <a:ext cx="4244280" cy="3888083"/>
          </a:xfrm>
          <a:prstGeom prst="rect">
            <a:avLst/>
          </a:prstGeom>
        </p:spPr>
        <p:txBody>
          <a:bodyPr vert="horz" lIns="72000" tIns="45720" rIns="72000" bIns="45720" rtlCol="0">
            <a:normAutofit/>
          </a:bodyPr>
          <a:lstStyle>
            <a:lvl1pPr marL="361950" indent="-36195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>
                <a:srgbClr val="C20E1A"/>
              </a:buClr>
              <a:buFont typeface="Arial" panose="020B0604020202020204" pitchFamily="34" charset="0"/>
              <a:buChar char="•"/>
              <a:defRPr lang="it-IT"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rgbClr val="C20E1A"/>
              </a:buClr>
              <a:buFont typeface="Arial" panose="020B0604020202020204" pitchFamily="34" charset="0"/>
              <a:buChar char="•"/>
              <a:defRPr lang="it-IT"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rgbClr val="C20E1A"/>
              </a:buClr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##nomeTemporaneaGlobale</a:t>
            </a:r>
          </a:p>
          <a:p>
            <a:r>
              <a:rPr lang="it-IT" dirty="0"/>
              <a:t>Vive nel </a:t>
            </a:r>
            <a:r>
              <a:rPr lang="it-IT" dirty="0" err="1"/>
              <a:t>TempDB</a:t>
            </a:r>
            <a:endParaRPr lang="it-IT" dirty="0"/>
          </a:p>
          <a:p>
            <a:r>
              <a:rPr lang="it-IT" dirty="0"/>
              <a:t>Visibile per tutte le sessioni</a:t>
            </a:r>
          </a:p>
          <a:p>
            <a:r>
              <a:rPr lang="it-IT" dirty="0"/>
              <a:t>Eliminata in automatico quando nessuna sessione la usa</a:t>
            </a:r>
          </a:p>
          <a:p>
            <a:r>
              <a:rPr lang="it-IT" dirty="0"/>
              <a:t>Tutti possono leggere e modificare</a:t>
            </a:r>
          </a:p>
          <a:p>
            <a:r>
              <a:rPr lang="it-IT" dirty="0"/>
              <a:t>Casi d’uso rari</a:t>
            </a:r>
          </a:p>
        </p:txBody>
      </p:sp>
    </p:spTree>
    <p:extLst>
      <p:ext uri="{BB962C8B-B14F-4D97-AF65-F5344CB8AC3E}">
        <p14:creationId xmlns:p14="http://schemas.microsoft.com/office/powerpoint/2010/main" val="1657214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049CBD-EBCF-72F0-8992-FFFA3CC58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TABELLE TEMPORANEE: DEFINIZIONE E POPOLAMENTO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CB5B95B-D86B-885A-02D4-0ABF828B56A2}"/>
              </a:ext>
            </a:extLst>
          </p:cNvPr>
          <p:cNvSpPr txBox="1"/>
          <p:nvPr/>
        </p:nvSpPr>
        <p:spPr>
          <a:xfrm>
            <a:off x="359532" y="1383618"/>
            <a:ext cx="4020072" cy="3132348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rmAutofit/>
          </a:bodyPr>
          <a:lstStyle/>
          <a:p>
            <a:pPr>
              <a:lnSpc>
                <a:spcPct val="102000"/>
              </a:lnSpc>
            </a:pPr>
            <a:r>
              <a:rPr lang="en-US" sz="1600" dirty="0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 </a:t>
            </a:r>
            <a:r>
              <a:rPr lang="en-US" sz="1600" dirty="0" err="1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</a:t>
            </a:r>
            <a:r>
              <a:rPr lang="en-US" sz="1600" dirty="0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dirty="0" err="1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dedotta</a:t>
            </a:r>
            <a:r>
              <a:rPr lang="en-US" sz="1600" dirty="0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dirty="0" err="1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</a:t>
            </a:r>
            <a:r>
              <a:rPr lang="en-US" sz="1600" dirty="0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query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     </a:t>
            </a:r>
            <a:r>
              <a:rPr lang="en-US" sz="1600" dirty="0">
                <a:solidFill>
                  <a:srgbClr val="E5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OrderQty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TotQty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 #TopProdotti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 </a:t>
            </a:r>
            <a:r>
              <a:rPr lang="en-US" sz="16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SalesOrderDetail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dirty="0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 + veloce, NON </a:t>
            </a:r>
            <a:r>
              <a:rPr lang="en-US" sz="1600" dirty="0" err="1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</a:t>
            </a:r>
            <a:r>
              <a:rPr lang="en-US" sz="1600" dirty="0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</a:t>
            </a:r>
            <a:r>
              <a:rPr lang="en-US" sz="1600" dirty="0" err="1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indici</a:t>
            </a:r>
            <a:r>
              <a:rPr lang="en-US" sz="1600" dirty="0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 </a:t>
            </a:r>
            <a:r>
              <a:rPr lang="en-US" sz="1600" dirty="0" err="1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vincoli</a:t>
            </a:r>
            <a:r>
              <a:rPr lang="en-US" sz="1600" dirty="0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 default</a:t>
            </a:r>
            <a:endParaRPr lang="en-US" sz="16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00AB7C9-AB53-E715-B085-22C81B37971D}"/>
              </a:ext>
            </a:extLst>
          </p:cNvPr>
          <p:cNvSpPr txBox="1"/>
          <p:nvPr/>
        </p:nvSpPr>
        <p:spPr>
          <a:xfrm>
            <a:off x="4872408" y="1384204"/>
            <a:ext cx="4020072" cy="3132348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rmAutofit/>
          </a:bodyPr>
          <a:lstStyle/>
          <a:p>
            <a:pPr>
              <a:lnSpc>
                <a:spcPct val="102000"/>
              </a:lnSpc>
            </a:pPr>
            <a:r>
              <a:rPr lang="en-US" sz="1600" dirty="0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 </a:t>
            </a:r>
            <a:r>
              <a:rPr lang="en-US" sz="1600" dirty="0" err="1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</a:t>
            </a:r>
            <a:r>
              <a:rPr lang="en-US" sz="1600" dirty="0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dirty="0" err="1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pieno</a:t>
            </a:r>
            <a:r>
              <a:rPr lang="en-US" sz="1600" dirty="0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dirty="0" err="1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600" dirty="0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tipi e PK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#TopProdotti (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</a:t>
            </a:r>
            <a:r>
              <a:rPr lang="en-US" sz="16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dirty="0">
                <a:solidFill>
                  <a:srgbClr val="6F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</a:t>
            </a:r>
            <a:r>
              <a:rPr lang="en-US" sz="16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TotQty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  </a:t>
            </a:r>
            <a:r>
              <a:rPr lang="en-US" sz="1600" dirty="0">
                <a:solidFill>
                  <a:srgbClr val="6F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);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#TopProdotti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 </a:t>
            </a:r>
            <a:r>
              <a:rPr lang="en-US" sz="1600" dirty="0">
                <a:solidFill>
                  <a:srgbClr val="E5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OrderQty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SalesOrderDetail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600" dirty="0"/>
          </a:p>
        </p:txBody>
      </p:sp>
      <p:pic>
        <p:nvPicPr>
          <p:cNvPr id="7" name="Elemento grafico 6" descr="Programmatore (maschile) con riempimento a tinta unita">
            <a:extLst>
              <a:ext uri="{FF2B5EF4-FFF2-40B4-BE49-F238E27FC236}">
                <a16:creationId xmlns:a16="http://schemas.microsoft.com/office/drawing/2014/main" id="{398C0801-332A-97DA-C361-57B08494CC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4124" y="3975906"/>
            <a:ext cx="446348" cy="446348"/>
          </a:xfrm>
          <a:prstGeom prst="rect">
            <a:avLst/>
          </a:prstGeom>
        </p:spPr>
      </p:pic>
      <p:pic>
        <p:nvPicPr>
          <p:cNvPr id="9" name="Elemento grafico 8" descr="Programmatore (maschile) con riempimento a tinta unita">
            <a:extLst>
              <a:ext uri="{FF2B5EF4-FFF2-40B4-BE49-F238E27FC236}">
                <a16:creationId xmlns:a16="http://schemas.microsoft.com/office/drawing/2014/main" id="{FE8D97ED-1673-2402-29E8-E14563A41D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38901" y="3961606"/>
            <a:ext cx="446348" cy="44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502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EFE45-902C-3C2E-DDDA-67A16BE5C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27FEBA07-A957-9B8F-0369-7659AAFFC6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dirty="0"/>
              <a:t>Table </a:t>
            </a:r>
            <a:r>
              <a:rPr lang="it-IT" sz="3800" dirty="0" err="1"/>
              <a:t>variable</a:t>
            </a:r>
            <a:endParaRPr lang="it-IT" sz="3800" spc="0" dirty="0"/>
          </a:p>
        </p:txBody>
      </p:sp>
    </p:spTree>
    <p:extLst>
      <p:ext uri="{BB962C8B-B14F-4D97-AF65-F5344CB8AC3E}">
        <p14:creationId xmlns:p14="http://schemas.microsoft.com/office/powerpoint/2010/main" val="4206903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775433-B15C-D036-44E6-95E3E5B39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Table </a:t>
            </a:r>
            <a:r>
              <a:rPr lang="it-IT" dirty="0" err="1"/>
              <a:t>variable</a:t>
            </a: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7559EF7-477D-65ED-A154-25FD2E95FA5C}"/>
              </a:ext>
            </a:extLst>
          </p:cNvPr>
          <p:cNvSpPr txBox="1"/>
          <p:nvPr/>
        </p:nvSpPr>
        <p:spPr>
          <a:xfrm>
            <a:off x="4570432" y="843907"/>
            <a:ext cx="4416116" cy="3132348"/>
          </a:xfrm>
          <a:prstGeom prst="rect">
            <a:avLst/>
          </a:prstGeom>
          <a:solidFill>
            <a:schemeClr val="tx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vert="horz" lIns="72000" tIns="45720" rIns="72000" bIns="45720" rtlCol="0">
            <a:normAutofit/>
          </a:bodyPr>
          <a:lstStyle/>
          <a:p>
            <a:pPr>
              <a:lnSpc>
                <a:spcPct val="102000"/>
              </a:lnSpc>
            </a:pP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@Categorie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(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</a:t>
            </a:r>
            <a:r>
              <a:rPr lang="en-US" sz="16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ProductCategoryID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dirty="0">
                <a:solidFill>
                  <a:srgbClr val="6F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                 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Nome </a:t>
            </a:r>
            <a:r>
              <a:rPr lang="en-US" sz="1600" dirty="0">
                <a:solidFill>
                  <a:srgbClr val="6F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NVARCHAR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00" dirty="0">
                <a:solidFill>
                  <a:srgbClr val="B5C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IX_Nome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(Nome) );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@Categorie 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6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ProductCategoryID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 Name</a:t>
            </a:r>
            <a:endParaRPr lang="en-US" sz="1600" dirty="0"/>
          </a:p>
          <a:p>
            <a:pPr>
              <a:lnSpc>
                <a:spcPct val="102000"/>
              </a:lnSpc>
            </a:pPr>
            <a:r>
              <a:rPr lang="en-US" sz="16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 </a:t>
            </a:r>
            <a:r>
              <a:rPr lang="en-US" sz="16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ProductCategory</a:t>
            </a:r>
            <a:r>
              <a:rPr lang="en-US" sz="16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600" dirty="0"/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9086BD22-D699-68F4-6C2E-C698D1299D13}"/>
              </a:ext>
            </a:extLst>
          </p:cNvPr>
          <p:cNvSpPr txBox="1">
            <a:spLocks/>
          </p:cNvSpPr>
          <p:nvPr/>
        </p:nvSpPr>
        <p:spPr>
          <a:xfrm>
            <a:off x="158652" y="843907"/>
            <a:ext cx="4244280" cy="3888083"/>
          </a:xfrm>
          <a:prstGeom prst="rect">
            <a:avLst/>
          </a:prstGeom>
        </p:spPr>
        <p:txBody>
          <a:bodyPr vert="horz" lIns="72000" tIns="45720" rIns="72000" bIns="45720" rtlCol="0">
            <a:normAutofit/>
          </a:bodyPr>
          <a:lstStyle>
            <a:lvl1pPr marL="361950" indent="-36195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>
                <a:srgbClr val="C20E1A"/>
              </a:buClr>
              <a:buFont typeface="Arial" panose="020B0604020202020204" pitchFamily="34" charset="0"/>
              <a:buChar char="•"/>
              <a:defRPr lang="it-IT"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rgbClr val="C20E1A"/>
              </a:buClr>
              <a:buFont typeface="Arial" panose="020B0604020202020204" pitchFamily="34" charset="0"/>
              <a:buChar char="•"/>
              <a:defRPr lang="it-IT"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rgbClr val="C20E1A"/>
              </a:buClr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@nomeTabella</a:t>
            </a:r>
          </a:p>
          <a:p>
            <a:r>
              <a:rPr lang="it-IT" dirty="0"/>
              <a:t>Vive in memoria (o su </a:t>
            </a:r>
            <a:r>
              <a:rPr lang="it-IT" dirty="0" err="1"/>
              <a:t>TempDB</a:t>
            </a:r>
            <a:r>
              <a:rPr lang="it-IT" dirty="0"/>
              <a:t> se non c’è spazio)</a:t>
            </a:r>
          </a:p>
          <a:p>
            <a:r>
              <a:rPr lang="it-IT" dirty="0"/>
              <a:t>Visibile solo dal batch o procedura che la usa</a:t>
            </a:r>
          </a:p>
          <a:p>
            <a:r>
              <a:rPr lang="it-IT" dirty="0"/>
              <a:t>Ammette indici</a:t>
            </a:r>
          </a:p>
          <a:p>
            <a:r>
              <a:rPr lang="it-IT" dirty="0"/>
              <a:t>Non scrive statistiche, stima fissa (fino a SQL 2019)</a:t>
            </a:r>
          </a:p>
          <a:p>
            <a:r>
              <a:rPr lang="it-IT" dirty="0"/>
              <a:t>Ottima per set piccoli</a:t>
            </a:r>
          </a:p>
        </p:txBody>
      </p:sp>
      <p:pic>
        <p:nvPicPr>
          <p:cNvPr id="10" name="Elemento grafico 9" descr="Programmatore (maschile) con riempimento a tinta unita">
            <a:extLst>
              <a:ext uri="{FF2B5EF4-FFF2-40B4-BE49-F238E27FC236}">
                <a16:creationId xmlns:a16="http://schemas.microsoft.com/office/drawing/2014/main" id="{D9DE4725-38F8-27E4-A597-B50D6DF5DA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28932" y="3435846"/>
            <a:ext cx="446348" cy="44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367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775433-B15C-D036-44E6-95E3E5B39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Table </a:t>
            </a:r>
            <a:r>
              <a:rPr lang="it-IT" dirty="0" err="1"/>
              <a:t>variable</a:t>
            </a:r>
            <a:r>
              <a:rPr lang="it-IT" dirty="0"/>
              <a:t> vs tabella temporanea</a:t>
            </a:r>
          </a:p>
        </p:txBody>
      </p:sp>
      <p:graphicFrame>
        <p:nvGraphicFramePr>
          <p:cNvPr id="9" name="Segnaposto contenuto 4">
            <a:extLst>
              <a:ext uri="{FF2B5EF4-FFF2-40B4-BE49-F238E27FC236}">
                <a16:creationId xmlns:a16="http://schemas.microsoft.com/office/drawing/2014/main" id="{E01AAA7F-9894-E79D-92CD-4EED02B3E970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2162178971"/>
              </p:ext>
            </p:extLst>
          </p:nvPr>
        </p:nvGraphicFramePr>
        <p:xfrm>
          <a:off x="458542" y="987574"/>
          <a:ext cx="8226915" cy="361232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42305">
                  <a:extLst>
                    <a:ext uri="{9D8B030D-6E8A-4147-A177-3AD203B41FA5}">
                      <a16:colId xmlns:a16="http://schemas.microsoft.com/office/drawing/2014/main" val="257382681"/>
                    </a:ext>
                  </a:extLst>
                </a:gridCol>
                <a:gridCol w="2742305">
                  <a:extLst>
                    <a:ext uri="{9D8B030D-6E8A-4147-A177-3AD203B41FA5}">
                      <a16:colId xmlns:a16="http://schemas.microsoft.com/office/drawing/2014/main" val="2349371546"/>
                    </a:ext>
                  </a:extLst>
                </a:gridCol>
                <a:gridCol w="2742305">
                  <a:extLst>
                    <a:ext uri="{9D8B030D-6E8A-4147-A177-3AD203B41FA5}">
                      <a16:colId xmlns:a16="http://schemas.microsoft.com/office/drawing/2014/main" val="3200410770"/>
                    </a:ext>
                  </a:extLst>
                </a:gridCol>
              </a:tblGrid>
              <a:tr h="430921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#temp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@table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830381"/>
                  </a:ext>
                </a:extLst>
              </a:tr>
              <a:tr h="743781">
                <a:tc>
                  <a:txBody>
                    <a:bodyPr/>
                    <a:lstStyle/>
                    <a:p>
                      <a:r>
                        <a:rPr lang="it-IT" sz="1400" b="1" dirty="0"/>
                        <a:t>Definizione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Come tabella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Dichiarata come </a:t>
                      </a:r>
                      <a:r>
                        <a:rPr lang="it-IT" sz="1400" dirty="0" err="1"/>
                        <a:t>variablie</a:t>
                      </a:r>
                      <a:endParaRPr lang="it-IT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234643"/>
                  </a:ext>
                </a:extLst>
              </a:tr>
              <a:tr h="452024">
                <a:tc>
                  <a:txBody>
                    <a:bodyPr/>
                    <a:lstStyle/>
                    <a:p>
                      <a:r>
                        <a:rPr lang="it-IT" sz="1400" b="1" dirty="0"/>
                        <a:t>Ambito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Visibile nella sessione corrente per l’intera sessione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Limitata al singolo batch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5894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r>
                        <a:rPr lang="it-IT" sz="1400" b="1" dirty="0"/>
                        <a:t>Dove risiede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 err="1"/>
                        <a:t>TempDB</a:t>
                      </a:r>
                      <a:endParaRPr lang="it-IT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In memoria RAM, può finire su disco se memoria è satura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647093"/>
                  </a:ext>
                </a:extLst>
              </a:tr>
              <a:tr h="539458">
                <a:tc>
                  <a:txBody>
                    <a:bodyPr/>
                    <a:lstStyle/>
                    <a:p>
                      <a:r>
                        <a:rPr lang="it-IT" sz="1400" b="1" dirty="0"/>
                        <a:t>Statistiche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Come tabelle normali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Non le crea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4885585"/>
                  </a:ext>
                </a:extLst>
              </a:tr>
              <a:tr h="430921">
                <a:tc>
                  <a:txBody>
                    <a:bodyPr/>
                    <a:lstStyle/>
                    <a:p>
                      <a:r>
                        <a:rPr lang="it-IT" sz="1400" b="1" dirty="0"/>
                        <a:t>Indici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Come tabelle normali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Solo su chiavi primarie o univoche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192041"/>
                  </a:ext>
                </a:extLst>
              </a:tr>
              <a:tr h="430921">
                <a:tc>
                  <a:txBody>
                    <a:bodyPr/>
                    <a:lstStyle/>
                    <a:p>
                      <a:r>
                        <a:rPr lang="it-IT" sz="1400" b="1" dirty="0"/>
                        <a:t>Transazioni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Dati ripristinati con ROLLBACK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Dati rimangono dopo ROLLBACK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048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5942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D9491-5A99-F26E-D9C8-C42B0EF8B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53C11974-E96B-1DA2-E3DB-6AB67B39C3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spc="0" dirty="0"/>
              <a:t>Database </a:t>
            </a:r>
            <a:r>
              <a:rPr lang="it-IT" sz="3800" spc="0" dirty="0" err="1"/>
              <a:t>tempdb</a:t>
            </a:r>
            <a:endParaRPr lang="it-IT" sz="3800" spc="0" dirty="0"/>
          </a:p>
        </p:txBody>
      </p:sp>
    </p:spTree>
    <p:extLst>
      <p:ext uri="{BB962C8B-B14F-4D97-AF65-F5344CB8AC3E}">
        <p14:creationId xmlns:p14="http://schemas.microsoft.com/office/powerpoint/2010/main" val="2290048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6A8FE-CB7D-1B24-47E4-D2A52B3D4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F64CC6A-D89A-71BA-128E-1652386BD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Tempdb</a:t>
            </a:r>
            <a:r>
              <a:rPr lang="it-IT" dirty="0"/>
              <a:t>: risorsa condivisa</a:t>
            </a:r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C44B67B2-DA67-3712-EA98-C0DE09BC2C98}"/>
              </a:ext>
            </a:extLst>
          </p:cNvPr>
          <p:cNvSpPr txBox="1">
            <a:spLocks/>
          </p:cNvSpPr>
          <p:nvPr/>
        </p:nvSpPr>
        <p:spPr>
          <a:xfrm>
            <a:off x="158652" y="843907"/>
            <a:ext cx="4244280" cy="4110593"/>
          </a:xfrm>
          <a:prstGeom prst="rect">
            <a:avLst/>
          </a:prstGeom>
        </p:spPr>
        <p:txBody>
          <a:bodyPr vert="horz" lIns="72000" tIns="45720" rIns="72000" bIns="45720" rtlCol="0">
            <a:normAutofit/>
          </a:bodyPr>
          <a:lstStyle>
            <a:lvl1pPr marL="361950" indent="-36195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>
                <a:srgbClr val="C20E1A"/>
              </a:buClr>
              <a:buFont typeface="Arial" panose="020B0604020202020204" pitchFamily="34" charset="0"/>
              <a:buChar char="•"/>
              <a:defRPr lang="it-IT"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rgbClr val="C20E1A"/>
              </a:buClr>
              <a:buFont typeface="Arial" panose="020B0604020202020204" pitchFamily="34" charset="0"/>
              <a:buChar char="•"/>
              <a:defRPr lang="it-IT"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rgbClr val="C20E1A"/>
              </a:buClr>
              <a:buFont typeface="Arial" panose="020B0604020202020204" pitchFamily="34" charset="0"/>
              <a:buChar char="•"/>
              <a:defRPr lang="it-IT"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Database di sistema del server SQL, condiviso dai DB</a:t>
            </a:r>
          </a:p>
          <a:p>
            <a:r>
              <a:rPr lang="it-IT" dirty="0"/>
              <a:t>Tutti gli oggetti temporanei vivono nel </a:t>
            </a:r>
            <a:r>
              <a:rPr lang="it-IT" dirty="0" err="1"/>
              <a:t>TempDB</a:t>
            </a:r>
            <a:endParaRPr lang="it-IT" dirty="0"/>
          </a:p>
          <a:p>
            <a:r>
              <a:rPr lang="it-IT" dirty="0"/>
              <a:t>Tutti i dati sono volatili</a:t>
            </a:r>
          </a:p>
          <a:p>
            <a:r>
              <a:rPr lang="it-IT" dirty="0"/>
              <a:t>Si ricrea a riavvio server SQL</a:t>
            </a:r>
          </a:p>
          <a:p>
            <a:r>
              <a:rPr lang="it-IT" dirty="0"/>
              <a:t>Alcuni operatori del piano si appoggiano al </a:t>
            </a:r>
            <a:r>
              <a:rPr lang="it-IT" dirty="0" err="1"/>
              <a:t>TempDB</a:t>
            </a:r>
            <a:endParaRPr lang="it-IT" dirty="0"/>
          </a:p>
          <a:p>
            <a:r>
              <a:rPr lang="it-IT" dirty="0"/>
              <a:t>Risorsa usata male = rallentamento intero server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C3BDFCB-0839-35D7-0819-4C867C349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1603" y="776322"/>
            <a:ext cx="3428154" cy="1260698"/>
          </a:xfrm>
          <a:prstGeom prst="rect">
            <a:avLst/>
          </a:prstGeom>
        </p:spPr>
      </p:pic>
      <p:sp>
        <p:nvSpPr>
          <p:cNvPr id="13" name="Freccia a destra 12">
            <a:extLst>
              <a:ext uri="{FF2B5EF4-FFF2-40B4-BE49-F238E27FC236}">
                <a16:creationId xmlns:a16="http://schemas.microsoft.com/office/drawing/2014/main" id="{F44E8701-DC6B-66EE-7C1A-6F2C97E13284}"/>
              </a:ext>
            </a:extLst>
          </p:cNvPr>
          <p:cNvSpPr/>
          <p:nvPr/>
        </p:nvSpPr>
        <p:spPr bwMode="auto">
          <a:xfrm rot="10800000">
            <a:off x="6720130" y="1783326"/>
            <a:ext cx="474975" cy="164439"/>
          </a:xfrm>
          <a:prstGeom prst="rightArrow">
            <a:avLst/>
          </a:prstGeom>
          <a:solidFill>
            <a:srgbClr val="C20E1A"/>
          </a:solidFill>
          <a:ln w="19050">
            <a:solidFill>
              <a:srgbClr val="C20E1A"/>
            </a:solidFill>
            <a:round/>
            <a:headEnd/>
            <a:tailEnd/>
          </a:ln>
          <a:effectLst/>
        </p:spPr>
        <p:txBody>
          <a:bodyPr lIns="17999" tIns="10799" rIns="17999" bIns="10799" rtlCol="0" anchor="ctr"/>
          <a:lstStyle/>
          <a:p>
            <a:pPr algn="ctr" eaLnBrk="0" hangingPunct="0">
              <a:lnSpc>
                <a:spcPct val="80000"/>
              </a:lnSpc>
              <a:spcBef>
                <a:spcPct val="20000"/>
              </a:spcBef>
              <a:buClr>
                <a:srgbClr val="A71930"/>
              </a:buClr>
            </a:pPr>
            <a:endParaRPr lang="it-IT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15" name="Diagramma 14">
            <a:extLst>
              <a:ext uri="{FF2B5EF4-FFF2-40B4-BE49-F238E27FC236}">
                <a16:creationId xmlns:a16="http://schemas.microsoft.com/office/drawing/2014/main" id="{98B22E7D-5501-B819-309F-E255D49822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1597083"/>
              </p:ext>
            </p:extLst>
          </p:nvPr>
        </p:nvGraphicFramePr>
        <p:xfrm>
          <a:off x="4402932" y="2283718"/>
          <a:ext cx="4485496" cy="2448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554023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D41BD5-8904-EDD9-BC18-752E2DC62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Tempdb</a:t>
            </a:r>
            <a:r>
              <a:rPr lang="it-IT" dirty="0"/>
              <a:t>: contese</a:t>
            </a:r>
          </a:p>
        </p:txBody>
      </p:sp>
      <p:sp>
        <p:nvSpPr>
          <p:cNvPr id="40" name="Rettangolo 39">
            <a:extLst>
              <a:ext uri="{FF2B5EF4-FFF2-40B4-BE49-F238E27FC236}">
                <a16:creationId xmlns:a16="http://schemas.microsoft.com/office/drawing/2014/main" id="{35ECDC02-FB96-3580-0A20-2FCE2145D6C6}"/>
              </a:ext>
            </a:extLst>
          </p:cNvPr>
          <p:cNvSpPr/>
          <p:nvPr/>
        </p:nvSpPr>
        <p:spPr bwMode="auto">
          <a:xfrm>
            <a:off x="4103948" y="4479962"/>
            <a:ext cx="1116124" cy="144016"/>
          </a:xfrm>
          <a:prstGeom prst="rect">
            <a:avLst/>
          </a:prstGeom>
          <a:solidFill>
            <a:schemeClr val="bg2"/>
          </a:solidFill>
          <a:ln w="19050">
            <a:noFill/>
            <a:round/>
            <a:headEnd/>
            <a:tailEnd/>
          </a:ln>
          <a:effectLst/>
        </p:spPr>
        <p:txBody>
          <a:bodyPr lIns="17999" tIns="10799" rIns="17999" bIns="10799" rtlCol="0" anchor="ctr"/>
          <a:lstStyle/>
          <a:p>
            <a:pPr algn="ctr" eaLnBrk="0" hangingPunct="0">
              <a:lnSpc>
                <a:spcPct val="80000"/>
              </a:lnSpc>
              <a:spcBef>
                <a:spcPct val="20000"/>
              </a:spcBef>
              <a:buClr>
                <a:srgbClr val="A71930"/>
              </a:buClr>
            </a:pPr>
            <a:endParaRPr lang="it-IT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1042" name="Picture 18">
            <a:extLst>
              <a:ext uri="{FF2B5EF4-FFF2-40B4-BE49-F238E27FC236}">
                <a16:creationId xmlns:a16="http://schemas.microsoft.com/office/drawing/2014/main" id="{21703DF9-A1C1-C963-7925-27E1FC2E83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540" y="703854"/>
            <a:ext cx="8157664" cy="4013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2495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77352-7830-86C7-F82A-83897257B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6699A007-B032-9D47-3023-695A650668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spc="0" dirty="0"/>
              <a:t>Performance e best practices</a:t>
            </a:r>
          </a:p>
        </p:txBody>
      </p:sp>
    </p:spTree>
    <p:extLst>
      <p:ext uri="{BB962C8B-B14F-4D97-AF65-F5344CB8AC3E}">
        <p14:creationId xmlns:p14="http://schemas.microsoft.com/office/powerpoint/2010/main" val="3841966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C94DBC-58AD-B3EE-5C8C-2460BCD2B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Stime e rischio piano di esecuzione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184842CB-1C32-0767-C071-99FE731CC25F}"/>
              </a:ext>
            </a:extLst>
          </p:cNvPr>
          <p:cNvSpPr/>
          <p:nvPr/>
        </p:nvSpPr>
        <p:spPr>
          <a:xfrm>
            <a:off x="366388" y="1203026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65B4E4E6-A91C-7EB0-7E4E-067316572470}"/>
              </a:ext>
            </a:extLst>
          </p:cNvPr>
          <p:cNvSpPr/>
          <p:nvPr/>
        </p:nvSpPr>
        <p:spPr>
          <a:xfrm>
            <a:off x="503548" y="128931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rgbClr val="262626"/>
                </a:solidFill>
              </a:rPr>
              <a:t>@table, set piccolo (&lt; 100 </a:t>
            </a:r>
            <a:r>
              <a:rPr lang="en-US" sz="1400" dirty="0" err="1">
                <a:solidFill>
                  <a:srgbClr val="262626"/>
                </a:solidFill>
              </a:rPr>
              <a:t>righe</a:t>
            </a:r>
            <a:r>
              <a:rPr lang="en-US" sz="1400" dirty="0">
                <a:solidFill>
                  <a:srgbClr val="262626"/>
                </a:solidFill>
              </a:rPr>
              <a:t>)</a:t>
            </a:r>
            <a:endParaRPr lang="en-US" sz="1400" dirty="0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88B70732-7175-7074-618E-425DB593BF13}"/>
              </a:ext>
            </a:extLst>
          </p:cNvPr>
          <p:cNvSpPr/>
          <p:nvPr/>
        </p:nvSpPr>
        <p:spPr>
          <a:xfrm>
            <a:off x="3475348" y="1325894"/>
            <a:ext cx="256032" cy="201168"/>
          </a:xfrm>
          <a:prstGeom prst="rect">
            <a:avLst/>
          </a:prstGeom>
          <a:solidFill>
            <a:srgbClr val="3A8C50"/>
          </a:solidFill>
          <a:ln w="6350">
            <a:solidFill>
              <a:srgbClr val="3A8C5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8B61AC9B-67DF-C829-C6B9-C584D63B4491}"/>
              </a:ext>
            </a:extLst>
          </p:cNvPr>
          <p:cNvSpPr/>
          <p:nvPr/>
        </p:nvSpPr>
        <p:spPr>
          <a:xfrm>
            <a:off x="3795388" y="1325894"/>
            <a:ext cx="256032" cy="201168"/>
          </a:xfrm>
          <a:prstGeom prst="rect">
            <a:avLst/>
          </a:prstGeom>
          <a:solidFill>
            <a:srgbClr val="DDDDDD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ED65C0E9-5D87-4B97-C1B7-D7A061DDCE97}"/>
              </a:ext>
            </a:extLst>
          </p:cNvPr>
          <p:cNvSpPr/>
          <p:nvPr/>
        </p:nvSpPr>
        <p:spPr>
          <a:xfrm>
            <a:off x="4115428" y="1325894"/>
            <a:ext cx="256032" cy="201168"/>
          </a:xfrm>
          <a:prstGeom prst="rect">
            <a:avLst/>
          </a:prstGeom>
          <a:solidFill>
            <a:srgbClr val="DDDDDD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D95F1015-DABD-58A2-768A-62884FD8CF49}"/>
              </a:ext>
            </a:extLst>
          </p:cNvPr>
          <p:cNvSpPr/>
          <p:nvPr/>
        </p:nvSpPr>
        <p:spPr>
          <a:xfrm>
            <a:off x="366388" y="1705946"/>
            <a:ext cx="4114800" cy="45720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CBEF6AA5-5795-A280-DC56-BF01C7C0FF05}"/>
              </a:ext>
            </a:extLst>
          </p:cNvPr>
          <p:cNvSpPr/>
          <p:nvPr/>
        </p:nvSpPr>
        <p:spPr>
          <a:xfrm>
            <a:off x="503548" y="1793374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rgbClr val="262626"/>
                </a:solidFill>
              </a:rPr>
              <a:t>#temp, set grande, con </a:t>
            </a:r>
            <a:r>
              <a:rPr lang="en-US" sz="1400" dirty="0" err="1">
                <a:solidFill>
                  <a:srgbClr val="262626"/>
                </a:solidFill>
              </a:rPr>
              <a:t>indice</a:t>
            </a:r>
            <a:endParaRPr lang="en-US" sz="1400" dirty="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C7A0EAFA-C8A6-FCC9-598D-E095F8A249A4}"/>
              </a:ext>
            </a:extLst>
          </p:cNvPr>
          <p:cNvSpPr/>
          <p:nvPr/>
        </p:nvSpPr>
        <p:spPr>
          <a:xfrm>
            <a:off x="3475348" y="1829950"/>
            <a:ext cx="256032" cy="201168"/>
          </a:xfrm>
          <a:prstGeom prst="rect">
            <a:avLst/>
          </a:prstGeom>
          <a:solidFill>
            <a:srgbClr val="3A8C50"/>
          </a:solidFill>
          <a:ln w="6350">
            <a:solidFill>
              <a:srgbClr val="3A8C5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F17AF3CF-3DC7-6868-2EA9-FB42DA599CF5}"/>
              </a:ext>
            </a:extLst>
          </p:cNvPr>
          <p:cNvSpPr/>
          <p:nvPr/>
        </p:nvSpPr>
        <p:spPr>
          <a:xfrm>
            <a:off x="3795388" y="1829950"/>
            <a:ext cx="256032" cy="201168"/>
          </a:xfrm>
          <a:prstGeom prst="rect">
            <a:avLst/>
          </a:prstGeom>
          <a:solidFill>
            <a:srgbClr val="DDDDDD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3B76BF2E-2DC7-23CD-BBB2-0259B1665CC0}"/>
              </a:ext>
            </a:extLst>
          </p:cNvPr>
          <p:cNvSpPr/>
          <p:nvPr/>
        </p:nvSpPr>
        <p:spPr>
          <a:xfrm>
            <a:off x="4115428" y="1829950"/>
            <a:ext cx="256032" cy="201168"/>
          </a:xfrm>
          <a:prstGeom prst="rect">
            <a:avLst/>
          </a:prstGeom>
          <a:solidFill>
            <a:srgbClr val="DDDDDD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D8832A9D-ED85-02A9-9C0E-98257AF57472}"/>
              </a:ext>
            </a:extLst>
          </p:cNvPr>
          <p:cNvSpPr/>
          <p:nvPr/>
        </p:nvSpPr>
        <p:spPr>
          <a:xfrm>
            <a:off x="366388" y="2208866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B4D12AE8-8205-2A87-23F8-3469DA68A774}"/>
              </a:ext>
            </a:extLst>
          </p:cNvPr>
          <p:cNvSpPr/>
          <p:nvPr/>
        </p:nvSpPr>
        <p:spPr>
          <a:xfrm>
            <a:off x="503548" y="229743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rgbClr val="262626"/>
                </a:solidFill>
              </a:rPr>
              <a:t>#temp, set grande, senza </a:t>
            </a:r>
            <a:r>
              <a:rPr lang="en-US" sz="1400" dirty="0" err="1">
                <a:solidFill>
                  <a:srgbClr val="262626"/>
                </a:solidFill>
              </a:rPr>
              <a:t>indice</a:t>
            </a:r>
            <a:endParaRPr lang="en-US" sz="1400" dirty="0"/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57DA088D-CD9A-EAE6-F1ED-C4EE426966C4}"/>
              </a:ext>
            </a:extLst>
          </p:cNvPr>
          <p:cNvSpPr/>
          <p:nvPr/>
        </p:nvSpPr>
        <p:spPr>
          <a:xfrm>
            <a:off x="3475348" y="2334006"/>
            <a:ext cx="256032" cy="201168"/>
          </a:xfrm>
          <a:prstGeom prst="rect">
            <a:avLst/>
          </a:prstGeom>
          <a:solidFill>
            <a:srgbClr val="E6A817"/>
          </a:solidFill>
          <a:ln w="635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4DD66DF4-6190-07FF-BBCC-AFA09E35FA8A}"/>
              </a:ext>
            </a:extLst>
          </p:cNvPr>
          <p:cNvSpPr/>
          <p:nvPr/>
        </p:nvSpPr>
        <p:spPr>
          <a:xfrm>
            <a:off x="3795388" y="2334006"/>
            <a:ext cx="256032" cy="201168"/>
          </a:xfrm>
          <a:prstGeom prst="rect">
            <a:avLst/>
          </a:prstGeom>
          <a:solidFill>
            <a:srgbClr val="E6A817"/>
          </a:solidFill>
          <a:ln w="635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BE4BD00C-2E59-89AB-7CCC-AB59008FC87F}"/>
              </a:ext>
            </a:extLst>
          </p:cNvPr>
          <p:cNvSpPr/>
          <p:nvPr/>
        </p:nvSpPr>
        <p:spPr>
          <a:xfrm>
            <a:off x="4115428" y="2334006"/>
            <a:ext cx="256032" cy="201168"/>
          </a:xfrm>
          <a:prstGeom prst="rect">
            <a:avLst/>
          </a:prstGeom>
          <a:solidFill>
            <a:srgbClr val="DDDDDD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B9AF7FA-0B28-0E7B-2738-521EAF2E8C61}"/>
              </a:ext>
            </a:extLst>
          </p:cNvPr>
          <p:cNvSpPr/>
          <p:nvPr/>
        </p:nvSpPr>
        <p:spPr>
          <a:xfrm>
            <a:off x="366388" y="2715766"/>
            <a:ext cx="4114800" cy="45720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DA382660-02FF-0B49-278E-606625F6A4B0}"/>
              </a:ext>
            </a:extLst>
          </p:cNvPr>
          <p:cNvSpPr/>
          <p:nvPr/>
        </p:nvSpPr>
        <p:spPr>
          <a:xfrm>
            <a:off x="503548" y="2801486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 err="1">
                <a:solidFill>
                  <a:srgbClr val="262626"/>
                </a:solidFill>
              </a:rPr>
              <a:t>Ricreare</a:t>
            </a:r>
            <a:r>
              <a:rPr lang="en-US" sz="1400" dirty="0">
                <a:solidFill>
                  <a:srgbClr val="262626"/>
                </a:solidFill>
              </a:rPr>
              <a:t> #temp in un loop</a:t>
            </a:r>
            <a:endParaRPr lang="en-US" sz="1400" dirty="0"/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5CE28A76-1FEF-2C13-8C73-4F10CD6117F0}"/>
              </a:ext>
            </a:extLst>
          </p:cNvPr>
          <p:cNvSpPr/>
          <p:nvPr/>
        </p:nvSpPr>
        <p:spPr>
          <a:xfrm>
            <a:off x="3475348" y="2838062"/>
            <a:ext cx="256032" cy="201168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5E69BA09-97FE-1349-CC23-7B17877EAC14}"/>
              </a:ext>
            </a:extLst>
          </p:cNvPr>
          <p:cNvSpPr/>
          <p:nvPr/>
        </p:nvSpPr>
        <p:spPr>
          <a:xfrm>
            <a:off x="3795388" y="2838062"/>
            <a:ext cx="256032" cy="201168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DA63F19B-2E17-6403-592C-95EFEDF511EF}"/>
              </a:ext>
            </a:extLst>
          </p:cNvPr>
          <p:cNvSpPr/>
          <p:nvPr/>
        </p:nvSpPr>
        <p:spPr>
          <a:xfrm>
            <a:off x="4115428" y="2838062"/>
            <a:ext cx="256032" cy="201168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B86814DA-F2C8-B6B5-FEE2-B16D731486BD}"/>
              </a:ext>
            </a:extLst>
          </p:cNvPr>
          <p:cNvSpPr/>
          <p:nvPr/>
        </p:nvSpPr>
        <p:spPr>
          <a:xfrm>
            <a:off x="385192" y="87723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Rischi</a:t>
            </a:r>
            <a:endParaRPr lang="en-US" sz="1600" dirty="0"/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19E74F0F-BC78-9331-29C0-9C552605B1A4}"/>
              </a:ext>
            </a:extLst>
          </p:cNvPr>
          <p:cNvSpPr/>
          <p:nvPr/>
        </p:nvSpPr>
        <p:spPr bwMode="auto">
          <a:xfrm>
            <a:off x="366389" y="3687874"/>
            <a:ext cx="7589988" cy="68407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noFill/>
            <a:round/>
            <a:headEnd/>
            <a:tailEnd/>
          </a:ln>
          <a:effectLst/>
        </p:spPr>
        <p:txBody>
          <a:bodyPr lIns="17999" tIns="10799" rIns="17999" bIns="10799" rtlCol="0" anchor="ctr"/>
          <a:lstStyle/>
          <a:p>
            <a:pPr eaLnBrk="0" hangingPunct="0">
              <a:lnSpc>
                <a:spcPct val="80000"/>
              </a:lnSpc>
              <a:spcBef>
                <a:spcPct val="20000"/>
              </a:spcBef>
              <a:buClr>
                <a:srgbClr val="A71930"/>
              </a:buClr>
            </a:pPr>
            <a:r>
              <a:rPr lang="it-IT" sz="2400" dirty="0"/>
              <a:t>          Misurare con SET STATISTICS IO  e il piano di esecuzione</a:t>
            </a:r>
          </a:p>
        </p:txBody>
      </p:sp>
      <p:pic>
        <p:nvPicPr>
          <p:cNvPr id="37" name="Elemento grafico 36" descr="Avviso con riempimento a tinta unita">
            <a:extLst>
              <a:ext uri="{FF2B5EF4-FFF2-40B4-BE49-F238E27FC236}">
                <a16:creationId xmlns:a16="http://schemas.microsoft.com/office/drawing/2014/main" id="{24FFF287-7628-2631-1C6A-F5CE762165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9552" y="3735193"/>
            <a:ext cx="467993" cy="46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722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775433-B15C-D036-44E6-95E3E5B39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cte</a:t>
            </a:r>
            <a:r>
              <a:rPr lang="it-IT" dirty="0"/>
              <a:t> VS tabelle temporanee</a:t>
            </a:r>
          </a:p>
        </p:txBody>
      </p:sp>
      <p:graphicFrame>
        <p:nvGraphicFramePr>
          <p:cNvPr id="9" name="Segnaposto contenuto 4">
            <a:extLst>
              <a:ext uri="{FF2B5EF4-FFF2-40B4-BE49-F238E27FC236}">
                <a16:creationId xmlns:a16="http://schemas.microsoft.com/office/drawing/2014/main" id="{E01AAA7F-9894-E79D-92CD-4EED02B3E970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4136862606"/>
              </p:ext>
            </p:extLst>
          </p:nvPr>
        </p:nvGraphicFramePr>
        <p:xfrm>
          <a:off x="341529" y="1041880"/>
          <a:ext cx="8460941" cy="322205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51317">
                  <a:extLst>
                    <a:ext uri="{9D8B030D-6E8A-4147-A177-3AD203B41FA5}">
                      <a16:colId xmlns:a16="http://schemas.microsoft.com/office/drawing/2014/main" val="257382681"/>
                    </a:ext>
                  </a:extLst>
                </a:gridCol>
                <a:gridCol w="1670586">
                  <a:extLst>
                    <a:ext uri="{9D8B030D-6E8A-4147-A177-3AD203B41FA5}">
                      <a16:colId xmlns:a16="http://schemas.microsoft.com/office/drawing/2014/main" val="2349371546"/>
                    </a:ext>
                  </a:extLst>
                </a:gridCol>
                <a:gridCol w="1832603">
                  <a:extLst>
                    <a:ext uri="{9D8B030D-6E8A-4147-A177-3AD203B41FA5}">
                      <a16:colId xmlns:a16="http://schemas.microsoft.com/office/drawing/2014/main" val="3200410770"/>
                    </a:ext>
                  </a:extLst>
                </a:gridCol>
                <a:gridCol w="2214247">
                  <a:extLst>
                    <a:ext uri="{9D8B030D-6E8A-4147-A177-3AD203B41FA5}">
                      <a16:colId xmlns:a16="http://schemas.microsoft.com/office/drawing/2014/main" val="3474657626"/>
                    </a:ext>
                  </a:extLst>
                </a:gridCol>
                <a:gridCol w="1692188">
                  <a:extLst>
                    <a:ext uri="{9D8B030D-6E8A-4147-A177-3AD203B41FA5}">
                      <a16:colId xmlns:a16="http://schemas.microsoft.com/office/drawing/2014/main" val="1822092122"/>
                    </a:ext>
                  </a:extLst>
                </a:gridCol>
              </a:tblGrid>
              <a:tr h="453781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Statistiche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Indici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Quando usare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830381"/>
                  </a:ext>
                </a:extLst>
              </a:tr>
              <a:tr h="783239">
                <a:tc>
                  <a:txBody>
                    <a:bodyPr/>
                    <a:lstStyle/>
                    <a:p>
                      <a:r>
                        <a:rPr lang="it-IT" sz="1400" b="1" dirty="0"/>
                        <a:t>CTE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Singola 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Delle tabelle che compongono 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Di tabella, non specifici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Leggibilità, uso non ripetuto del set di dati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234643"/>
                  </a:ext>
                </a:extLst>
              </a:tr>
              <a:tr h="702778">
                <a:tc>
                  <a:txBody>
                    <a:bodyPr/>
                    <a:lstStyle/>
                    <a:p>
                      <a:r>
                        <a:rPr lang="it-IT" sz="1400" b="1" dirty="0"/>
                        <a:t>#temp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Locale (query corrente)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Sì reali della tabella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Sì completi e dedicati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Set grandi, riuso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5894"/>
                  </a:ext>
                </a:extLst>
              </a:tr>
              <a:tr h="714183">
                <a:tc>
                  <a:txBody>
                    <a:bodyPr/>
                    <a:lstStyle/>
                    <a:p>
                      <a:r>
                        <a:rPr lang="it-IT" sz="1400" b="1" dirty="0"/>
                        <a:t>@table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No (*da SQL2019)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Limitati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Set piccoli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647093"/>
                  </a:ext>
                </a:extLst>
              </a:tr>
              <a:tr h="568076">
                <a:tc>
                  <a:txBody>
                    <a:bodyPr/>
                    <a:lstStyle/>
                    <a:p>
                      <a:r>
                        <a:rPr lang="it-IT" sz="1400" b="1" dirty="0"/>
                        <a:t>##temp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Tutte le sessioni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Sì reali della tabella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Sì completi e dedicati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Condivisione tra sessioni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4885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05083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ESEMPIO: DA CTE A #TEMP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771550"/>
            <a:ext cx="1371600" cy="292608"/>
          </a:xfrm>
          <a:prstGeom prst="rect">
            <a:avLst/>
          </a:prstGeom>
          <a:solidFill>
            <a:srgbClr val="C0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65760" y="77155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091590"/>
            <a:ext cx="4114800" cy="36576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02920" y="1183030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2000"/>
              </a:lnSpc>
            </a:pPr>
            <a:r>
              <a:rPr lang="en-US" sz="1400" dirty="0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 La CTE </a:t>
            </a:r>
            <a:r>
              <a:rPr lang="en-US" sz="1400" dirty="0" err="1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viene</a:t>
            </a:r>
            <a:r>
              <a:rPr lang="en-US" sz="1400" dirty="0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RIESEGUITA</a:t>
            </a:r>
            <a:endParaRPr lang="en-US" sz="1400" dirty="0"/>
          </a:p>
          <a:p>
            <a:pPr>
              <a:lnSpc>
                <a:spcPct val="102000"/>
              </a:lnSpc>
            </a:pPr>
            <a:r>
              <a:rPr lang="en-US" sz="1400" dirty="0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 a ogni </a:t>
            </a:r>
            <a:r>
              <a:rPr lang="en-US" sz="1400" dirty="0" err="1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riferimento</a:t>
            </a:r>
            <a:endParaRPr lang="en-US" sz="1400" dirty="0"/>
          </a:p>
          <a:p>
            <a:pPr>
              <a:lnSpc>
                <a:spcPct val="102000"/>
              </a:lnSpc>
            </a:pPr>
            <a:r>
              <a:rPr lang="en-US" sz="14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4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Vendite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4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(</a:t>
            </a:r>
            <a:endParaRPr lang="en-US" sz="1400" dirty="0"/>
          </a:p>
          <a:p>
            <a:pPr>
              <a:lnSpc>
                <a:spcPct val="102000"/>
              </a:lnSpc>
            </a:pP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</a:t>
            </a:r>
            <a:r>
              <a:rPr lang="en-US" sz="14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4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400" dirty="0"/>
          </a:p>
          <a:p>
            <a:pPr>
              <a:lnSpc>
                <a:spcPct val="102000"/>
              </a:lnSpc>
            </a:pP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  </a:t>
            </a:r>
            <a:r>
              <a:rPr lang="en-US" sz="1400" dirty="0">
                <a:solidFill>
                  <a:srgbClr val="E5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4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OrderQty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 </a:t>
            </a:r>
            <a:r>
              <a:rPr lang="en-US" sz="14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4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TotOrdini</a:t>
            </a:r>
            <a:endParaRPr lang="en-US" sz="1400" dirty="0"/>
          </a:p>
          <a:p>
            <a:pPr>
              <a:lnSpc>
                <a:spcPct val="102000"/>
              </a:lnSpc>
            </a:pP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</a:t>
            </a:r>
            <a:r>
              <a:rPr lang="en-US" sz="14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4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SalesOrderDetail</a:t>
            </a:r>
            <a:endParaRPr lang="en-US" sz="1400" dirty="0"/>
          </a:p>
          <a:p>
            <a:pPr>
              <a:lnSpc>
                <a:spcPct val="102000"/>
              </a:lnSpc>
            </a:pP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</a:t>
            </a:r>
            <a:r>
              <a:rPr lang="en-US" sz="14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4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4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)</a:t>
            </a:r>
            <a:endParaRPr lang="en-US" sz="1400" dirty="0"/>
          </a:p>
          <a:p>
            <a:pPr>
              <a:lnSpc>
                <a:spcPct val="102000"/>
              </a:lnSpc>
            </a:pPr>
            <a:r>
              <a:rPr lang="en-US" sz="14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4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p.Name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 </a:t>
            </a:r>
            <a:r>
              <a:rPr lang="en-US" sz="14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v.TotOrdini</a:t>
            </a:r>
            <a:endParaRPr lang="en-US" sz="1400" dirty="0"/>
          </a:p>
          <a:p>
            <a:pPr>
              <a:lnSpc>
                <a:spcPct val="102000"/>
              </a:lnSpc>
            </a:pPr>
            <a:r>
              <a:rPr lang="en-US" sz="14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4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Vendite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v </a:t>
            </a:r>
            <a:r>
              <a:rPr lang="en-US" sz="14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Product p</a:t>
            </a:r>
            <a:endParaRPr lang="en-US" sz="1400" dirty="0"/>
          </a:p>
          <a:p>
            <a:pPr>
              <a:lnSpc>
                <a:spcPct val="102000"/>
              </a:lnSpc>
            </a:pP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</a:t>
            </a:r>
            <a:r>
              <a:rPr lang="en-US" sz="14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4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p.ProductID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= </a:t>
            </a:r>
            <a:r>
              <a:rPr lang="en-US" sz="14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v.ProductID</a:t>
            </a:r>
            <a:endParaRPr lang="en-US" sz="1400" dirty="0"/>
          </a:p>
          <a:p>
            <a:pPr>
              <a:lnSpc>
                <a:spcPct val="102000"/>
              </a:lnSpc>
            </a:pPr>
            <a:r>
              <a:rPr lang="en-US" sz="14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4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v.TotOrdini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&gt;</a:t>
            </a:r>
            <a:endParaRPr lang="en-US" sz="1400" dirty="0"/>
          </a:p>
          <a:p>
            <a:pPr>
              <a:lnSpc>
                <a:spcPct val="102000"/>
              </a:lnSpc>
            </a:pP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(</a:t>
            </a:r>
            <a:r>
              <a:rPr lang="en-US" sz="14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400" dirty="0">
                <a:solidFill>
                  <a:srgbClr val="E5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4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TotOrdini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 </a:t>
            </a:r>
            <a:r>
              <a:rPr lang="en-US" sz="14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4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Vendite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771550"/>
            <a:ext cx="1371600" cy="292608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663440" y="77155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1590"/>
            <a:ext cx="4114800" cy="36576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800600" y="1183030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2000"/>
              </a:lnSpc>
            </a:pPr>
            <a:r>
              <a:rPr lang="en-US" sz="1400" dirty="0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 </a:t>
            </a:r>
            <a:r>
              <a:rPr lang="en-US" sz="1400" dirty="0" err="1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Aggrego</a:t>
            </a:r>
            <a:r>
              <a:rPr lang="en-US" sz="1400" dirty="0">
                <a:solidFill>
                  <a:srgbClr val="7F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UNA volta in #temp</a:t>
            </a:r>
            <a:endParaRPr lang="en-US" sz="1400" dirty="0"/>
          </a:p>
          <a:p>
            <a:pPr>
              <a:lnSpc>
                <a:spcPct val="102000"/>
              </a:lnSpc>
            </a:pPr>
            <a:r>
              <a:rPr lang="en-US" sz="14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4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400" dirty="0"/>
          </a:p>
          <a:p>
            <a:pPr>
              <a:lnSpc>
                <a:spcPct val="102000"/>
              </a:lnSpc>
            </a:pP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</a:t>
            </a:r>
            <a:r>
              <a:rPr lang="en-US" sz="1400" dirty="0">
                <a:solidFill>
                  <a:srgbClr val="E5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4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OrderQty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 </a:t>
            </a:r>
            <a:r>
              <a:rPr lang="en-US" sz="14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4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TotOrdini</a:t>
            </a:r>
            <a:endParaRPr lang="en-US" sz="1400" dirty="0"/>
          </a:p>
          <a:p>
            <a:pPr>
              <a:lnSpc>
                <a:spcPct val="102000"/>
              </a:lnSpc>
            </a:pPr>
            <a:r>
              <a:rPr lang="en-US" sz="14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4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Vendite</a:t>
            </a:r>
            <a:endParaRPr lang="en-US" sz="1400" dirty="0"/>
          </a:p>
          <a:p>
            <a:pPr>
              <a:lnSpc>
                <a:spcPct val="102000"/>
              </a:lnSpc>
            </a:pPr>
            <a:r>
              <a:rPr lang="en-US" sz="14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4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SalesOrderDetail</a:t>
            </a:r>
            <a:endParaRPr lang="en-US" sz="1400" dirty="0"/>
          </a:p>
          <a:p>
            <a:pPr>
              <a:lnSpc>
                <a:spcPct val="102000"/>
              </a:lnSpc>
            </a:pPr>
            <a:r>
              <a:rPr lang="en-US" sz="14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4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4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400" dirty="0"/>
          </a:p>
          <a:p>
            <a:pPr>
              <a:lnSpc>
                <a:spcPct val="102000"/>
              </a:lnSpc>
            </a:pP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endParaRPr lang="en-US" sz="1400" dirty="0"/>
          </a:p>
          <a:p>
            <a:pPr>
              <a:lnSpc>
                <a:spcPct val="102000"/>
              </a:lnSpc>
            </a:pPr>
            <a:r>
              <a:rPr lang="en-US" sz="14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Media </a:t>
            </a:r>
            <a:r>
              <a:rPr lang="en-US" sz="1400" dirty="0">
                <a:solidFill>
                  <a:srgbClr val="6F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400" dirty="0">
                <a:solidFill>
                  <a:srgbClr val="B5C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400" dirty="0">
                <a:solidFill>
                  <a:srgbClr val="B5C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 =</a:t>
            </a:r>
            <a:endParaRPr lang="en-US" sz="1400" dirty="0"/>
          </a:p>
          <a:p>
            <a:pPr>
              <a:lnSpc>
                <a:spcPct val="102000"/>
              </a:lnSpc>
            </a:pP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 (</a:t>
            </a:r>
            <a:r>
              <a:rPr lang="en-US" sz="14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400" dirty="0">
                <a:solidFill>
                  <a:srgbClr val="E5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4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TotOrdini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 </a:t>
            </a:r>
            <a:r>
              <a:rPr lang="en-US" sz="14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4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Vendite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);</a:t>
            </a:r>
            <a:endParaRPr lang="en-US" sz="1400" dirty="0"/>
          </a:p>
          <a:p>
            <a:pPr>
              <a:lnSpc>
                <a:spcPct val="102000"/>
              </a:lnSpc>
            </a:pP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endParaRPr lang="en-US" sz="1400" dirty="0"/>
          </a:p>
          <a:p>
            <a:pPr>
              <a:lnSpc>
                <a:spcPct val="102000"/>
              </a:lnSpc>
            </a:pPr>
            <a:r>
              <a:rPr lang="en-US" sz="14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4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p.Name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 </a:t>
            </a:r>
            <a:r>
              <a:rPr lang="en-US" sz="14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v.TotOrdini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4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4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Vendite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v</a:t>
            </a:r>
            <a:endParaRPr lang="en-US" sz="1400" dirty="0"/>
          </a:p>
          <a:p>
            <a:pPr>
              <a:lnSpc>
                <a:spcPct val="102000"/>
              </a:lnSpc>
            </a:pPr>
            <a:r>
              <a:rPr lang="en-US" sz="14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Product p </a:t>
            </a:r>
            <a:r>
              <a:rPr lang="en-US" sz="14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4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p.ProductID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= </a:t>
            </a:r>
            <a:r>
              <a:rPr lang="en-US" sz="14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v.ProductID</a:t>
            </a:r>
            <a:endParaRPr lang="en-US" sz="1400" dirty="0"/>
          </a:p>
          <a:p>
            <a:pPr>
              <a:lnSpc>
                <a:spcPct val="102000"/>
              </a:lnSpc>
            </a:pPr>
            <a:r>
              <a:rPr lang="en-US" sz="1400" b="1" dirty="0">
                <a:solidFill>
                  <a:srgbClr val="E05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r>
              <a:rPr lang="en-US" sz="1400" dirty="0" err="1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v.TotOrdini</a:t>
            </a:r>
            <a:r>
              <a:rPr lang="en-US" sz="1400" dirty="0">
                <a:solidFill>
                  <a:srgbClr val="E9E9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&gt; Media;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CEB3E2-2A3F-351C-4F81-304C9B6C0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checklist</a:t>
            </a:r>
          </a:p>
        </p:txBody>
      </p:sp>
      <p:graphicFrame>
        <p:nvGraphicFramePr>
          <p:cNvPr id="5" name="Segnaposto contenuto 4">
            <a:extLst>
              <a:ext uri="{FF2B5EF4-FFF2-40B4-BE49-F238E27FC236}">
                <a16:creationId xmlns:a16="http://schemas.microsoft.com/office/drawing/2014/main" id="{B67D8B25-D8A9-3A93-8ADC-C1EC97F254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8843390"/>
              </p:ext>
            </p:extLst>
          </p:nvPr>
        </p:nvGraphicFramePr>
        <p:xfrm>
          <a:off x="359532" y="987574"/>
          <a:ext cx="8424936" cy="350885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65778">
                  <a:extLst>
                    <a:ext uri="{9D8B030D-6E8A-4147-A177-3AD203B41FA5}">
                      <a16:colId xmlns:a16="http://schemas.microsoft.com/office/drawing/2014/main" val="775866638"/>
                    </a:ext>
                  </a:extLst>
                </a:gridCol>
                <a:gridCol w="7459158">
                  <a:extLst>
                    <a:ext uri="{9D8B030D-6E8A-4147-A177-3AD203B41FA5}">
                      <a16:colId xmlns:a16="http://schemas.microsoft.com/office/drawing/2014/main" val="2377615157"/>
                    </a:ext>
                  </a:extLst>
                </a:gridCol>
              </a:tblGrid>
              <a:tr h="389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#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 dirty="0"/>
                        <a:t>Domanda</a:t>
                      </a:r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3276714678"/>
                  </a:ext>
                </a:extLst>
              </a:tr>
              <a:tr h="423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dirty="0"/>
                        <a:t>1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Se il </a:t>
                      </a:r>
                      <a:r>
                        <a:rPr lang="en-US" sz="1800" dirty="0" err="1">
                          <a:solidFill>
                            <a:srgbClr val="262626"/>
                          </a:solidFill>
                        </a:rPr>
                        <a:t>risultato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62626"/>
                          </a:solidFill>
                        </a:rPr>
                        <a:t>intermedio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 di </a:t>
                      </a:r>
                      <a:r>
                        <a:rPr lang="en-US" sz="1800" dirty="0" err="1">
                          <a:solidFill>
                            <a:srgbClr val="262626"/>
                          </a:solidFill>
                        </a:rPr>
                        <a:t>una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 query </a:t>
                      </a:r>
                      <a:r>
                        <a:rPr lang="en-US" sz="1800" dirty="0" err="1">
                          <a:solidFill>
                            <a:srgbClr val="262626"/>
                          </a:solidFill>
                        </a:rPr>
                        <a:t>viene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62626"/>
                          </a:solidFill>
                        </a:rPr>
                        <a:t>riusato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62626"/>
                          </a:solidFill>
                        </a:rPr>
                        <a:t>più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 volte valuta #temp </a:t>
                      </a:r>
                      <a:endParaRPr lang="en-US" sz="1800" dirty="0"/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2693386679"/>
                  </a:ext>
                </a:extLst>
              </a:tr>
              <a:tr h="3822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dirty="0"/>
                        <a:t>2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Per </a:t>
                      </a:r>
                      <a:r>
                        <a:rPr lang="en-US" sz="1800" dirty="0" err="1">
                          <a:solidFill>
                            <a:srgbClr val="262626"/>
                          </a:solidFill>
                        </a:rPr>
                        <a:t>semplificare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 query </a:t>
                      </a:r>
                      <a:r>
                        <a:rPr lang="en-US" sz="1800" dirty="0" err="1">
                          <a:solidFill>
                            <a:srgbClr val="262626"/>
                          </a:solidFill>
                        </a:rPr>
                        <a:t>complesse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62626"/>
                          </a:solidFill>
                        </a:rPr>
                        <a:t>può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62626"/>
                          </a:solidFill>
                        </a:rPr>
                        <a:t>essere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 utile </a:t>
                      </a:r>
                      <a:r>
                        <a:rPr lang="en-US" sz="1800" dirty="0" err="1">
                          <a:solidFill>
                            <a:srgbClr val="262626"/>
                          </a:solidFill>
                        </a:rPr>
                        <a:t>appoggiarsi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 a #temp</a:t>
                      </a:r>
                      <a:endParaRPr lang="en-US" sz="1800" dirty="0"/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378474845"/>
                  </a:ext>
                </a:extLst>
              </a:tr>
              <a:tr h="423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dirty="0"/>
                        <a:t>3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Tante #temp in </a:t>
                      </a:r>
                      <a:r>
                        <a:rPr lang="en-US" sz="1800" dirty="0" err="1">
                          <a:solidFill>
                            <a:srgbClr val="262626"/>
                          </a:solidFill>
                        </a:rPr>
                        <a:t>contemporanea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62626"/>
                          </a:solidFill>
                        </a:rPr>
                        <a:t>incidono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62626"/>
                          </a:solidFill>
                        </a:rPr>
                        <a:t>su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 un </a:t>
                      </a:r>
                      <a:r>
                        <a:rPr lang="en-US" sz="1800" dirty="0" err="1">
                          <a:solidFill>
                            <a:srgbClr val="262626"/>
                          </a:solidFill>
                        </a:rPr>
                        <a:t>unico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62626"/>
                          </a:solidFill>
                        </a:rPr>
                        <a:t>TempDB</a:t>
                      </a:r>
                      <a:endParaRPr lang="en-US" sz="1800" dirty="0"/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3568214551"/>
                  </a:ext>
                </a:extLst>
              </a:tr>
              <a:tr h="398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dirty="0"/>
                        <a:t>4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#temp </a:t>
                      </a:r>
                      <a:r>
                        <a:rPr lang="en-US" sz="1800" dirty="0" err="1">
                          <a:solidFill>
                            <a:srgbClr val="262626"/>
                          </a:solidFill>
                        </a:rPr>
                        <a:t>sono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62626"/>
                          </a:solidFill>
                        </a:rPr>
                        <a:t>fatte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 per </a:t>
                      </a:r>
                      <a:r>
                        <a:rPr lang="en-US" sz="1800" dirty="0" err="1">
                          <a:solidFill>
                            <a:srgbClr val="262626"/>
                          </a:solidFill>
                        </a:rPr>
                        <a:t>essere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62626"/>
                          </a:solidFill>
                        </a:rPr>
                        <a:t>temporanee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262626"/>
                          </a:solidFill>
                        </a:rPr>
                        <a:t>quando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 non </a:t>
                      </a:r>
                      <a:r>
                        <a:rPr lang="en-US" sz="1800" dirty="0" err="1">
                          <a:solidFill>
                            <a:srgbClr val="262626"/>
                          </a:solidFill>
                        </a:rPr>
                        <a:t>servono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 o </a:t>
                      </a:r>
                      <a:r>
                        <a:rPr lang="en-US" sz="1800" dirty="0" err="1">
                          <a:solidFill>
                            <a:srgbClr val="262626"/>
                          </a:solidFill>
                        </a:rPr>
                        <a:t>quando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62626"/>
                          </a:solidFill>
                        </a:rPr>
                        <a:t>si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62626"/>
                          </a:solidFill>
                        </a:rPr>
                        <a:t>chiude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62626"/>
                          </a:solidFill>
                        </a:rPr>
                        <a:t>sessione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62626"/>
                          </a:solidFill>
                        </a:rPr>
                        <a:t>devono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262626"/>
                          </a:solidFill>
                        </a:rPr>
                        <a:t>essere</a:t>
                      </a:r>
                      <a:r>
                        <a:rPr lang="en-US" sz="1800" dirty="0">
                          <a:solidFill>
                            <a:srgbClr val="262626"/>
                          </a:solidFill>
                        </a:rPr>
                        <a:t> eliminate</a:t>
                      </a:r>
                      <a:endParaRPr lang="en-US" sz="1800" dirty="0"/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3372481749"/>
                  </a:ext>
                </a:extLst>
              </a:tr>
              <a:tr h="423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/>
                        <a:t>5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/>
                        <a:t>#temp lavora per sessione, ##temp è globale, @table è relativa al batch</a:t>
                      </a:r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1153661363"/>
                  </a:ext>
                </a:extLst>
              </a:tr>
              <a:tr h="423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/>
                        <a:t>6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800" dirty="0"/>
                        <a:t>Nei loop che popolano #temp non creare tabella ogni volta ma una sola</a:t>
                      </a:r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3807659556"/>
                  </a:ext>
                </a:extLst>
              </a:tr>
              <a:tr h="423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/>
                        <a:t>7</a:t>
                      </a:r>
                    </a:p>
                  </a:txBody>
                  <a:tcPr marL="72471" marR="72471" marT="36236" marB="3623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800" dirty="0"/>
                        <a:t>#temp ha indici e statistiche e performa bene su grandi set di dati</a:t>
                      </a:r>
                    </a:p>
                  </a:txBody>
                  <a:tcPr marL="72471" marR="72471" marT="36236" marB="36236" anchor="ctr"/>
                </a:tc>
                <a:extLst>
                  <a:ext uri="{0D108BD9-81ED-4DB2-BD59-A6C34878D82A}">
                    <a16:rowId xmlns:a16="http://schemas.microsoft.com/office/drawing/2014/main" val="3379506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4539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6F19C-A660-27C5-550D-F6DD10123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16FA2CE1-A017-53FC-3E8E-1CCC0708EA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dirty="0"/>
              <a:t>Prossima lezione</a:t>
            </a:r>
            <a:br>
              <a:rPr lang="it-IT" sz="3800" dirty="0"/>
            </a:br>
            <a:r>
              <a:rPr lang="en-US" sz="360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TRANSAZIONI E CONCORRENZA</a:t>
            </a:r>
            <a:endParaRPr lang="it-IT" sz="3800" spc="0" dirty="0"/>
          </a:p>
        </p:txBody>
      </p:sp>
    </p:spTree>
    <p:extLst>
      <p:ext uri="{BB962C8B-B14F-4D97-AF65-F5344CB8AC3E}">
        <p14:creationId xmlns:p14="http://schemas.microsoft.com/office/powerpoint/2010/main" val="34638567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119d383a77d69c9fe4b65d6ff37d099a55e5bbd"/>
</p:tagLst>
</file>

<file path=ppt/theme/theme1.xml><?xml version="1.0" encoding="utf-8"?>
<a:theme xmlns:a="http://schemas.openxmlformats.org/drawingml/2006/main" name="Sistemi">
  <a:themeElements>
    <a:clrScheme name="SISTEMI">
      <a:dk1>
        <a:sysClr val="windowText" lastClr="000000"/>
      </a:dk1>
      <a:lt1>
        <a:sysClr val="window" lastClr="FFFFFF"/>
      </a:lt1>
      <a:dk2>
        <a:srgbClr val="505460"/>
      </a:dk2>
      <a:lt2>
        <a:srgbClr val="FFFFFF"/>
      </a:lt2>
      <a:accent1>
        <a:srgbClr val="3A537E"/>
      </a:accent1>
      <a:accent2>
        <a:srgbClr val="AC1A2F"/>
      </a:accent2>
      <a:accent3>
        <a:srgbClr val="033D83"/>
      </a:accent3>
      <a:accent4>
        <a:srgbClr val="773E90"/>
      </a:accent4>
      <a:accent5>
        <a:srgbClr val="0092AE"/>
      </a:accent5>
      <a:accent6>
        <a:srgbClr val="FED03C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rgbClr val="A71930"/>
          </a:solidFill>
          <a:round/>
          <a:headEnd/>
          <a:tailEnd/>
        </a:ln>
        <a:effectLst/>
      </a:spPr>
      <a:bodyPr lIns="17999" tIns="10799" rIns="17999" bIns="10799" rtlCol="0" anchor="ctr"/>
      <a:lstStyle>
        <a:defPPr algn="ctr" eaLnBrk="0" hangingPunct="0">
          <a:lnSpc>
            <a:spcPct val="80000"/>
          </a:lnSpc>
          <a:spcBef>
            <a:spcPct val="20000"/>
          </a:spcBef>
          <a:buClr>
            <a:srgbClr val="A71930"/>
          </a:buClr>
          <a:defRPr sz="1600" b="1" dirty="0">
            <a:effectLst>
              <a:outerShdw blurRad="38100" dist="38100" dir="2700000" algn="tl">
                <a:srgbClr val="C0C0C0"/>
              </a:outerShdw>
            </a:effectLst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23434</TotalTime>
  <Words>1495</Words>
  <Application>Microsoft Office PowerPoint</Application>
  <PresentationFormat>Presentazione su schermo (16:9)</PresentationFormat>
  <Paragraphs>252</Paragraphs>
  <Slides>19</Slides>
  <Notes>15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3" baseType="lpstr">
      <vt:lpstr>Arial</vt:lpstr>
      <vt:lpstr>Arial Narrow</vt:lpstr>
      <vt:lpstr>Calibri</vt:lpstr>
      <vt:lpstr>Sistemi</vt:lpstr>
      <vt:lpstr>Presentazione standard di PowerPoint</vt:lpstr>
      <vt:lpstr>agenda</vt:lpstr>
      <vt:lpstr>Tabelle temporanee</vt:lpstr>
      <vt:lpstr>Tabelle temporanee: a cosa servono</vt:lpstr>
      <vt:lpstr>Tabelle temporanee locali</vt:lpstr>
      <vt:lpstr>Tabelle temporanee globali</vt:lpstr>
      <vt:lpstr>TABELLE TEMPORANEE: DEFINIZIONE E POPOLAMENTO</vt:lpstr>
      <vt:lpstr>Table variable</vt:lpstr>
      <vt:lpstr>Table variable</vt:lpstr>
      <vt:lpstr>Table variable vs tabella temporanea</vt:lpstr>
      <vt:lpstr>Database tempdb</vt:lpstr>
      <vt:lpstr>Tempdb: risorsa condivisa</vt:lpstr>
      <vt:lpstr>Tempdb: contese</vt:lpstr>
      <vt:lpstr>Performance e best practices</vt:lpstr>
      <vt:lpstr>Stime e rischio piano di esecuzione</vt:lpstr>
      <vt:lpstr>cte VS tabelle temporanee</vt:lpstr>
      <vt:lpstr>Presentazione standard di PowerPoint</vt:lpstr>
      <vt:lpstr>checklist</vt:lpstr>
      <vt:lpstr>Prossima lezione TRANSAZIONI E CONCORRENZA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Risultati aziendali e novità organizzative</dc:title>
  <dc:creator>Manuela.Pellegrino@sistemi.com</dc:creator>
  <cp:lastModifiedBy>Murzio Luca</cp:lastModifiedBy>
  <cp:revision>1469</cp:revision>
  <cp:lastPrinted>2026-03-23T15:16:51Z</cp:lastPrinted>
  <dcterms:created xsi:type="dcterms:W3CDTF">2013-03-01T10:25:06Z</dcterms:created>
  <dcterms:modified xsi:type="dcterms:W3CDTF">2026-07-27T15:14:55Z</dcterms:modified>
</cp:coreProperties>
</file>