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6"/>
  </p:notesMasterIdLst>
  <p:handoutMasterIdLst>
    <p:handoutMasterId r:id="rId27"/>
  </p:handoutMasterIdLst>
  <p:sldIdLst>
    <p:sldId id="398" r:id="rId2"/>
    <p:sldId id="418" r:id="rId3"/>
    <p:sldId id="397" r:id="rId4"/>
    <p:sldId id="431" r:id="rId5"/>
    <p:sldId id="434" r:id="rId6"/>
    <p:sldId id="411" r:id="rId7"/>
    <p:sldId id="443" r:id="rId8"/>
    <p:sldId id="444" r:id="rId9"/>
    <p:sldId id="445" r:id="rId10"/>
    <p:sldId id="446" r:id="rId11"/>
    <p:sldId id="266" r:id="rId12"/>
    <p:sldId id="447" r:id="rId13"/>
    <p:sldId id="448" r:id="rId14"/>
    <p:sldId id="449" r:id="rId15"/>
    <p:sldId id="450" r:id="rId16"/>
    <p:sldId id="451" r:id="rId17"/>
    <p:sldId id="452" r:id="rId18"/>
    <p:sldId id="453" r:id="rId19"/>
    <p:sldId id="454" r:id="rId20"/>
    <p:sldId id="455" r:id="rId21"/>
    <p:sldId id="456" r:id="rId22"/>
    <p:sldId id="459" r:id="rId23"/>
    <p:sldId id="430" r:id="rId24"/>
    <p:sldId id="458" r:id="rId25"/>
  </p:sldIdLst>
  <p:sldSz cx="9144000" cy="5143500" type="screen16x9"/>
  <p:notesSz cx="6797675" cy="9928225"/>
  <p:custDataLst>
    <p:tags r:id="rId28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1A"/>
    <a:srgbClr val="E51420"/>
    <a:srgbClr val="F1E7E8"/>
    <a:srgbClr val="E3CCCD"/>
    <a:srgbClr val="231D1B"/>
    <a:srgbClr val="E30613"/>
    <a:srgbClr val="C8473A"/>
    <a:srgbClr val="FFFFCC"/>
    <a:srgbClr val="8C8C8C"/>
    <a:srgbClr val="AC1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2A69E-7744-488D-AFE5-4F1C579D0D6D}" v="1" dt="2026-10-08T15:00:40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8087" autoAdjust="0"/>
  </p:normalViewPr>
  <p:slideViewPr>
    <p:cSldViewPr showGuides="1">
      <p:cViewPr varScale="1">
        <p:scale>
          <a:sx n="109" d="100"/>
          <a:sy n="109" d="100"/>
        </p:scale>
        <p:origin x="1842" y="102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10-08T15:00:40.614" v="40740" actId="27636"/>
      <pc:docMkLst>
        <pc:docMk/>
      </pc:docMkLst>
      <pc:sldChg chg="modSp add mod setBg modNotes modNotesTx">
        <pc:chgData name="Murzio Luca" userId="62ead766-6eaf-4057-bb25-25909a8c13e9" providerId="ADAL" clId="{3FA68CEF-BA90-4830-B164-02BEB71A7E1D}" dt="2026-10-08T15:00:40.614" v="40740" actId="27636"/>
        <pc:sldMkLst>
          <pc:docMk/>
          <pc:sldMk cId="0" sldId="266"/>
        </pc:sldMkLst>
        <pc:spChg chg="mod">
          <ac:chgData name="Murzio Luca" userId="62ead766-6eaf-4057-bb25-25909a8c13e9" providerId="ADAL" clId="{3FA68CEF-BA90-4830-B164-02BEB71A7E1D}" dt="2026-09-30T09:47:28.515" v="37829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9-30T09:47:28.280" v="37828" actId="207"/>
          <ac:spMkLst>
            <pc:docMk/>
            <pc:sldMk cId="0" sldId="266"/>
            <ac:spMk id="5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9-30T09:15:20.915" v="36994" actId="113"/>
          <ac:spMkLst>
            <pc:docMk/>
            <pc:sldMk cId="0" sldId="266"/>
            <ac:spMk id="7" creationId="{00000000-0000-0000-0000-000000000000}"/>
          </ac:spMkLst>
        </pc:spChg>
        <pc:graphicFrameChg chg="mod modGraphic">
          <ac:chgData name="Murzio Luca" userId="62ead766-6eaf-4057-bb25-25909a8c13e9" providerId="ADAL" clId="{3FA68CEF-BA90-4830-B164-02BEB71A7E1D}" dt="2026-09-29T13:58:27.802" v="32329" actId="1076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modSp mod modNotesTx">
        <pc:chgData name="Murzio Luca" userId="62ead766-6eaf-4057-bb25-25909a8c13e9" providerId="ADAL" clId="{3FA68CEF-BA90-4830-B164-02BEB71A7E1D}" dt="2026-09-29T10:08:14.626" v="30270" actId="20577"/>
        <pc:sldMkLst>
          <pc:docMk/>
          <pc:sldMk cId="2760470487" sldId="397"/>
        </pc:sldMkLst>
        <pc:spChg chg="mod">
          <ac:chgData name="Murzio Luca" userId="62ead766-6eaf-4057-bb25-25909a8c13e9" providerId="ADAL" clId="{3FA68CEF-BA90-4830-B164-02BEB71A7E1D}" dt="2026-09-29T10:08:14.626" v="30270" actId="20577"/>
          <ac:spMkLst>
            <pc:docMk/>
            <pc:sldMk cId="2760470487" sldId="397"/>
            <ac:spMk id="4" creationId="{A880B918-0CF5-735A-BA31-CEE0BB487251}"/>
          </ac:spMkLst>
        </pc:spChg>
      </pc:sldChg>
      <pc:sldChg chg="addSp delSp modSp mod setBg modNotesTx">
        <pc:chgData name="Murzio Luca" userId="62ead766-6eaf-4057-bb25-25909a8c13e9" providerId="ADAL" clId="{3FA68CEF-BA90-4830-B164-02BEB71A7E1D}" dt="2026-09-30T07:19:33.948" v="35181" actId="20577"/>
        <pc:sldMkLst>
          <pc:docMk/>
          <pc:sldMk cId="2453220132" sldId="398"/>
        </pc:sldMkLst>
        <pc:spChg chg="mod">
          <ac:chgData name="Murzio Luca" userId="62ead766-6eaf-4057-bb25-25909a8c13e9" providerId="ADAL" clId="{3FA68CEF-BA90-4830-B164-02BEB71A7E1D}" dt="2026-09-29T09:09:23.050" v="29704" actId="20577"/>
          <ac:spMkLst>
            <pc:docMk/>
            <pc:sldMk cId="2453220132" sldId="398"/>
            <ac:spMk id="7" creationId="{202B71B1-14B4-3B1A-B56D-A2CE7F9978E6}"/>
          </ac:spMkLst>
        </pc:spChg>
        <pc:spChg chg="mod">
          <ac:chgData name="Murzio Luca" userId="62ead766-6eaf-4057-bb25-25909a8c13e9" providerId="ADAL" clId="{3FA68CEF-BA90-4830-B164-02BEB71A7E1D}" dt="2026-09-30T07:19:33.948" v="35181" actId="20577"/>
          <ac:spMkLst>
            <pc:docMk/>
            <pc:sldMk cId="2453220132" sldId="398"/>
            <ac:spMk id="8" creationId="{914F1CCD-6988-40EB-8723-4DA122189198}"/>
          </ac:spMkLst>
        </pc:spChg>
      </pc:sldChg>
      <pc:sldChg chg="modSp add del mod modNotesTx">
        <pc:chgData name="Murzio Luca" userId="62ead766-6eaf-4057-bb25-25909a8c13e9" providerId="ADAL" clId="{3FA68CEF-BA90-4830-B164-02BEB71A7E1D}" dt="2026-09-30T09:47:29.392" v="37832" actId="207"/>
        <pc:sldMkLst>
          <pc:docMk/>
          <pc:sldMk cId="1280367679" sldId="411"/>
        </pc:sldMkLst>
        <pc:spChg chg="mod">
          <ac:chgData name="Murzio Luca" userId="62ead766-6eaf-4057-bb25-25909a8c13e9" providerId="ADAL" clId="{3FA68CEF-BA90-4830-B164-02BEB71A7E1D}" dt="2026-09-30T09:47:29.392" v="37832" actId="207"/>
          <ac:spMkLst>
            <pc:docMk/>
            <pc:sldMk cId="1280367679" sldId="411"/>
            <ac:spMk id="2" creationId="{02775433-B15C-D036-44E6-95E3E5B39D49}"/>
          </ac:spMkLst>
        </pc:spChg>
        <pc:graphicFrameChg chg="mod modGraphic">
          <ac:chgData name="Murzio Luca" userId="62ead766-6eaf-4057-bb25-25909a8c13e9" providerId="ADAL" clId="{3FA68CEF-BA90-4830-B164-02BEB71A7E1D}" dt="2026-09-29T12:40:59.965" v="31520" actId="20577"/>
          <ac:graphicFrameMkLst>
            <pc:docMk/>
            <pc:sldMk cId="1280367679" sldId="411"/>
            <ac:graphicFrameMk id="9" creationId="{E01AAA7F-9894-E79D-92CD-4EED02B3E970}"/>
          </ac:graphicFrameMkLst>
        </pc:graphicFrameChg>
      </pc:sldChg>
      <pc:sldChg chg="modSp mod modNotesTx">
        <pc:chgData name="Murzio Luca" userId="62ead766-6eaf-4057-bb25-25909a8c13e9" providerId="ADAL" clId="{3FA68CEF-BA90-4830-B164-02BEB71A7E1D}" dt="2026-10-08T07:26:31.271" v="40681" actId="20577"/>
        <pc:sldMkLst>
          <pc:docMk/>
          <pc:sldMk cId="3540166546" sldId="418"/>
        </pc:sldMkLst>
        <pc:graphicFrameChg chg="mod modGraphic">
          <ac:chgData name="Murzio Luca" userId="62ead766-6eaf-4057-bb25-25909a8c13e9" providerId="ADAL" clId="{3FA68CEF-BA90-4830-B164-02BEB71A7E1D}" dt="2026-10-08T07:26:31.271" v="40681" actId="20577"/>
          <ac:graphicFrameMkLst>
            <pc:docMk/>
            <pc:sldMk cId="3540166546" sldId="418"/>
            <ac:graphicFrameMk id="5" creationId="{6BFF772B-8A15-9994-B0EE-F4836F067C6E}"/>
          </ac:graphicFrameMkLst>
        </pc:graphicFrameChg>
      </pc:sldChg>
      <pc:sldChg chg="addSp delSp modSp mod">
        <pc:chgData name="Murzio Luca" userId="62ead766-6eaf-4057-bb25-25909a8c13e9" providerId="ADAL" clId="{3FA68CEF-BA90-4830-B164-02BEB71A7E1D}" dt="2026-09-30T14:25:37.697" v="40620" actId="6549"/>
        <pc:sldMkLst>
          <pc:docMk/>
          <pc:sldMk cId="2862467164" sldId="430"/>
        </pc:sldMkLst>
        <pc:graphicFrameChg chg="add del mod modGraphic">
          <ac:chgData name="Murzio Luca" userId="62ead766-6eaf-4057-bb25-25909a8c13e9" providerId="ADAL" clId="{3FA68CEF-BA90-4830-B164-02BEB71A7E1D}" dt="2026-09-30T14:25:37.697" v="40620" actId="6549"/>
          <ac:graphicFrameMkLst>
            <pc:docMk/>
            <pc:sldMk cId="2862467164" sldId="430"/>
            <ac:graphicFrameMk id="5" creationId="{B67D8B25-D8A9-3A93-8ADC-C1EC97F2547D}"/>
          </ac:graphicFrameMkLst>
        </pc:graphicFrameChg>
      </pc:sldChg>
      <pc:sldChg chg="addSp delSp modSp new mod modNotes modNotesTx">
        <pc:chgData name="Murzio Luca" userId="62ead766-6eaf-4057-bb25-25909a8c13e9" providerId="ADAL" clId="{3FA68CEF-BA90-4830-B164-02BEB71A7E1D}" dt="2026-10-05T15:19:02.121" v="40628" actId="20577"/>
        <pc:sldMkLst>
          <pc:docMk/>
          <pc:sldMk cId="2365468042" sldId="431"/>
        </pc:sldMkLst>
        <pc:spChg chg="mod">
          <ac:chgData name="Murzio Luca" userId="62ead766-6eaf-4057-bb25-25909a8c13e9" providerId="ADAL" clId="{3FA68CEF-BA90-4830-B164-02BEB71A7E1D}" dt="2026-09-30T09:47:29.847" v="37834" actId="207"/>
          <ac:spMkLst>
            <pc:docMk/>
            <pc:sldMk cId="2365468042" sldId="431"/>
            <ac:spMk id="2" creationId="{272A9F98-495B-0B8C-AFA5-10BDC18F43C2}"/>
          </ac:spMkLst>
        </pc:spChg>
        <pc:spChg chg="add mod">
          <ac:chgData name="Murzio Luca" userId="62ead766-6eaf-4057-bb25-25909a8c13e9" providerId="ADAL" clId="{3FA68CEF-BA90-4830-B164-02BEB71A7E1D}" dt="2026-09-29T10:17:17.611" v="30802" actId="20577"/>
          <ac:spMkLst>
            <pc:docMk/>
            <pc:sldMk cId="2365468042" sldId="431"/>
            <ac:spMk id="4" creationId="{6383BB86-7751-59A8-05CF-1335FF435776}"/>
          </ac:spMkLst>
        </pc:spChg>
      </pc:sldChg>
      <pc:sldChg chg="addSp delSp modSp new mod modClrScheme chgLayout modNotesTx">
        <pc:chgData name="Murzio Luca" userId="62ead766-6eaf-4057-bb25-25909a8c13e9" providerId="ADAL" clId="{3FA68CEF-BA90-4830-B164-02BEB71A7E1D}" dt="2026-10-08T07:32:56.610" v="40694" actId="20577"/>
        <pc:sldMkLst>
          <pc:docMk/>
          <pc:sldMk cId="3242793775" sldId="434"/>
        </pc:sldMkLst>
        <pc:spChg chg="mod">
          <ac:chgData name="Murzio Luca" userId="62ead766-6eaf-4057-bb25-25909a8c13e9" providerId="ADAL" clId="{3FA68CEF-BA90-4830-B164-02BEB71A7E1D}" dt="2026-10-08T07:32:56.610" v="40694" actId="20577"/>
          <ac:spMkLst>
            <pc:docMk/>
            <pc:sldMk cId="3242793775" sldId="434"/>
            <ac:spMk id="2" creationId="{44D684B5-A05A-E1FF-7AC3-A93DBCB340D5}"/>
          </ac:spMkLst>
        </pc:spChg>
        <pc:spChg chg="add del ord">
          <ac:chgData name="Murzio Luca" userId="62ead766-6eaf-4057-bb25-25909a8c13e9" providerId="ADAL" clId="{3FA68CEF-BA90-4830-B164-02BEB71A7E1D}" dt="2026-09-29T10:28:45.622" v="30861" actId="26606"/>
          <ac:spMkLst>
            <pc:docMk/>
            <pc:sldMk cId="3242793775" sldId="434"/>
            <ac:spMk id="5" creationId="{C8E08DF9-363E-B086-418F-26B9CA5815D4}"/>
          </ac:spMkLst>
        </pc:spChg>
        <pc:spChg chg="add mod">
          <ac:chgData name="Murzio Luca" userId="62ead766-6eaf-4057-bb25-25909a8c13e9" providerId="ADAL" clId="{3FA68CEF-BA90-4830-B164-02BEB71A7E1D}" dt="2026-09-29T10:29:59.655" v="30874" actId="20577"/>
          <ac:spMkLst>
            <pc:docMk/>
            <pc:sldMk cId="3242793775" sldId="434"/>
            <ac:spMk id="13" creationId="{04BC9B66-568A-6168-291B-19580B852712}"/>
          </ac:spMkLst>
        </pc:spChg>
        <pc:picChg chg="add mod">
          <ac:chgData name="Murzio Luca" userId="62ead766-6eaf-4057-bb25-25909a8c13e9" providerId="ADAL" clId="{3FA68CEF-BA90-4830-B164-02BEB71A7E1D}" dt="2026-09-29T10:28:45.622" v="30861" actId="26606"/>
          <ac:picMkLst>
            <pc:docMk/>
            <pc:sldMk cId="3242793775" sldId="434"/>
            <ac:picMk id="8" creationId="{04A3982A-48F4-3380-85FC-EAB7330B11DF}"/>
          </ac:picMkLst>
        </pc:picChg>
      </pc:sldChg>
      <pc:sldChg chg="modSp add mod">
        <pc:chgData name="Murzio Luca" userId="62ead766-6eaf-4057-bb25-25909a8c13e9" providerId="ADAL" clId="{3FA68CEF-BA90-4830-B164-02BEB71A7E1D}" dt="2026-09-29T12:41:23.525" v="31549" actId="20577"/>
        <pc:sldMkLst>
          <pc:docMk/>
          <pc:sldMk cId="4140911288" sldId="443"/>
        </pc:sldMkLst>
        <pc:spChg chg="mod">
          <ac:chgData name="Murzio Luca" userId="62ead766-6eaf-4057-bb25-25909a8c13e9" providerId="ADAL" clId="{3FA68CEF-BA90-4830-B164-02BEB71A7E1D}" dt="2026-09-29T12:41:23.525" v="31549" actId="20577"/>
          <ac:spMkLst>
            <pc:docMk/>
            <pc:sldMk cId="4140911288" sldId="443"/>
            <ac:spMk id="4" creationId="{2AFAE5C1-DEE7-C6AF-A534-41BCC901EFAA}"/>
          </ac:spMkLst>
        </pc:spChg>
      </pc:sldChg>
      <pc:sldChg chg="addSp modSp add mod">
        <pc:chgData name="Murzio Luca" userId="62ead766-6eaf-4057-bb25-25909a8c13e9" providerId="ADAL" clId="{3FA68CEF-BA90-4830-B164-02BEB71A7E1D}" dt="2026-10-08T09:17:28.246" v="40696" actId="20577"/>
        <pc:sldMkLst>
          <pc:docMk/>
          <pc:sldMk cId="3837557353" sldId="444"/>
        </pc:sldMkLst>
        <pc:spChg chg="mod">
          <ac:chgData name="Murzio Luca" userId="62ead766-6eaf-4057-bb25-25909a8c13e9" providerId="ADAL" clId="{3FA68CEF-BA90-4830-B164-02BEB71A7E1D}" dt="2026-09-30T09:47:29.111" v="37831" actId="207"/>
          <ac:spMkLst>
            <pc:docMk/>
            <pc:sldMk cId="3837557353" sldId="444"/>
            <ac:spMk id="2" creationId="{25AF1D10-7A89-B13B-4692-207CD3E38649}"/>
          </ac:spMkLst>
        </pc:spChg>
        <pc:spChg chg="mod">
          <ac:chgData name="Murzio Luca" userId="62ead766-6eaf-4057-bb25-25909a8c13e9" providerId="ADAL" clId="{3FA68CEF-BA90-4830-B164-02BEB71A7E1D}" dt="2026-09-29T12:53:19.161" v="31597" actId="21"/>
          <ac:spMkLst>
            <pc:docMk/>
            <pc:sldMk cId="3837557353" sldId="444"/>
            <ac:spMk id="3" creationId="{3C09689C-3235-9DAA-2728-3B56760B7353}"/>
          </ac:spMkLst>
        </pc:spChg>
        <pc:spChg chg="mod">
          <ac:chgData name="Murzio Luca" userId="62ead766-6eaf-4057-bb25-25909a8c13e9" providerId="ADAL" clId="{3FA68CEF-BA90-4830-B164-02BEB71A7E1D}" dt="2026-09-29T12:58:12.154" v="31649" actId="14100"/>
          <ac:spMkLst>
            <pc:docMk/>
            <pc:sldMk cId="3837557353" sldId="444"/>
            <ac:spMk id="4" creationId="{37F06FAA-85FA-FE08-BBF7-A9F29BF5EFA2}"/>
          </ac:spMkLst>
        </pc:spChg>
        <pc:graphicFrameChg chg="add mod modGraphic">
          <ac:chgData name="Murzio Luca" userId="62ead766-6eaf-4057-bb25-25909a8c13e9" providerId="ADAL" clId="{3FA68CEF-BA90-4830-B164-02BEB71A7E1D}" dt="2026-10-08T09:17:28.246" v="40696" actId="20577"/>
          <ac:graphicFrameMkLst>
            <pc:docMk/>
            <pc:sldMk cId="3837557353" sldId="444"/>
            <ac:graphicFrameMk id="5" creationId="{CBFA52FF-761F-5A41-2505-4EBEFA867580}"/>
          </ac:graphicFrameMkLst>
        </pc:graphicFrameChg>
        <pc:picChg chg="mod">
          <ac:chgData name="Murzio Luca" userId="62ead766-6eaf-4057-bb25-25909a8c13e9" providerId="ADAL" clId="{3FA68CEF-BA90-4830-B164-02BEB71A7E1D}" dt="2026-09-29T12:52:12.434" v="31589" actId="1076"/>
          <ac:picMkLst>
            <pc:docMk/>
            <pc:sldMk cId="3837557353" sldId="444"/>
            <ac:picMk id="6" creationId="{15D814AC-CCDB-DB16-E9EA-00042BDBBB3B}"/>
          </ac:picMkLst>
        </pc:picChg>
        <pc:picChg chg="add mod">
          <ac:chgData name="Murzio Luca" userId="62ead766-6eaf-4057-bb25-25909a8c13e9" providerId="ADAL" clId="{3FA68CEF-BA90-4830-B164-02BEB71A7E1D}" dt="2026-09-29T13:01:33.548" v="31669" actId="1076"/>
          <ac:picMkLst>
            <pc:docMk/>
            <pc:sldMk cId="3837557353" sldId="444"/>
            <ac:picMk id="7" creationId="{F6BB5FCB-6AE6-6AE8-B568-6EE235AB65FF}"/>
          </ac:picMkLst>
        </pc:picChg>
      </pc:sldChg>
      <pc:sldChg chg="modSp add mod modNotesTx">
        <pc:chgData name="Murzio Luca" userId="62ead766-6eaf-4057-bb25-25909a8c13e9" providerId="ADAL" clId="{3FA68CEF-BA90-4830-B164-02BEB71A7E1D}" dt="2026-09-29T13:37:12.990" v="31836" actId="6549"/>
        <pc:sldMkLst>
          <pc:docMk/>
          <pc:sldMk cId="1968896307" sldId="445"/>
        </pc:sldMkLst>
        <pc:spChg chg="mod">
          <ac:chgData name="Murzio Luca" userId="62ead766-6eaf-4057-bb25-25909a8c13e9" providerId="ADAL" clId="{3FA68CEF-BA90-4830-B164-02BEB71A7E1D}" dt="2026-09-29T12:52:23.934" v="31594" actId="20577"/>
          <ac:spMkLst>
            <pc:docMk/>
            <pc:sldMk cId="1968896307" sldId="445"/>
            <ac:spMk id="2" creationId="{06409109-6F3F-5349-3E8D-01072397622D}"/>
          </ac:spMkLst>
        </pc:spChg>
        <pc:spChg chg="mod">
          <ac:chgData name="Murzio Luca" userId="62ead766-6eaf-4057-bb25-25909a8c13e9" providerId="ADAL" clId="{3FA68CEF-BA90-4830-B164-02BEB71A7E1D}" dt="2026-09-29T13:36:51.665" v="31834" actId="20577"/>
          <ac:spMkLst>
            <pc:docMk/>
            <pc:sldMk cId="1968896307" sldId="445"/>
            <ac:spMk id="3" creationId="{3CAFA93E-A834-AFCE-D275-7D6B16CA132D}"/>
          </ac:spMkLst>
        </pc:spChg>
        <pc:spChg chg="mod">
          <ac:chgData name="Murzio Luca" userId="62ead766-6eaf-4057-bb25-25909a8c13e9" providerId="ADAL" clId="{3FA68CEF-BA90-4830-B164-02BEB71A7E1D}" dt="2026-09-29T13:35:17.671" v="31750" actId="6549"/>
          <ac:spMkLst>
            <pc:docMk/>
            <pc:sldMk cId="1968896307" sldId="445"/>
            <ac:spMk id="4" creationId="{9AF3F157-3E03-5FB9-637F-33752A915364}"/>
          </ac:spMkLst>
        </pc:spChg>
      </pc:sldChg>
      <pc:sldChg chg="modSp add mod modNotesTx">
        <pc:chgData name="Murzio Luca" userId="62ead766-6eaf-4057-bb25-25909a8c13e9" providerId="ADAL" clId="{3FA68CEF-BA90-4830-B164-02BEB71A7E1D}" dt="2026-10-05T15:19:26.848" v="40643" actId="20577"/>
        <pc:sldMkLst>
          <pc:docMk/>
          <pc:sldMk cId="3163059171" sldId="446"/>
        </pc:sldMkLst>
        <pc:spChg chg="mod">
          <ac:chgData name="Murzio Luca" userId="62ead766-6eaf-4057-bb25-25909a8c13e9" providerId="ADAL" clId="{3FA68CEF-BA90-4830-B164-02BEB71A7E1D}" dt="2026-09-30T09:47:28.781" v="37830" actId="207"/>
          <ac:spMkLst>
            <pc:docMk/>
            <pc:sldMk cId="3163059171" sldId="446"/>
            <ac:spMk id="2" creationId="{D99B0278-3B34-1294-838C-D761B25ABB1C}"/>
          </ac:spMkLst>
        </pc:spChg>
        <pc:spChg chg="mod">
          <ac:chgData name="Murzio Luca" userId="62ead766-6eaf-4057-bb25-25909a8c13e9" providerId="ADAL" clId="{3FA68CEF-BA90-4830-B164-02BEB71A7E1D}" dt="2026-09-29T13:41:21.645" v="32243" actId="27636"/>
          <ac:spMkLst>
            <pc:docMk/>
            <pc:sldMk cId="3163059171" sldId="446"/>
            <ac:spMk id="3" creationId="{9109D272-8F80-BE74-3C2E-F84B18CE1A14}"/>
          </ac:spMkLst>
        </pc:spChg>
        <pc:spChg chg="mod">
          <ac:chgData name="Murzio Luca" userId="62ead766-6eaf-4057-bb25-25909a8c13e9" providerId="ADAL" clId="{3FA68CEF-BA90-4830-B164-02BEB71A7E1D}" dt="2026-09-29T13:42:18.135" v="32296" actId="14100"/>
          <ac:spMkLst>
            <pc:docMk/>
            <pc:sldMk cId="3163059171" sldId="446"/>
            <ac:spMk id="4" creationId="{B173D6BB-4EB2-FE08-7BA8-787596E11289}"/>
          </ac:spMkLst>
        </pc:spChg>
        <pc:picChg chg="mod">
          <ac:chgData name="Murzio Luca" userId="62ead766-6eaf-4057-bb25-25909a8c13e9" providerId="ADAL" clId="{3FA68CEF-BA90-4830-B164-02BEB71A7E1D}" dt="2026-09-29T13:42:23.102" v="32297" actId="1076"/>
          <ac:picMkLst>
            <pc:docMk/>
            <pc:sldMk cId="3163059171" sldId="446"/>
            <ac:picMk id="6" creationId="{4346A13F-FC90-0B7F-90C2-E1E6DA793ED3}"/>
          </ac:picMkLst>
        </pc:picChg>
      </pc:sldChg>
      <pc:sldChg chg="modSp add mod">
        <pc:chgData name="Murzio Luca" userId="62ead766-6eaf-4057-bb25-25909a8c13e9" providerId="ADAL" clId="{3FA68CEF-BA90-4830-B164-02BEB71A7E1D}" dt="2026-09-29T14:07:38.604" v="32850" actId="20577"/>
        <pc:sldMkLst>
          <pc:docMk/>
          <pc:sldMk cId="557180924" sldId="447"/>
        </pc:sldMkLst>
        <pc:spChg chg="mod">
          <ac:chgData name="Murzio Luca" userId="62ead766-6eaf-4057-bb25-25909a8c13e9" providerId="ADAL" clId="{3FA68CEF-BA90-4830-B164-02BEB71A7E1D}" dt="2026-09-29T14:07:38.604" v="32850" actId="20577"/>
          <ac:spMkLst>
            <pc:docMk/>
            <pc:sldMk cId="557180924" sldId="447"/>
            <ac:spMk id="4" creationId="{DBB63F9E-3BB6-8835-72AF-82F554DB570B}"/>
          </ac:spMkLst>
        </pc:spChg>
      </pc:sldChg>
      <pc:sldChg chg="addSp modSp add mod modNotesTx">
        <pc:chgData name="Murzio Luca" userId="62ead766-6eaf-4057-bb25-25909a8c13e9" providerId="ADAL" clId="{3FA68CEF-BA90-4830-B164-02BEB71A7E1D}" dt="2026-10-05T15:19:41.031" v="40654" actId="20577"/>
        <pc:sldMkLst>
          <pc:docMk/>
          <pc:sldMk cId="2740290168" sldId="448"/>
        </pc:sldMkLst>
        <pc:spChg chg="mod">
          <ac:chgData name="Murzio Luca" userId="62ead766-6eaf-4057-bb25-25909a8c13e9" providerId="ADAL" clId="{3FA68CEF-BA90-4830-B164-02BEB71A7E1D}" dt="2026-09-30T09:47:28.055" v="37827" actId="207"/>
          <ac:spMkLst>
            <pc:docMk/>
            <pc:sldMk cId="2740290168" sldId="448"/>
            <ac:spMk id="2" creationId="{F7069520-5031-8621-C48F-557B4B12BBBA}"/>
          </ac:spMkLst>
        </pc:spChg>
        <pc:spChg chg="mod">
          <ac:chgData name="Murzio Luca" userId="62ead766-6eaf-4057-bb25-25909a8c13e9" providerId="ADAL" clId="{3FA68CEF-BA90-4830-B164-02BEB71A7E1D}" dt="2026-09-29T14:14:22.572" v="33403" actId="6549"/>
          <ac:spMkLst>
            <pc:docMk/>
            <pc:sldMk cId="2740290168" sldId="448"/>
            <ac:spMk id="3" creationId="{3A37BF08-6175-ADCB-1B5B-CA4EE43D324C}"/>
          </ac:spMkLst>
        </pc:spChg>
        <pc:spChg chg="mod">
          <ac:chgData name="Murzio Luca" userId="62ead766-6eaf-4057-bb25-25909a8c13e9" providerId="ADAL" clId="{3FA68CEF-BA90-4830-B164-02BEB71A7E1D}" dt="2026-09-29T14:43:24.098" v="33725" actId="20577"/>
          <ac:spMkLst>
            <pc:docMk/>
            <pc:sldMk cId="2740290168" sldId="448"/>
            <ac:spMk id="4" creationId="{2D44AFCD-7CD3-5AAB-6748-123940860DF7}"/>
          </ac:spMkLst>
        </pc:spChg>
        <pc:spChg chg="add mod">
          <ac:chgData name="Murzio Luca" userId="62ead766-6eaf-4057-bb25-25909a8c13e9" providerId="ADAL" clId="{3FA68CEF-BA90-4830-B164-02BEB71A7E1D}" dt="2026-09-29T14:48:19.568" v="33902" actId="1076"/>
          <ac:spMkLst>
            <pc:docMk/>
            <pc:sldMk cId="2740290168" sldId="448"/>
            <ac:spMk id="5" creationId="{1C873417-5A5A-09B1-2DE0-C755CB589793}"/>
          </ac:spMkLst>
        </pc:spChg>
        <pc:picChg chg="add mod">
          <ac:chgData name="Murzio Luca" userId="62ead766-6eaf-4057-bb25-25909a8c13e9" providerId="ADAL" clId="{3FA68CEF-BA90-4830-B164-02BEB71A7E1D}" dt="2026-09-30T09:47:26.997" v="37824" actId="207"/>
          <ac:picMkLst>
            <pc:docMk/>
            <pc:sldMk cId="2740290168" sldId="448"/>
            <ac:picMk id="7" creationId="{CD68A9E3-2ED9-251F-39C7-5CD7D31FF565}"/>
          </ac:picMkLst>
        </pc:picChg>
      </pc:sldChg>
      <pc:sldChg chg="addSp delSp modSp add mod modNotesTx">
        <pc:chgData name="Murzio Luca" userId="62ead766-6eaf-4057-bb25-25909a8c13e9" providerId="ADAL" clId="{3FA68CEF-BA90-4830-B164-02BEB71A7E1D}" dt="2026-10-08T12:43:13.927" v="40697" actId="20577"/>
        <pc:sldMkLst>
          <pc:docMk/>
          <pc:sldMk cId="1686397777" sldId="449"/>
        </pc:sldMkLst>
        <pc:spChg chg="mod">
          <ac:chgData name="Murzio Luca" userId="62ead766-6eaf-4057-bb25-25909a8c13e9" providerId="ADAL" clId="{3FA68CEF-BA90-4830-B164-02BEB71A7E1D}" dt="2026-09-30T09:47:27.818" v="37826" actId="207"/>
          <ac:spMkLst>
            <pc:docMk/>
            <pc:sldMk cId="1686397777" sldId="449"/>
            <ac:spMk id="2" creationId="{38A5C37B-E34A-D636-E313-F48C528C94D0}"/>
          </ac:spMkLst>
        </pc:spChg>
        <pc:spChg chg="mod">
          <ac:chgData name="Murzio Luca" userId="62ead766-6eaf-4057-bb25-25909a8c13e9" providerId="ADAL" clId="{3FA68CEF-BA90-4830-B164-02BEB71A7E1D}" dt="2026-10-08T12:43:13.927" v="40697" actId="20577"/>
          <ac:spMkLst>
            <pc:docMk/>
            <pc:sldMk cId="1686397777" sldId="449"/>
            <ac:spMk id="3" creationId="{E958FFF0-F411-13A3-1544-40339A22C065}"/>
          </ac:spMkLst>
        </pc:spChg>
        <pc:spChg chg="mod">
          <ac:chgData name="Murzio Luca" userId="62ead766-6eaf-4057-bb25-25909a8c13e9" providerId="ADAL" clId="{3FA68CEF-BA90-4830-B164-02BEB71A7E1D}" dt="2026-09-29T14:48:09.273" v="33901" actId="1076"/>
          <ac:spMkLst>
            <pc:docMk/>
            <pc:sldMk cId="1686397777" sldId="449"/>
            <ac:spMk id="4" creationId="{EBF76DC2-B33E-C9AE-BB63-3DE8607C67AE}"/>
          </ac:spMkLst>
        </pc:spChg>
        <pc:spChg chg="add mod">
          <ac:chgData name="Murzio Luca" userId="62ead766-6eaf-4057-bb25-25909a8c13e9" providerId="ADAL" clId="{3FA68CEF-BA90-4830-B164-02BEB71A7E1D}" dt="2026-09-29T14:48:44.808" v="33963" actId="14100"/>
          <ac:spMkLst>
            <pc:docMk/>
            <pc:sldMk cId="1686397777" sldId="449"/>
            <ac:spMk id="12" creationId="{EE7BFE74-C055-4467-1E00-35E051331584}"/>
          </ac:spMkLst>
        </pc:spChg>
        <pc:picChg chg="mod">
          <ac:chgData name="Murzio Luca" userId="62ead766-6eaf-4057-bb25-25909a8c13e9" providerId="ADAL" clId="{3FA68CEF-BA90-4830-B164-02BEB71A7E1D}" dt="2026-09-29T14:48:09.273" v="33901" actId="1076"/>
          <ac:picMkLst>
            <pc:docMk/>
            <pc:sldMk cId="1686397777" sldId="449"/>
            <ac:picMk id="6" creationId="{F1D85EAC-844C-E7BD-A179-44001CB83AA3}"/>
          </ac:picMkLst>
        </pc:picChg>
        <pc:picChg chg="add mod">
          <ac:chgData name="Murzio Luca" userId="62ead766-6eaf-4057-bb25-25909a8c13e9" providerId="ADAL" clId="{3FA68CEF-BA90-4830-B164-02BEB71A7E1D}" dt="2026-09-30T09:47:27.202" v="37825" actId="207"/>
          <ac:picMkLst>
            <pc:docMk/>
            <pc:sldMk cId="1686397777" sldId="449"/>
            <ac:picMk id="13" creationId="{3AB7A0ED-1D4E-4B1E-7954-C77962A088EF}"/>
          </ac:picMkLst>
        </pc:picChg>
      </pc:sldChg>
      <pc:sldChg chg="modSp add mod">
        <pc:chgData name="Murzio Luca" userId="62ead766-6eaf-4057-bb25-25909a8c13e9" providerId="ADAL" clId="{3FA68CEF-BA90-4830-B164-02BEB71A7E1D}" dt="2026-09-29T14:47:34.247" v="33895" actId="20577"/>
        <pc:sldMkLst>
          <pc:docMk/>
          <pc:sldMk cId="3784282932" sldId="450"/>
        </pc:sldMkLst>
        <pc:spChg chg="mod">
          <ac:chgData name="Murzio Luca" userId="62ead766-6eaf-4057-bb25-25909a8c13e9" providerId="ADAL" clId="{3FA68CEF-BA90-4830-B164-02BEB71A7E1D}" dt="2026-09-29T14:47:34.247" v="33895" actId="20577"/>
          <ac:spMkLst>
            <pc:docMk/>
            <pc:sldMk cId="3784282932" sldId="450"/>
            <ac:spMk id="4" creationId="{7CB2EBD9-F5C8-E13A-5A24-E5050D488541}"/>
          </ac:spMkLst>
        </pc:spChg>
      </pc:sldChg>
      <pc:sldChg chg="addSp delSp modSp add mod modNotes modNotesTx">
        <pc:chgData name="Murzio Luca" userId="62ead766-6eaf-4057-bb25-25909a8c13e9" providerId="ADAL" clId="{3FA68CEF-BA90-4830-B164-02BEB71A7E1D}" dt="2026-09-30T09:48:07.517" v="37839" actId="207"/>
        <pc:sldMkLst>
          <pc:docMk/>
          <pc:sldMk cId="3194280836" sldId="451"/>
        </pc:sldMkLst>
        <pc:spChg chg="mod">
          <ac:chgData name="Murzio Luca" userId="62ead766-6eaf-4057-bb25-25909a8c13e9" providerId="ADAL" clId="{3FA68CEF-BA90-4830-B164-02BEB71A7E1D}" dt="2026-09-30T09:48:07.517" v="37839" actId="207"/>
          <ac:spMkLst>
            <pc:docMk/>
            <pc:sldMk cId="3194280836" sldId="451"/>
            <ac:spMk id="3" creationId="{2386D6AF-7262-EFC0-CE65-7CB48D0039CD}"/>
          </ac:spMkLst>
        </pc:spChg>
        <pc:graphicFrameChg chg="add mod modGraphic">
          <ac:chgData name="Murzio Luca" userId="62ead766-6eaf-4057-bb25-25909a8c13e9" providerId="ADAL" clId="{3FA68CEF-BA90-4830-B164-02BEB71A7E1D}" dt="2026-09-30T09:46:59.614" v="37823" actId="208"/>
          <ac:graphicFrameMkLst>
            <pc:docMk/>
            <pc:sldMk cId="3194280836" sldId="451"/>
            <ac:graphicFrameMk id="10" creationId="{CD230C26-083D-901B-3559-6247D9B68386}"/>
          </ac:graphicFrameMkLst>
        </pc:graphicFrameChg>
      </pc:sldChg>
      <pc:sldChg chg="addSp delSp modSp add mod modNotes modNotesTx">
        <pc:chgData name="Murzio Luca" userId="62ead766-6eaf-4057-bb25-25909a8c13e9" providerId="ADAL" clId="{3FA68CEF-BA90-4830-B164-02BEB71A7E1D}" dt="2026-10-05T15:19:56.231" v="40669" actId="20577"/>
        <pc:sldMkLst>
          <pc:docMk/>
          <pc:sldMk cId="1090081531" sldId="452"/>
        </pc:sldMkLst>
        <pc:spChg chg="mod">
          <ac:chgData name="Murzio Luca" userId="62ead766-6eaf-4057-bb25-25909a8c13e9" providerId="ADAL" clId="{3FA68CEF-BA90-4830-B164-02BEB71A7E1D}" dt="2026-09-30T09:48:00.110" v="37838" actId="207"/>
          <ac:spMkLst>
            <pc:docMk/>
            <pc:sldMk cId="1090081531" sldId="452"/>
            <ac:spMk id="3" creationId="{CCFA8C6B-61E8-7542-3B5E-B3286E839E76}"/>
          </ac:spMkLst>
        </pc:spChg>
        <pc:spChg chg="add mod">
          <ac:chgData name="Murzio Luca" userId="62ead766-6eaf-4057-bb25-25909a8c13e9" providerId="ADAL" clId="{3FA68CEF-BA90-4830-B164-02BEB71A7E1D}" dt="2026-09-30T09:03:30.928" v="35902" actId="20577"/>
          <ac:spMkLst>
            <pc:docMk/>
            <pc:sldMk cId="1090081531" sldId="452"/>
            <ac:spMk id="7" creationId="{7E855BB7-9CD0-486E-E7CC-6282638F34E7}"/>
          </ac:spMkLst>
        </pc:spChg>
        <pc:graphicFrameChg chg="add mod modGraphic">
          <ac:chgData name="Murzio Luca" userId="62ead766-6eaf-4057-bb25-25909a8c13e9" providerId="ADAL" clId="{3FA68CEF-BA90-4830-B164-02BEB71A7E1D}" dt="2026-09-30T09:04:57.971" v="35910" actId="20577"/>
          <ac:graphicFrameMkLst>
            <pc:docMk/>
            <pc:sldMk cId="1090081531" sldId="452"/>
            <ac:graphicFrameMk id="5" creationId="{C21B9D16-EBA6-4D52-9EF4-80ED76B35E7A}"/>
          </ac:graphicFrameMkLst>
        </pc:graphicFrameChg>
        <pc:graphicFrameChg chg="add mod modGraphic">
          <ac:chgData name="Murzio Luca" userId="62ead766-6eaf-4057-bb25-25909a8c13e9" providerId="ADAL" clId="{3FA68CEF-BA90-4830-B164-02BEB71A7E1D}" dt="2026-09-30T07:22:34.179" v="35245" actId="403"/>
          <ac:graphicFrameMkLst>
            <pc:docMk/>
            <pc:sldMk cId="1090081531" sldId="452"/>
            <ac:graphicFrameMk id="6" creationId="{2B2A05B5-5803-09FA-C824-860B43B7A215}"/>
          </ac:graphicFrameMkLst>
        </pc:graphicFrameChg>
        <pc:picChg chg="add mod">
          <ac:chgData name="Murzio Luca" userId="62ead766-6eaf-4057-bb25-25909a8c13e9" providerId="ADAL" clId="{3FA68CEF-BA90-4830-B164-02BEB71A7E1D}" dt="2026-09-30T07:20:38.462" v="35196" actId="14100"/>
          <ac:picMkLst>
            <pc:docMk/>
            <pc:sldMk cId="1090081531" sldId="452"/>
            <ac:picMk id="8" creationId="{3555507C-5F03-BD4A-942D-167A755801B4}"/>
          </ac:picMkLst>
        </pc:picChg>
      </pc:sldChg>
      <pc:sldChg chg="delSp modSp add mod modNotesTx">
        <pc:chgData name="Murzio Luca" userId="62ead766-6eaf-4057-bb25-25909a8c13e9" providerId="ADAL" clId="{3FA68CEF-BA90-4830-B164-02BEB71A7E1D}" dt="2026-10-08T14:40:43.559" v="40735" actId="478"/>
        <pc:sldMkLst>
          <pc:docMk/>
          <pc:sldMk cId="2649645479" sldId="453"/>
        </pc:sldMkLst>
        <pc:spChg chg="mod">
          <ac:chgData name="Murzio Luca" userId="62ead766-6eaf-4057-bb25-25909a8c13e9" providerId="ADAL" clId="{3FA68CEF-BA90-4830-B164-02BEB71A7E1D}" dt="2026-09-30T09:47:55.264" v="37837" actId="207"/>
          <ac:spMkLst>
            <pc:docMk/>
            <pc:sldMk cId="2649645479" sldId="453"/>
            <ac:spMk id="3" creationId="{95EC4F63-E651-E232-2B30-FDA4674F9113}"/>
          </ac:spMkLst>
        </pc:spChg>
        <pc:graphicFrameChg chg="mod modGraphic">
          <ac:chgData name="Murzio Luca" userId="62ead766-6eaf-4057-bb25-25909a8c13e9" providerId="ADAL" clId="{3FA68CEF-BA90-4830-B164-02BEB71A7E1D}" dt="2026-09-30T10:20:48.083" v="38614" actId="18653"/>
          <ac:graphicFrameMkLst>
            <pc:docMk/>
            <pc:sldMk cId="2649645479" sldId="453"/>
            <ac:graphicFrameMk id="10" creationId="{0110CB87-89FA-BB2E-FFCD-63D21A664243}"/>
          </ac:graphicFrameMkLst>
        </pc:graphicFrameChg>
        <pc:picChg chg="del">
          <ac:chgData name="Murzio Luca" userId="62ead766-6eaf-4057-bb25-25909a8c13e9" providerId="ADAL" clId="{3FA68CEF-BA90-4830-B164-02BEB71A7E1D}" dt="2026-10-08T14:40:43.559" v="40735" actId="478"/>
          <ac:picMkLst>
            <pc:docMk/>
            <pc:sldMk cId="2649645479" sldId="453"/>
            <ac:picMk id="4" creationId="{34E678B9-6FAF-04CF-C870-26FD49B31940}"/>
          </ac:picMkLst>
        </pc:picChg>
      </pc:sldChg>
      <pc:sldChg chg="modSp add mod modNotes modNotesTx">
        <pc:chgData name="Murzio Luca" userId="62ead766-6eaf-4057-bb25-25909a8c13e9" providerId="ADAL" clId="{3FA68CEF-BA90-4830-B164-02BEB71A7E1D}" dt="2026-10-08T14:50:09.778" v="40737" actId="20577"/>
        <pc:sldMkLst>
          <pc:docMk/>
          <pc:sldMk cId="3901028273" sldId="454"/>
        </pc:sldMkLst>
        <pc:spChg chg="mod">
          <ac:chgData name="Murzio Luca" userId="62ead766-6eaf-4057-bb25-25909a8c13e9" providerId="ADAL" clId="{3FA68CEF-BA90-4830-B164-02BEB71A7E1D}" dt="2026-09-30T10:22:11.134" v="38629" actId="20577"/>
          <ac:spMkLst>
            <pc:docMk/>
            <pc:sldMk cId="3901028273" sldId="454"/>
            <ac:spMk id="2" creationId="{BA85FD87-9028-03F3-CB69-15DCF8E91410}"/>
          </ac:spMkLst>
        </pc:spChg>
        <pc:spChg chg="mod">
          <ac:chgData name="Murzio Luca" userId="62ead766-6eaf-4057-bb25-25909a8c13e9" providerId="ADAL" clId="{3FA68CEF-BA90-4830-B164-02BEB71A7E1D}" dt="2026-09-30T12:06:27.969" v="39047" actId="27636"/>
          <ac:spMkLst>
            <pc:docMk/>
            <pc:sldMk cId="3901028273" sldId="454"/>
            <ac:spMk id="4" creationId="{103D7AC6-143F-AADE-1A2E-D5576466374D}"/>
          </ac:spMkLst>
        </pc:spChg>
      </pc:sldChg>
      <pc:sldChg chg="addSp delSp modSp add mod modNotesTx">
        <pc:chgData name="Murzio Luca" userId="62ead766-6eaf-4057-bb25-25909a8c13e9" providerId="ADAL" clId="{3FA68CEF-BA90-4830-B164-02BEB71A7E1D}" dt="2026-09-30T12:51:58.709" v="39640" actId="20577"/>
        <pc:sldMkLst>
          <pc:docMk/>
          <pc:sldMk cId="3086479737" sldId="455"/>
        </pc:sldMkLst>
        <pc:spChg chg="mod">
          <ac:chgData name="Murzio Luca" userId="62ead766-6eaf-4057-bb25-25909a8c13e9" providerId="ADAL" clId="{3FA68CEF-BA90-4830-B164-02BEB71A7E1D}" dt="2026-09-30T12:34:51.078" v="39250" actId="20577"/>
          <ac:spMkLst>
            <pc:docMk/>
            <pc:sldMk cId="3086479737" sldId="455"/>
            <ac:spMk id="2" creationId="{88E9076E-C233-A3A2-C6C4-4955081E3152}"/>
          </ac:spMkLst>
        </pc:spChg>
        <pc:spChg chg="mod">
          <ac:chgData name="Murzio Luca" userId="62ead766-6eaf-4057-bb25-25909a8c13e9" providerId="ADAL" clId="{3FA68CEF-BA90-4830-B164-02BEB71A7E1D}" dt="2026-09-30T12:43:50.590" v="39345" actId="20577"/>
          <ac:spMkLst>
            <pc:docMk/>
            <pc:sldMk cId="3086479737" sldId="455"/>
            <ac:spMk id="7" creationId="{C4454593-FC36-FCED-7804-DA31979AFF6B}"/>
          </ac:spMkLst>
        </pc:spChg>
        <pc:spChg chg="mod">
          <ac:chgData name="Murzio Luca" userId="62ead766-6eaf-4057-bb25-25909a8c13e9" providerId="ADAL" clId="{3FA68CEF-BA90-4830-B164-02BEB71A7E1D}" dt="2026-09-30T12:44:08.965" v="39373" actId="20577"/>
          <ac:spMkLst>
            <pc:docMk/>
            <pc:sldMk cId="3086479737" sldId="455"/>
            <ac:spMk id="8" creationId="{F89FE3DB-2BCA-C20C-6E2D-FE9A12659768}"/>
          </ac:spMkLst>
        </pc:spChg>
        <pc:spChg chg="add mod">
          <ac:chgData name="Murzio Luca" userId="62ead766-6eaf-4057-bb25-25909a8c13e9" providerId="ADAL" clId="{3FA68CEF-BA90-4830-B164-02BEB71A7E1D}" dt="2026-09-30T12:51:28.449" v="39605" actId="1035"/>
          <ac:spMkLst>
            <pc:docMk/>
            <pc:sldMk cId="3086479737" sldId="455"/>
            <ac:spMk id="11" creationId="{A30E004C-D0E9-0137-28CB-A52527572EDE}"/>
          </ac:spMkLst>
        </pc:spChg>
        <pc:spChg chg="add mod">
          <ac:chgData name="Murzio Luca" userId="62ead766-6eaf-4057-bb25-25909a8c13e9" providerId="ADAL" clId="{3FA68CEF-BA90-4830-B164-02BEB71A7E1D}" dt="2026-09-30T12:51:28.449" v="39605" actId="1035"/>
          <ac:spMkLst>
            <pc:docMk/>
            <pc:sldMk cId="3086479737" sldId="455"/>
            <ac:spMk id="12" creationId="{CA267DEB-4163-3917-1040-318CC55FD66E}"/>
          </ac:spMkLst>
        </pc:spChg>
        <pc:spChg chg="mod">
          <ac:chgData name="Murzio Luca" userId="62ead766-6eaf-4057-bb25-25909a8c13e9" providerId="ADAL" clId="{3FA68CEF-BA90-4830-B164-02BEB71A7E1D}" dt="2026-09-30T12:35:39.468" v="39330"/>
          <ac:spMkLst>
            <pc:docMk/>
            <pc:sldMk cId="3086479737" sldId="455"/>
            <ac:spMk id="15" creationId="{E0115CD9-AE66-31DB-8FAA-EBD8858E0C29}"/>
          </ac:spMkLst>
        </pc:spChg>
        <pc:spChg chg="mod">
          <ac:chgData name="Murzio Luca" userId="62ead766-6eaf-4057-bb25-25909a8c13e9" providerId="ADAL" clId="{3FA68CEF-BA90-4830-B164-02BEB71A7E1D}" dt="2026-09-30T12:44:29.731" v="39377"/>
          <ac:spMkLst>
            <pc:docMk/>
            <pc:sldMk cId="3086479737" sldId="455"/>
            <ac:spMk id="16" creationId="{F5F2BFA5-26A9-9816-C72F-7F203CFF1559}"/>
          </ac:spMkLst>
        </pc:spChg>
        <pc:spChg chg="mod">
          <ac:chgData name="Murzio Luca" userId="62ead766-6eaf-4057-bb25-25909a8c13e9" providerId="ADAL" clId="{3FA68CEF-BA90-4830-B164-02BEB71A7E1D}" dt="2026-09-30T12:49:32.790" v="39442" actId="20577"/>
          <ac:spMkLst>
            <pc:docMk/>
            <pc:sldMk cId="3086479737" sldId="455"/>
            <ac:spMk id="19" creationId="{B9050C49-83D1-9DFC-4F59-13132BE608F5}"/>
          </ac:spMkLst>
        </pc:spChg>
        <pc:spChg chg="mod">
          <ac:chgData name="Murzio Luca" userId="62ead766-6eaf-4057-bb25-25909a8c13e9" providerId="ADAL" clId="{3FA68CEF-BA90-4830-B164-02BEB71A7E1D}" dt="2026-09-30T12:49:43.571" v="39443"/>
          <ac:spMkLst>
            <pc:docMk/>
            <pc:sldMk cId="3086479737" sldId="455"/>
            <ac:spMk id="20" creationId="{1304409F-8AD0-F280-3ED7-17752719DDA8}"/>
          </ac:spMkLst>
        </pc:spChg>
        <pc:spChg chg="mod">
          <ac:chgData name="Murzio Luca" userId="62ead766-6eaf-4057-bb25-25909a8c13e9" providerId="ADAL" clId="{3FA68CEF-BA90-4830-B164-02BEB71A7E1D}" dt="2026-09-30T12:51:28.449" v="39605" actId="1035"/>
          <ac:spMkLst>
            <pc:docMk/>
            <pc:sldMk cId="3086479737" sldId="455"/>
            <ac:spMk id="21" creationId="{F84330DC-BB6F-D731-681F-3029BB83A70E}"/>
          </ac:spMkLst>
        </pc:spChg>
        <pc:spChg chg="add del mod">
          <ac:chgData name="Murzio Luca" userId="62ead766-6eaf-4057-bb25-25909a8c13e9" providerId="ADAL" clId="{3FA68CEF-BA90-4830-B164-02BEB71A7E1D}" dt="2026-09-30T12:51:28.449" v="39605" actId="1035"/>
          <ac:spMkLst>
            <pc:docMk/>
            <pc:sldMk cId="3086479737" sldId="455"/>
            <ac:spMk id="23" creationId="{950D9F19-01C9-BFDC-9246-CBA1A69F9F38}"/>
          </ac:spMkLst>
        </pc:spChg>
        <pc:spChg chg="mod">
          <ac:chgData name="Murzio Luca" userId="62ead766-6eaf-4057-bb25-25909a8c13e9" providerId="ADAL" clId="{3FA68CEF-BA90-4830-B164-02BEB71A7E1D}" dt="2026-09-30T12:51:28.449" v="39605" actId="1035"/>
          <ac:spMkLst>
            <pc:docMk/>
            <pc:sldMk cId="3086479737" sldId="455"/>
            <ac:spMk id="24" creationId="{5CD3F713-CC9D-EF78-5E63-35D61492A8E3}"/>
          </ac:spMkLst>
        </pc:spChg>
        <pc:spChg chg="add del">
          <ac:chgData name="Murzio Luca" userId="62ead766-6eaf-4057-bb25-25909a8c13e9" providerId="ADAL" clId="{3FA68CEF-BA90-4830-B164-02BEB71A7E1D}" dt="2026-09-30T12:50:30.663" v="39492" actId="21"/>
          <ac:spMkLst>
            <pc:docMk/>
            <pc:sldMk cId="3086479737" sldId="455"/>
            <ac:spMk id="25" creationId="{18FF8D25-63D7-7061-FA7B-E70B819330FF}"/>
          </ac:spMkLst>
        </pc:spChg>
        <pc:spChg chg="mod">
          <ac:chgData name="Murzio Luca" userId="62ead766-6eaf-4057-bb25-25909a8c13e9" providerId="ADAL" clId="{3FA68CEF-BA90-4830-B164-02BEB71A7E1D}" dt="2026-09-30T12:50:13.197" v="39486" actId="20577"/>
          <ac:spMkLst>
            <pc:docMk/>
            <pc:sldMk cId="3086479737" sldId="455"/>
            <ac:spMk id="27" creationId="{68FEA27F-5B27-60C6-E529-94F676CAF243}"/>
          </ac:spMkLst>
        </pc:spChg>
        <pc:spChg chg="add del mod">
          <ac:chgData name="Murzio Luca" userId="62ead766-6eaf-4057-bb25-25909a8c13e9" providerId="ADAL" clId="{3FA68CEF-BA90-4830-B164-02BEB71A7E1D}" dt="2026-09-30T12:50:30.663" v="39492" actId="21"/>
          <ac:spMkLst>
            <pc:docMk/>
            <pc:sldMk cId="3086479737" sldId="455"/>
            <ac:spMk id="28" creationId="{3E5D27F4-A87C-14A2-262D-C160D60FDC06}"/>
          </ac:spMkLst>
        </pc:spChg>
        <pc:spChg chg="add mod">
          <ac:chgData name="Murzio Luca" userId="62ead766-6eaf-4057-bb25-25909a8c13e9" providerId="ADAL" clId="{3FA68CEF-BA90-4830-B164-02BEB71A7E1D}" dt="2026-09-30T12:51:28.449" v="39605" actId="1035"/>
          <ac:spMkLst>
            <pc:docMk/>
            <pc:sldMk cId="3086479737" sldId="455"/>
            <ac:spMk id="29" creationId="{212EA8B5-A9D5-673D-1C2A-E0371492ED63}"/>
          </ac:spMkLst>
        </pc:spChg>
        <pc:picChg chg="add mod">
          <ac:chgData name="Murzio Luca" userId="62ead766-6eaf-4057-bb25-25909a8c13e9" providerId="ADAL" clId="{3FA68CEF-BA90-4830-B164-02BEB71A7E1D}" dt="2026-09-30T12:44:21.865" v="39376" actId="1076"/>
          <ac:picMkLst>
            <pc:docMk/>
            <pc:sldMk cId="3086479737" sldId="455"/>
            <ac:picMk id="3" creationId="{00616235-C98E-78EF-B7ED-D74B24184D78}"/>
          </ac:picMkLst>
        </pc:picChg>
        <pc:picChg chg="mod">
          <ac:chgData name="Murzio Luca" userId="62ead766-6eaf-4057-bb25-25909a8c13e9" providerId="ADAL" clId="{3FA68CEF-BA90-4830-B164-02BEB71A7E1D}" dt="2026-09-30T12:43:40.952" v="39332" actId="207"/>
          <ac:picMkLst>
            <pc:docMk/>
            <pc:sldMk cId="3086479737" sldId="455"/>
            <ac:picMk id="6" creationId="{443CDC09-ED48-6989-591C-EBD21E9278D6}"/>
          </ac:picMkLst>
        </pc:picChg>
        <pc:picChg chg="add mod">
          <ac:chgData name="Murzio Luca" userId="62ead766-6eaf-4057-bb25-25909a8c13e9" providerId="ADAL" clId="{3FA68CEF-BA90-4830-B164-02BEB71A7E1D}" dt="2026-09-30T12:49:53.693" v="39446" actId="1076"/>
          <ac:picMkLst>
            <pc:docMk/>
            <pc:sldMk cId="3086479737" sldId="455"/>
            <ac:picMk id="9" creationId="{54B896DE-027A-7F9C-EA6D-046B0EC6808C}"/>
          </ac:picMkLst>
        </pc:picChg>
        <pc:picChg chg="add del mod">
          <ac:chgData name="Murzio Luca" userId="62ead766-6eaf-4057-bb25-25909a8c13e9" providerId="ADAL" clId="{3FA68CEF-BA90-4830-B164-02BEB71A7E1D}" dt="2026-09-30T12:50:30.663" v="39492" actId="21"/>
          <ac:picMkLst>
            <pc:docMk/>
            <pc:sldMk cId="3086479737" sldId="455"/>
            <ac:picMk id="10" creationId="{5D9B01B1-D780-2802-DEE4-CACFE2CF0ACA}"/>
          </ac:picMkLst>
        </pc:picChg>
        <pc:picChg chg="mod">
          <ac:chgData name="Murzio Luca" userId="62ead766-6eaf-4057-bb25-25909a8c13e9" providerId="ADAL" clId="{3FA68CEF-BA90-4830-B164-02BEB71A7E1D}" dt="2026-09-30T12:51:28.449" v="39605" actId="1035"/>
          <ac:picMkLst>
            <pc:docMk/>
            <pc:sldMk cId="3086479737" sldId="455"/>
            <ac:picMk id="22" creationId="{FAB7F6C9-0C3F-3B81-2812-491170153890}"/>
          </ac:picMkLst>
        </pc:picChg>
        <pc:picChg chg="add mod">
          <ac:chgData name="Murzio Luca" userId="62ead766-6eaf-4057-bb25-25909a8c13e9" providerId="ADAL" clId="{3FA68CEF-BA90-4830-B164-02BEB71A7E1D}" dt="2026-09-30T12:51:28.449" v="39605" actId="1035"/>
          <ac:picMkLst>
            <pc:docMk/>
            <pc:sldMk cId="3086479737" sldId="455"/>
            <ac:picMk id="30" creationId="{FC209729-4EA7-8AA8-35B6-6B376FEC6A79}"/>
          </ac:picMkLst>
        </pc:picChg>
      </pc:sldChg>
      <pc:sldChg chg="addSp modSp add mod modNotesTx">
        <pc:chgData name="Murzio Luca" userId="62ead766-6eaf-4057-bb25-25909a8c13e9" providerId="ADAL" clId="{3FA68CEF-BA90-4830-B164-02BEB71A7E1D}" dt="2026-09-30T12:58:00.601" v="39921"/>
        <pc:sldMkLst>
          <pc:docMk/>
          <pc:sldMk cId="873557488" sldId="456"/>
        </pc:sldMkLst>
        <pc:spChg chg="mod">
          <ac:chgData name="Murzio Luca" userId="62ead766-6eaf-4057-bb25-25909a8c13e9" providerId="ADAL" clId="{3FA68CEF-BA90-4830-B164-02BEB71A7E1D}" dt="2026-09-30T12:52:27.263" v="39668" actId="20577"/>
          <ac:spMkLst>
            <pc:docMk/>
            <pc:sldMk cId="873557488" sldId="456"/>
            <ac:spMk id="4" creationId="{1CBD7E99-DE0B-EA35-8511-7C753679267F}"/>
          </ac:spMkLst>
        </pc:spChg>
      </pc:sldChg>
      <pc:sldChg chg="addSp delSp modSp new del mod">
        <pc:chgData name="Murzio Luca" userId="62ead766-6eaf-4057-bb25-25909a8c13e9" providerId="ADAL" clId="{3FA68CEF-BA90-4830-B164-02BEB71A7E1D}" dt="2026-10-08T14:57:24.246" v="40738" actId="47"/>
        <pc:sldMkLst>
          <pc:docMk/>
          <pc:sldMk cId="2326863756" sldId="457"/>
        </pc:sldMkLst>
      </pc:sldChg>
      <pc:sldChg chg="modSp add mod ord modNotesTx">
        <pc:chgData name="Murzio Luca" userId="62ead766-6eaf-4057-bb25-25909a8c13e9" providerId="ADAL" clId="{3FA68CEF-BA90-4830-B164-02BEB71A7E1D}" dt="2026-09-30T14:10:22.699" v="40429"/>
        <pc:sldMkLst>
          <pc:docMk/>
          <pc:sldMk cId="3276767838" sldId="458"/>
        </pc:sldMkLst>
        <pc:spChg chg="mod">
          <ac:chgData name="Murzio Luca" userId="62ead766-6eaf-4057-bb25-25909a8c13e9" providerId="ADAL" clId="{3FA68CEF-BA90-4830-B164-02BEB71A7E1D}" dt="2026-09-30T12:59:22.803" v="39958" actId="20577"/>
          <ac:spMkLst>
            <pc:docMk/>
            <pc:sldMk cId="3276767838" sldId="458"/>
            <ac:spMk id="4" creationId="{C5B8786F-65F6-B080-E402-0ED9D25673D4}"/>
          </ac:spMkLst>
        </pc:spChg>
      </pc:sldChg>
      <pc:sldChg chg="addSp modSp add mod">
        <pc:chgData name="Murzio Luca" userId="62ead766-6eaf-4057-bb25-25909a8c13e9" providerId="ADAL" clId="{3FA68CEF-BA90-4830-B164-02BEB71A7E1D}" dt="2026-10-08T15:00:40.462" v="40739" actId="18653"/>
        <pc:sldMkLst>
          <pc:docMk/>
          <pc:sldMk cId="2530564931" sldId="459"/>
        </pc:sldMkLst>
        <pc:spChg chg="mod">
          <ac:chgData name="Murzio Luca" userId="62ead766-6eaf-4057-bb25-25909a8c13e9" providerId="ADAL" clId="{3FA68CEF-BA90-4830-B164-02BEB71A7E1D}" dt="2026-09-30T12:59:52.635" v="39988" actId="20577"/>
          <ac:spMkLst>
            <pc:docMk/>
            <pc:sldMk cId="2530564931" sldId="459"/>
            <ac:spMk id="3" creationId="{79B1D769-10D1-AEE6-FD8E-C3FF719EFD40}"/>
          </ac:spMkLst>
        </pc:spChg>
        <pc:spChg chg="add mod">
          <ac:chgData name="Murzio Luca" userId="62ead766-6eaf-4057-bb25-25909a8c13e9" providerId="ADAL" clId="{3FA68CEF-BA90-4830-B164-02BEB71A7E1D}" dt="2026-09-30T13:06:58.046" v="40340" actId="1038"/>
          <ac:spMkLst>
            <pc:docMk/>
            <pc:sldMk cId="2530564931" sldId="459"/>
            <ac:spMk id="5" creationId="{774ACBBD-C792-090C-1AF3-FD908DA35AAF}"/>
          </ac:spMkLst>
        </pc:spChg>
        <pc:graphicFrameChg chg="mod modGraphic">
          <ac:chgData name="Murzio Luca" userId="62ead766-6eaf-4057-bb25-25909a8c13e9" providerId="ADAL" clId="{3FA68CEF-BA90-4830-B164-02BEB71A7E1D}" dt="2026-10-08T15:00:40.462" v="40739" actId="18653"/>
          <ac:graphicFrameMkLst>
            <pc:docMk/>
            <pc:sldMk cId="2530564931" sldId="459"/>
            <ac:graphicFrameMk id="10" creationId="{E11A7100-6038-52DE-683D-BB8691B7D10D}"/>
          </ac:graphicFrameMkLst>
        </pc:graphicFrameChg>
        <pc:picChg chg="add mod">
          <ac:chgData name="Murzio Luca" userId="62ead766-6eaf-4057-bb25-25909a8c13e9" providerId="ADAL" clId="{3FA68CEF-BA90-4830-B164-02BEB71A7E1D}" dt="2026-09-30T13:06:58.046" v="40340" actId="1038"/>
          <ac:picMkLst>
            <pc:docMk/>
            <pc:sldMk cId="2530564931" sldId="459"/>
            <ac:picMk id="6" creationId="{01CAE6DA-AC9E-E983-C4B4-56E331CFABC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image" Target="../media/image14.jpg"/><Relationship Id="rId5" Type="http://schemas.openxmlformats.org/officeDocument/2006/relationships/image" Target="../media/image18.svg"/><Relationship Id="rId4" Type="http://schemas.openxmlformats.org/officeDocument/2006/relationships/image" Target="../media/image17.jp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image" Target="../media/image14.jpg"/><Relationship Id="rId5" Type="http://schemas.openxmlformats.org/officeDocument/2006/relationships/image" Target="../media/image18.svg"/><Relationship Id="rId4" Type="http://schemas.openxmlformats.org/officeDocument/2006/relationships/image" Target="../media/image17.jp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1F62B-6749-4127-BF33-B948C18E53A1}" type="doc">
      <dgm:prSet loTypeId="urn:microsoft.com/office/officeart/2005/8/layout/p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FB198A0-1714-4D5D-8656-E075BCF10151}">
      <dgm:prSet phldrT="[Testo]"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Fondamenti</a:t>
          </a:r>
          <a:endParaRPr lang="it-IT" dirty="0"/>
        </a:p>
      </dgm:t>
    </dgm:pt>
    <dgm:pt modelId="{61A79EF9-7BEC-42D8-999F-5525070377BE}" type="parTrans" cxnId="{22E17AE5-481C-44B1-BAEC-8A9615112D17}">
      <dgm:prSet/>
      <dgm:spPr/>
      <dgm:t>
        <a:bodyPr/>
        <a:lstStyle/>
        <a:p>
          <a:endParaRPr lang="it-IT"/>
        </a:p>
      </dgm:t>
    </dgm:pt>
    <dgm:pt modelId="{C4510213-4CD4-4865-91F9-9490F01B9AF6}" type="sibTrans" cxnId="{22E17AE5-481C-44B1-BAEC-8A9615112D17}">
      <dgm:prSet/>
      <dgm:spPr/>
      <dgm:t>
        <a:bodyPr/>
        <a:lstStyle/>
        <a:p>
          <a:endParaRPr lang="it-IT"/>
        </a:p>
      </dgm:t>
    </dgm:pt>
    <dgm:pt modelId="{0DEA05F1-C0DA-42CA-B513-1D07AE7C3B4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A cosa serve</a:t>
          </a:r>
        </a:p>
      </dgm:t>
    </dgm:pt>
    <dgm:pt modelId="{61042808-7344-4A32-8299-4EF8AF4747DA}" type="parTrans" cxnId="{F4C146D5-3401-4867-A6DB-77E7BC0DBCC4}">
      <dgm:prSet/>
      <dgm:spPr/>
      <dgm:t>
        <a:bodyPr/>
        <a:lstStyle/>
        <a:p>
          <a:endParaRPr lang="it-IT"/>
        </a:p>
      </dgm:t>
    </dgm:pt>
    <dgm:pt modelId="{5B49E091-3E50-40C8-AF98-D2DBF1FF1F39}" type="sibTrans" cxnId="{F4C146D5-3401-4867-A6DB-77E7BC0DBCC4}">
      <dgm:prSet/>
      <dgm:spPr/>
      <dgm:t>
        <a:bodyPr/>
        <a:lstStyle/>
        <a:p>
          <a:endParaRPr lang="it-IT"/>
        </a:p>
      </dgm:t>
    </dgm:pt>
    <dgm:pt modelId="{1DD11827-D47B-4997-B821-EB0203AD2F2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B-</a:t>
          </a:r>
          <a:r>
            <a:rPr lang="it-IT" dirty="0" err="1"/>
            <a:t>tree</a:t>
          </a:r>
          <a:endParaRPr lang="it-IT" dirty="0"/>
        </a:p>
      </dgm:t>
    </dgm:pt>
    <dgm:pt modelId="{8C60E279-DCCD-434F-9122-41C31BE98F30}" type="parTrans" cxnId="{28EB3FBF-2885-4367-9D65-494221D09C5E}">
      <dgm:prSet/>
      <dgm:spPr/>
      <dgm:t>
        <a:bodyPr/>
        <a:lstStyle/>
        <a:p>
          <a:endParaRPr lang="it-IT"/>
        </a:p>
      </dgm:t>
    </dgm:pt>
    <dgm:pt modelId="{157E78DD-7021-444C-8724-FBACA241AC21}" type="sibTrans" cxnId="{28EB3FBF-2885-4367-9D65-494221D09C5E}">
      <dgm:prSet/>
      <dgm:spPr/>
      <dgm:t>
        <a:bodyPr/>
        <a:lstStyle/>
        <a:p>
          <a:endParaRPr lang="it-IT"/>
        </a:p>
      </dgm:t>
    </dgm:pt>
    <dgm:pt modelId="{51C28666-D447-4B0A-9D45-58EAAAF4C45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 err="1"/>
            <a:t>Clustered</a:t>
          </a:r>
          <a:r>
            <a:rPr lang="it-IT" b="1" dirty="0"/>
            <a:t> / Non </a:t>
          </a:r>
          <a:r>
            <a:rPr lang="it-IT" b="1" dirty="0" err="1"/>
            <a:t>clustered</a:t>
          </a:r>
          <a:endParaRPr lang="it-IT" b="1" dirty="0"/>
        </a:p>
      </dgm:t>
    </dgm:pt>
    <dgm:pt modelId="{4603A966-9B49-4831-8263-104779E5CE66}" type="parTrans" cxnId="{FCFA18B9-FA7D-411B-A9B7-70C9B8E67110}">
      <dgm:prSet/>
      <dgm:spPr/>
      <dgm:t>
        <a:bodyPr/>
        <a:lstStyle/>
        <a:p>
          <a:endParaRPr lang="it-IT"/>
        </a:p>
      </dgm:t>
    </dgm:pt>
    <dgm:pt modelId="{3994FE86-EFE3-43FE-85C1-A1162D6271C7}" type="sibTrans" cxnId="{FCFA18B9-FA7D-411B-A9B7-70C9B8E67110}">
      <dgm:prSet/>
      <dgm:spPr/>
      <dgm:t>
        <a:bodyPr/>
        <a:lstStyle/>
        <a:p>
          <a:endParaRPr lang="it-IT"/>
        </a:p>
      </dgm:t>
    </dgm:pt>
    <dgm:pt modelId="{53108772-0380-4A20-BA63-BA632A278629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Indice </a:t>
          </a:r>
          <a:r>
            <a:rPr lang="it-IT" dirty="0" err="1"/>
            <a:t>clustered</a:t>
          </a:r>
          <a:endParaRPr lang="it-IT" dirty="0"/>
        </a:p>
      </dgm:t>
    </dgm:pt>
    <dgm:pt modelId="{EA984A75-1A4C-4479-88BE-94DB790DD3DB}" type="parTrans" cxnId="{194F612F-7D47-4E05-807E-D3370B1BBAC4}">
      <dgm:prSet/>
      <dgm:spPr/>
      <dgm:t>
        <a:bodyPr/>
        <a:lstStyle/>
        <a:p>
          <a:endParaRPr lang="it-IT"/>
        </a:p>
      </dgm:t>
    </dgm:pt>
    <dgm:pt modelId="{B3C3CB41-C4A7-4FC1-A945-78D49F483F33}" type="sibTrans" cxnId="{194F612F-7D47-4E05-807E-D3370B1BBAC4}">
      <dgm:prSet/>
      <dgm:spPr/>
      <dgm:t>
        <a:bodyPr/>
        <a:lstStyle/>
        <a:p>
          <a:endParaRPr lang="it-IT"/>
        </a:p>
      </dgm:t>
    </dgm:pt>
    <dgm:pt modelId="{D27FDA1A-92E1-45CC-80EC-FEB6EDAF8063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Indice non </a:t>
          </a:r>
          <a:r>
            <a:rPr lang="it-IT" dirty="0" err="1"/>
            <a:t>clustered</a:t>
          </a:r>
          <a:endParaRPr lang="it-IT" dirty="0"/>
        </a:p>
      </dgm:t>
    </dgm:pt>
    <dgm:pt modelId="{FF16E574-AE17-4ECF-AA07-789695DB4AA0}" type="parTrans" cxnId="{D590EC09-0DAC-4CCD-B16D-4AC385B2CA51}">
      <dgm:prSet/>
      <dgm:spPr/>
      <dgm:t>
        <a:bodyPr/>
        <a:lstStyle/>
        <a:p>
          <a:endParaRPr lang="it-IT"/>
        </a:p>
      </dgm:t>
    </dgm:pt>
    <dgm:pt modelId="{EA72DAD2-E33C-4B5F-AB5F-6DAC7129A25A}" type="sibTrans" cxnId="{D590EC09-0DAC-4CCD-B16D-4AC385B2CA51}">
      <dgm:prSet/>
      <dgm:spPr/>
      <dgm:t>
        <a:bodyPr/>
        <a:lstStyle/>
        <a:p>
          <a:endParaRPr lang="it-IT"/>
        </a:p>
      </dgm:t>
    </dgm:pt>
    <dgm:pt modelId="{5CBF31A6-E422-4451-B62E-737400DA849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INCLUDE e indici filtrati</a:t>
          </a:r>
          <a:endParaRPr lang="it-IT" dirty="0"/>
        </a:p>
      </dgm:t>
    </dgm:pt>
    <dgm:pt modelId="{8CA55899-402A-419A-953C-E4450B950111}" type="parTrans" cxnId="{5E856F7F-9F16-44C8-8344-BDD5222D54C6}">
      <dgm:prSet/>
      <dgm:spPr/>
      <dgm:t>
        <a:bodyPr/>
        <a:lstStyle/>
        <a:p>
          <a:endParaRPr lang="it-IT"/>
        </a:p>
      </dgm:t>
    </dgm:pt>
    <dgm:pt modelId="{1E6245A8-C582-42F7-B1C4-717977BAED51}" type="sibTrans" cxnId="{5E856F7F-9F16-44C8-8344-BDD5222D54C6}">
      <dgm:prSet/>
      <dgm:spPr/>
      <dgm:t>
        <a:bodyPr/>
        <a:lstStyle/>
        <a:p>
          <a:endParaRPr lang="it-IT"/>
        </a:p>
      </dgm:t>
    </dgm:pt>
    <dgm:pt modelId="{F75A4402-9271-46B7-AED0-2D303206886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 err="1"/>
            <a:t>Included</a:t>
          </a:r>
          <a:r>
            <a:rPr lang="it-IT" dirty="0"/>
            <a:t> </a:t>
          </a:r>
          <a:r>
            <a:rPr lang="it-IT" dirty="0" err="1"/>
            <a:t>columns</a:t>
          </a:r>
          <a:endParaRPr lang="it-IT" dirty="0"/>
        </a:p>
      </dgm:t>
    </dgm:pt>
    <dgm:pt modelId="{3528218E-A868-4FA3-94C8-4CF601B7317A}" type="parTrans" cxnId="{C176A59E-F2FC-40E0-8A22-07A5E1B41A00}">
      <dgm:prSet/>
      <dgm:spPr/>
      <dgm:t>
        <a:bodyPr/>
        <a:lstStyle/>
        <a:p>
          <a:endParaRPr lang="it-IT"/>
        </a:p>
      </dgm:t>
    </dgm:pt>
    <dgm:pt modelId="{ED4A72D2-A54A-40D1-88E6-4C67004BDE73}" type="sibTrans" cxnId="{C176A59E-F2FC-40E0-8A22-07A5E1B41A00}">
      <dgm:prSet/>
      <dgm:spPr/>
      <dgm:t>
        <a:bodyPr/>
        <a:lstStyle/>
        <a:p>
          <a:endParaRPr lang="it-IT"/>
        </a:p>
      </dgm:t>
    </dgm:pt>
    <dgm:pt modelId="{60FF2340-5FB3-490D-A782-4C3761E9BC4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Indici filtrati</a:t>
          </a:r>
        </a:p>
      </dgm:t>
    </dgm:pt>
    <dgm:pt modelId="{55579DFD-3431-4AA4-94B1-C1C89F094C11}" type="parTrans" cxnId="{CDDF9531-5472-4F21-A54A-7BFB09D1F544}">
      <dgm:prSet/>
      <dgm:spPr/>
      <dgm:t>
        <a:bodyPr/>
        <a:lstStyle/>
        <a:p>
          <a:endParaRPr lang="it-IT"/>
        </a:p>
      </dgm:t>
    </dgm:pt>
    <dgm:pt modelId="{C4D80E53-2208-40C2-9B2F-C1BF32EABC2E}" type="sibTrans" cxnId="{CDDF9531-5472-4F21-A54A-7BFB09D1F544}">
      <dgm:prSet/>
      <dgm:spPr/>
      <dgm:t>
        <a:bodyPr/>
        <a:lstStyle/>
        <a:p>
          <a:endParaRPr lang="it-IT"/>
        </a:p>
      </dgm:t>
    </dgm:pt>
    <dgm:pt modelId="{69F305E5-F72E-496A-B695-369648AE165F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None/>
          </a:pPr>
          <a:r>
            <a:rPr lang="it-IT" b="1" dirty="0"/>
            <a:t>Come scegliere</a:t>
          </a:r>
        </a:p>
      </dgm:t>
    </dgm:pt>
    <dgm:pt modelId="{17225EA7-43C5-4888-8D23-0F6F264200E6}" type="parTrans" cxnId="{F7C931B7-680E-4C1F-BED9-6BB851C3A0D1}">
      <dgm:prSet/>
      <dgm:spPr/>
      <dgm:t>
        <a:bodyPr/>
        <a:lstStyle/>
        <a:p>
          <a:endParaRPr lang="it-IT"/>
        </a:p>
      </dgm:t>
    </dgm:pt>
    <dgm:pt modelId="{C47C920A-CF95-489A-BD08-FFAF01D67A5C}" type="sibTrans" cxnId="{F7C931B7-680E-4C1F-BED9-6BB851C3A0D1}">
      <dgm:prSet/>
      <dgm:spPr/>
      <dgm:t>
        <a:bodyPr/>
        <a:lstStyle/>
        <a:p>
          <a:endParaRPr lang="it-IT"/>
        </a:p>
      </dgm:t>
    </dgm:pt>
    <dgm:pt modelId="{45BB9372-096F-4326-8AB3-27AA3A9C1BF1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Key </a:t>
          </a:r>
          <a:r>
            <a:rPr lang="it-IT" dirty="0" err="1"/>
            <a:t>lookup</a:t>
          </a:r>
          <a:r>
            <a:rPr lang="it-IT" dirty="0"/>
            <a:t> e </a:t>
          </a:r>
          <a:r>
            <a:rPr lang="it-IT" dirty="0" err="1"/>
            <a:t>covering</a:t>
          </a:r>
          <a:endParaRPr lang="it-IT" dirty="0"/>
        </a:p>
      </dgm:t>
    </dgm:pt>
    <dgm:pt modelId="{0BFA724C-8974-4458-BE9A-25B6FE43DD33}" type="parTrans" cxnId="{DB16E436-0238-4859-B2EB-2A7312C9E43C}">
      <dgm:prSet/>
      <dgm:spPr/>
      <dgm:t>
        <a:bodyPr/>
        <a:lstStyle/>
        <a:p>
          <a:endParaRPr lang="it-IT"/>
        </a:p>
      </dgm:t>
    </dgm:pt>
    <dgm:pt modelId="{08B984F4-8A69-4115-9AD6-0FE4CDA5D9A0}" type="sibTrans" cxnId="{DB16E436-0238-4859-B2EB-2A7312C9E43C}">
      <dgm:prSet/>
      <dgm:spPr/>
      <dgm:t>
        <a:bodyPr/>
        <a:lstStyle/>
        <a:p>
          <a:endParaRPr lang="it-IT"/>
        </a:p>
      </dgm:t>
    </dgm:pt>
    <dgm:pt modelId="{B214506A-9513-458E-8BD6-AE8FE376365D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Heap vs tabella indicizzata</a:t>
          </a:r>
        </a:p>
      </dgm:t>
    </dgm:pt>
    <dgm:pt modelId="{AD7134CD-A79D-46EE-A12C-124BABD90DDC}" type="parTrans" cxnId="{41564C42-3544-4FF2-8930-8B81D779DB70}">
      <dgm:prSet/>
      <dgm:spPr/>
      <dgm:t>
        <a:bodyPr/>
        <a:lstStyle/>
        <a:p>
          <a:endParaRPr lang="it-IT"/>
        </a:p>
      </dgm:t>
    </dgm:pt>
    <dgm:pt modelId="{4CC9C584-03B3-482D-A5D8-B0FC38DB0A21}" type="sibTrans" cxnId="{41564C42-3544-4FF2-8930-8B81D779DB70}">
      <dgm:prSet/>
      <dgm:spPr/>
      <dgm:t>
        <a:bodyPr/>
        <a:lstStyle/>
        <a:p>
          <a:endParaRPr lang="it-IT"/>
        </a:p>
      </dgm:t>
    </dgm:pt>
    <dgm:pt modelId="{DF4ABCD5-4B1D-465F-A586-AB5650C0B8B4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Indici compositi</a:t>
          </a:r>
        </a:p>
      </dgm:t>
    </dgm:pt>
    <dgm:pt modelId="{EBD4A578-366B-4DB1-90B0-0AB2FF2A9EB7}" type="parTrans" cxnId="{E6B18C5C-C158-421F-8173-5563A9745749}">
      <dgm:prSet/>
      <dgm:spPr/>
      <dgm:t>
        <a:bodyPr/>
        <a:lstStyle/>
        <a:p>
          <a:endParaRPr lang="it-IT"/>
        </a:p>
      </dgm:t>
    </dgm:pt>
    <dgm:pt modelId="{FBE01A79-752C-41FF-9712-06C054859F5C}" type="sibTrans" cxnId="{E6B18C5C-C158-421F-8173-5563A9745749}">
      <dgm:prSet/>
      <dgm:spPr/>
      <dgm:t>
        <a:bodyPr/>
        <a:lstStyle/>
        <a:p>
          <a:endParaRPr lang="it-IT"/>
        </a:p>
      </dgm:t>
    </dgm:pt>
    <dgm:pt modelId="{F1495A87-E5F8-4674-82EC-998DCDCD80D7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Partire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dal workload</a:t>
          </a:r>
          <a:endParaRPr lang="it-IT" b="1" dirty="0"/>
        </a:p>
      </dgm:t>
    </dgm:pt>
    <dgm:pt modelId="{CDCE9D02-9699-4B67-BA50-6C958DFD14AF}" type="parTrans" cxnId="{CC3E6BE7-1C6B-4EEB-B7DA-C670D03B5D27}">
      <dgm:prSet/>
      <dgm:spPr/>
      <dgm:t>
        <a:bodyPr/>
        <a:lstStyle/>
        <a:p>
          <a:endParaRPr lang="it-IT"/>
        </a:p>
      </dgm:t>
    </dgm:pt>
    <dgm:pt modelId="{6628FA2A-A355-4AD2-8AA7-5912FC8B4088}" type="sibTrans" cxnId="{CC3E6BE7-1C6B-4EEB-B7DA-C670D03B5D27}">
      <dgm:prSet/>
      <dgm:spPr/>
      <dgm:t>
        <a:bodyPr/>
        <a:lstStyle/>
        <a:p>
          <a:endParaRPr lang="it-IT"/>
        </a:p>
      </dgm:t>
    </dgm:pt>
    <dgm:pt modelId="{351B87D8-CCFD-45CE-8C4F-9A4C8FB6A936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Dall’applicazione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all’indice</a:t>
          </a:r>
          <a:endParaRPr lang="it-IT" b="1" dirty="0"/>
        </a:p>
      </dgm:t>
    </dgm:pt>
    <dgm:pt modelId="{725E73BE-6692-46DE-B9E2-79F2CF6E4E92}" type="parTrans" cxnId="{854A06AB-E3D4-44EC-9387-EF37238A4FE8}">
      <dgm:prSet/>
      <dgm:spPr/>
      <dgm:t>
        <a:bodyPr/>
        <a:lstStyle/>
        <a:p>
          <a:endParaRPr lang="it-IT"/>
        </a:p>
      </dgm:t>
    </dgm:pt>
    <dgm:pt modelId="{5CC3DD98-80FF-4855-B67F-4442FA85D93C}" type="sibTrans" cxnId="{854A06AB-E3D4-44EC-9387-EF37238A4FE8}">
      <dgm:prSet/>
      <dgm:spPr/>
      <dgm:t>
        <a:bodyPr/>
        <a:lstStyle/>
        <a:p>
          <a:endParaRPr lang="it-IT"/>
        </a:p>
      </dgm:t>
    </dgm:pt>
    <dgm:pt modelId="{C04A39DF-461F-48F0-89AE-665866BC75A3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b="1" dirty="0"/>
            <a:t>Costo e manutenzione</a:t>
          </a:r>
        </a:p>
      </dgm:t>
    </dgm:pt>
    <dgm:pt modelId="{A881B72E-D31C-42B3-BCBA-44EA97EF8E14}" type="parTrans" cxnId="{93962733-F42B-4AB2-B065-9AA4332C9C80}">
      <dgm:prSet/>
      <dgm:spPr/>
      <dgm:t>
        <a:bodyPr/>
        <a:lstStyle/>
        <a:p>
          <a:endParaRPr lang="it-IT"/>
        </a:p>
      </dgm:t>
    </dgm:pt>
    <dgm:pt modelId="{B2A10F97-DECE-458F-8C01-1ED9792F8B6D}" type="sibTrans" cxnId="{93962733-F42B-4AB2-B065-9AA4332C9C80}">
      <dgm:prSet/>
      <dgm:spPr/>
      <dgm:t>
        <a:bodyPr/>
        <a:lstStyle/>
        <a:p>
          <a:endParaRPr lang="it-IT"/>
        </a:p>
      </dgm:t>
    </dgm:pt>
    <dgm:pt modelId="{0A885F52-7D48-4699-898A-BAF4BE63D2BE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b="0" dirty="0"/>
            <a:t>Il costo di un indice</a:t>
          </a:r>
        </a:p>
      </dgm:t>
    </dgm:pt>
    <dgm:pt modelId="{8DB0C7E3-8DE4-4024-8DA0-ECD6F5590EF5}" type="parTrans" cxnId="{29AACF29-BE21-4C71-B545-C517554A1480}">
      <dgm:prSet/>
      <dgm:spPr/>
      <dgm:t>
        <a:bodyPr/>
        <a:lstStyle/>
        <a:p>
          <a:endParaRPr lang="it-IT"/>
        </a:p>
      </dgm:t>
    </dgm:pt>
    <dgm:pt modelId="{FEEB7C6C-F5D4-42FC-8B1A-A4D515B879BD}" type="sibTrans" cxnId="{29AACF29-BE21-4C71-B545-C517554A1480}">
      <dgm:prSet/>
      <dgm:spPr/>
      <dgm:t>
        <a:bodyPr/>
        <a:lstStyle/>
        <a:p>
          <a:endParaRPr lang="it-IT"/>
        </a:p>
      </dgm:t>
    </dgm:pt>
    <dgm:pt modelId="{B4F66E8C-0DFE-41BD-AC2C-2B852CCE5BCC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b="0" dirty="0"/>
            <a:t>Checklist</a:t>
          </a:r>
        </a:p>
      </dgm:t>
    </dgm:pt>
    <dgm:pt modelId="{246AA8DB-45DE-4BE0-8F5D-36C6E94CBD77}" type="parTrans" cxnId="{272FF889-5B68-4695-A507-E1837C19F077}">
      <dgm:prSet/>
      <dgm:spPr/>
      <dgm:t>
        <a:bodyPr/>
        <a:lstStyle/>
        <a:p>
          <a:endParaRPr lang="it-IT"/>
        </a:p>
      </dgm:t>
    </dgm:pt>
    <dgm:pt modelId="{739B4B40-B377-4B62-86F1-86180DF94316}" type="sibTrans" cxnId="{272FF889-5B68-4695-A507-E1837C19F077}">
      <dgm:prSet/>
      <dgm:spPr/>
      <dgm:t>
        <a:bodyPr/>
        <a:lstStyle/>
        <a:p>
          <a:endParaRPr lang="it-IT"/>
        </a:p>
      </dgm:t>
    </dgm:pt>
    <dgm:pt modelId="{FE3B553B-6A29-4991-BF54-B781F1B92CA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Selettività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e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statistiche</a:t>
          </a:r>
          <a:endParaRPr lang="it-IT" b="1" dirty="0"/>
        </a:p>
      </dgm:t>
    </dgm:pt>
    <dgm:pt modelId="{BB4E2BD0-E0BC-41E6-AFCC-A35E1EBA5B4D}" type="parTrans" cxnId="{D9756CC8-696D-4B9A-9F16-816B20B7BEA7}">
      <dgm:prSet/>
      <dgm:spPr/>
    </dgm:pt>
    <dgm:pt modelId="{B5307E25-798E-43F9-A9A5-CD09A99F0FE1}" type="sibTrans" cxnId="{D9756CC8-696D-4B9A-9F16-816B20B7BEA7}">
      <dgm:prSet/>
      <dgm:spPr/>
    </dgm:pt>
    <dgm:pt modelId="{06DCDF8B-144A-4DDE-8C8C-AB0B5E551470}" type="pres">
      <dgm:prSet presAssocID="{A6D1F62B-6749-4127-BF33-B948C18E53A1}" presName="Name0" presStyleCnt="0">
        <dgm:presLayoutVars>
          <dgm:dir/>
          <dgm:resizeHandles val="exact"/>
        </dgm:presLayoutVars>
      </dgm:prSet>
      <dgm:spPr/>
    </dgm:pt>
    <dgm:pt modelId="{D27675B3-CBC1-4D81-AA80-13CE7334BE69}" type="pres">
      <dgm:prSet presAssocID="{A6D1F62B-6749-4127-BF33-B948C18E53A1}" presName="bkgdShp" presStyleLbl="alignAccFollowNode1" presStyleIdx="0" presStyleCnt="1" custLinFactNeighborX="0" custLinFactNeighborY="930"/>
      <dgm:spPr>
        <a:ln>
          <a:solidFill>
            <a:srgbClr val="C20E1A"/>
          </a:solidFill>
        </a:ln>
      </dgm:spPr>
    </dgm:pt>
    <dgm:pt modelId="{63588C70-A0B9-44A7-AE9F-B257E34B8B88}" type="pres">
      <dgm:prSet presAssocID="{A6D1F62B-6749-4127-BF33-B948C18E53A1}" presName="linComp" presStyleCnt="0"/>
      <dgm:spPr/>
    </dgm:pt>
    <dgm:pt modelId="{61032929-C9AB-4203-B0C8-B19653CCFD80}" type="pres">
      <dgm:prSet presAssocID="{2FB198A0-1714-4D5D-8656-E075BCF10151}" presName="compNode" presStyleCnt="0"/>
      <dgm:spPr/>
    </dgm:pt>
    <dgm:pt modelId="{278E81E2-930D-4299-BB4A-429B1923B8CC}" type="pres">
      <dgm:prSet presAssocID="{2FB198A0-1714-4D5D-8656-E075BCF10151}" presName="node" presStyleLbl="node1" presStyleIdx="0" presStyleCnt="5">
        <dgm:presLayoutVars>
          <dgm:bulletEnabled val="1"/>
        </dgm:presLayoutVars>
      </dgm:prSet>
      <dgm:spPr/>
    </dgm:pt>
    <dgm:pt modelId="{7966EECC-426C-4BCE-B86F-5739FE724519}" type="pres">
      <dgm:prSet presAssocID="{2FB198A0-1714-4D5D-8656-E075BCF10151}" presName="invisiNode" presStyleLbl="node1" presStyleIdx="0" presStyleCnt="5"/>
      <dgm:spPr/>
    </dgm:pt>
    <dgm:pt modelId="{820E0940-A629-4F3E-BA84-620FC446B63B}" type="pres">
      <dgm:prSet presAssocID="{2FB198A0-1714-4D5D-8656-E075BCF10151}" presName="imagNode" presStyleLbl="fgImgPlace1" presStyleIdx="0" presStyleCnt="5" custScaleX="100001" custScaleY="10000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Gerarchia con riempimento a tinta unita"/>
        </a:ext>
      </dgm:extLst>
    </dgm:pt>
    <dgm:pt modelId="{D8783325-6210-4DED-9C6E-86BBF7F00C2D}" type="pres">
      <dgm:prSet presAssocID="{C4510213-4CD4-4865-91F9-9490F01B9AF6}" presName="sibTrans" presStyleLbl="sibTrans2D1" presStyleIdx="0" presStyleCnt="0"/>
      <dgm:spPr/>
    </dgm:pt>
    <dgm:pt modelId="{54798144-41ED-4E49-91CB-4D425676BDF3}" type="pres">
      <dgm:prSet presAssocID="{51C28666-D447-4B0A-9D45-58EAAAF4C45B}" presName="compNode" presStyleCnt="0"/>
      <dgm:spPr/>
    </dgm:pt>
    <dgm:pt modelId="{58EDBEB8-0D9B-41C8-BAC2-2E69CD618183}" type="pres">
      <dgm:prSet presAssocID="{51C28666-D447-4B0A-9D45-58EAAAF4C45B}" presName="node" presStyleLbl="node1" presStyleIdx="1" presStyleCnt="5">
        <dgm:presLayoutVars>
          <dgm:bulletEnabled val="1"/>
        </dgm:presLayoutVars>
      </dgm:prSet>
      <dgm:spPr/>
    </dgm:pt>
    <dgm:pt modelId="{B97801AF-267A-45C7-B996-9DF3BAA0A629}" type="pres">
      <dgm:prSet presAssocID="{51C28666-D447-4B0A-9D45-58EAAAF4C45B}" presName="invisiNode" presStyleLbl="node1" presStyleIdx="1" presStyleCnt="5"/>
      <dgm:spPr/>
    </dgm:pt>
    <dgm:pt modelId="{E6F33BB0-5AF0-4D49-A2DF-B843F0E6783C}" type="pres">
      <dgm:prSet presAssocID="{51C28666-D447-4B0A-9D45-58EAAAF4C45B}" presName="imagNode" presStyleLbl="fgImgPlac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000" b="-800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Chiave contorno"/>
        </a:ext>
      </dgm:extLst>
    </dgm:pt>
    <dgm:pt modelId="{4CAA2775-7F36-415D-841D-A58AA1687C77}" type="pres">
      <dgm:prSet presAssocID="{3994FE86-EFE3-43FE-85C1-A1162D6271C7}" presName="sibTrans" presStyleLbl="sibTrans2D1" presStyleIdx="0" presStyleCnt="0"/>
      <dgm:spPr/>
    </dgm:pt>
    <dgm:pt modelId="{829340DB-A550-4132-86C9-7C44F8539202}" type="pres">
      <dgm:prSet presAssocID="{5CBF31A6-E422-4451-B62E-737400DA8498}" presName="compNode" presStyleCnt="0"/>
      <dgm:spPr/>
    </dgm:pt>
    <dgm:pt modelId="{6A1F988B-DE1B-458A-9EA7-BB35FE57DC74}" type="pres">
      <dgm:prSet presAssocID="{5CBF31A6-E422-4451-B62E-737400DA8498}" presName="node" presStyleLbl="node1" presStyleIdx="2" presStyleCnt="5" custLinFactNeighborX="0" custLinFactNeighborY="381">
        <dgm:presLayoutVars>
          <dgm:bulletEnabled val="1"/>
        </dgm:presLayoutVars>
      </dgm:prSet>
      <dgm:spPr/>
    </dgm:pt>
    <dgm:pt modelId="{E98E9E03-768B-42F9-90ED-D7D598753E7F}" type="pres">
      <dgm:prSet presAssocID="{5CBF31A6-E422-4451-B62E-737400DA8498}" presName="invisiNode" presStyleLbl="node1" presStyleIdx="2" presStyleCnt="5"/>
      <dgm:spPr/>
    </dgm:pt>
    <dgm:pt modelId="{38AF4963-AAA9-4E30-ABE4-C8382111EE81}" type="pres">
      <dgm:prSet presAssocID="{5CBF31A6-E422-4451-B62E-737400DA8498}" presName="imagNode" presStyleLbl="fgImgPlac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8000" b="-800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Filtro contorno"/>
        </a:ext>
      </dgm:extLst>
    </dgm:pt>
    <dgm:pt modelId="{BFEB1368-E2FF-42D5-A6E7-027ED0A9B185}" type="pres">
      <dgm:prSet presAssocID="{1E6245A8-C582-42F7-B1C4-717977BAED51}" presName="sibTrans" presStyleLbl="sibTrans2D1" presStyleIdx="0" presStyleCnt="0"/>
      <dgm:spPr/>
    </dgm:pt>
    <dgm:pt modelId="{CB0DA1CF-2E8A-4120-85BA-8F37B57B2A51}" type="pres">
      <dgm:prSet presAssocID="{69F305E5-F72E-496A-B695-369648AE165F}" presName="compNode" presStyleCnt="0"/>
      <dgm:spPr/>
    </dgm:pt>
    <dgm:pt modelId="{39E080BF-A278-4C2E-944E-BF966591CAC9}" type="pres">
      <dgm:prSet presAssocID="{69F305E5-F72E-496A-B695-369648AE165F}" presName="node" presStyleLbl="node1" presStyleIdx="3" presStyleCnt="5" custLinFactNeighborX="0" custLinFactNeighborY="381">
        <dgm:presLayoutVars>
          <dgm:bulletEnabled val="1"/>
        </dgm:presLayoutVars>
      </dgm:prSet>
      <dgm:spPr/>
    </dgm:pt>
    <dgm:pt modelId="{80CE2725-D237-4709-BDC7-6D9DE06CF7E1}" type="pres">
      <dgm:prSet presAssocID="{69F305E5-F72E-496A-B695-369648AE165F}" presName="invisiNode" presStyleLbl="node1" presStyleIdx="3" presStyleCnt="5"/>
      <dgm:spPr/>
    </dgm:pt>
    <dgm:pt modelId="{FFE68A80-8BD7-42B3-8EE4-2EDBA63F756C}" type="pres">
      <dgm:prSet presAssocID="{69F305E5-F72E-496A-B695-369648AE165F}" presName="imagNode" presStyleLbl="fgImgPlace1" presStyleIdx="3" presStyleCnt="5" custLinFactNeighborX="0" custLinFactNeighborY="63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8000" b="-800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Libro aperto contorno"/>
        </a:ext>
      </dgm:extLst>
    </dgm:pt>
    <dgm:pt modelId="{A4CE8407-F21C-4B14-8E1D-9536ED9D2988}" type="pres">
      <dgm:prSet presAssocID="{C47C920A-CF95-489A-BD08-FFAF01D67A5C}" presName="sibTrans" presStyleLbl="sibTrans2D1" presStyleIdx="0" presStyleCnt="0"/>
      <dgm:spPr/>
    </dgm:pt>
    <dgm:pt modelId="{BAEA78FC-2A3F-4EB0-8D56-036F1EFAF0E4}" type="pres">
      <dgm:prSet presAssocID="{C04A39DF-461F-48F0-89AE-665866BC75A3}" presName="compNode" presStyleCnt="0"/>
      <dgm:spPr/>
    </dgm:pt>
    <dgm:pt modelId="{BEADC4AC-8BEB-45B6-B16F-4723CDE7637D}" type="pres">
      <dgm:prSet presAssocID="{C04A39DF-461F-48F0-89AE-665866BC75A3}" presName="node" presStyleLbl="node1" presStyleIdx="4" presStyleCnt="5">
        <dgm:presLayoutVars>
          <dgm:bulletEnabled val="1"/>
        </dgm:presLayoutVars>
      </dgm:prSet>
      <dgm:spPr/>
    </dgm:pt>
    <dgm:pt modelId="{3A5A01FC-8EC1-4FDE-98CA-3492A92898EB}" type="pres">
      <dgm:prSet presAssocID="{C04A39DF-461F-48F0-89AE-665866BC75A3}" presName="invisiNode" presStyleLbl="node1" presStyleIdx="4" presStyleCnt="5"/>
      <dgm:spPr/>
    </dgm:pt>
    <dgm:pt modelId="{01D090F2-3C52-4A59-8E13-58415D11240D}" type="pres">
      <dgm:prSet presAssocID="{C04A39DF-461F-48F0-89AE-665866BC75A3}" presName="imagNode" presStyleLbl="fgImgPlac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t="-8000" b="-8000"/>
          </a:stretch>
        </a:blipFill>
      </dgm:spPr>
      <dgm:extLst>
        <a:ext uri="{E40237B7-FDA0-4F09-8148-C483321AD2D9}">
          <dgm14:cNvPr xmlns:dgm14="http://schemas.microsoft.com/office/drawing/2010/diagram" id="0" name="" descr="Denaro contorno"/>
        </a:ext>
      </dgm:extLst>
    </dgm:pt>
  </dgm:ptLst>
  <dgm:cxnLst>
    <dgm:cxn modelId="{1C1A9509-DEB1-47A2-810E-3C0812E899E7}" type="presOf" srcId="{FE3B553B-6A29-4991-BF54-B781F1B92CA7}" destId="{39E080BF-A278-4C2E-944E-BF966591CAC9}" srcOrd="0" destOrd="2" presId="urn:microsoft.com/office/officeart/2005/8/layout/pList2"/>
    <dgm:cxn modelId="{D590EC09-0DAC-4CCD-B16D-4AC385B2CA51}" srcId="{51C28666-D447-4B0A-9D45-58EAAAF4C45B}" destId="{D27FDA1A-92E1-45CC-80EC-FEB6EDAF8063}" srcOrd="1" destOrd="0" parTransId="{FF16E574-AE17-4ECF-AA07-789695DB4AA0}" sibTransId="{EA72DAD2-E33C-4B5F-AB5F-6DAC7129A25A}"/>
    <dgm:cxn modelId="{82201B17-E4E8-46A7-B5DA-6357D0E4988E}" type="presOf" srcId="{C47C920A-CF95-489A-BD08-FFAF01D67A5C}" destId="{A4CE8407-F21C-4B14-8E1D-9536ED9D2988}" srcOrd="0" destOrd="0" presId="urn:microsoft.com/office/officeart/2005/8/layout/pList2"/>
    <dgm:cxn modelId="{29AACF29-BE21-4C71-B545-C517554A1480}" srcId="{C04A39DF-461F-48F0-89AE-665866BC75A3}" destId="{0A885F52-7D48-4699-898A-BAF4BE63D2BE}" srcOrd="0" destOrd="0" parTransId="{8DB0C7E3-8DE4-4024-8DA0-ECD6F5590EF5}" sibTransId="{FEEB7C6C-F5D4-42FC-8B1A-A4D515B879BD}"/>
    <dgm:cxn modelId="{AF92582E-619F-4A08-B945-718C925CDAC2}" type="presOf" srcId="{60FF2340-5FB3-490D-A782-4C3761E9BC47}" destId="{6A1F988B-DE1B-458A-9EA7-BB35FE57DC74}" srcOrd="0" destOrd="2" presId="urn:microsoft.com/office/officeart/2005/8/layout/pList2"/>
    <dgm:cxn modelId="{194F612F-7D47-4E05-807E-D3370B1BBAC4}" srcId="{51C28666-D447-4B0A-9D45-58EAAAF4C45B}" destId="{53108772-0380-4A20-BA63-BA632A278629}" srcOrd="0" destOrd="0" parTransId="{EA984A75-1A4C-4479-88BE-94DB790DD3DB}" sibTransId="{B3C3CB41-C4A7-4FC1-A945-78D49F483F33}"/>
    <dgm:cxn modelId="{CDDF9531-5472-4F21-A54A-7BFB09D1F544}" srcId="{5CBF31A6-E422-4451-B62E-737400DA8498}" destId="{60FF2340-5FB3-490D-A782-4C3761E9BC47}" srcOrd="1" destOrd="0" parTransId="{55579DFD-3431-4AA4-94B1-C1C89F094C11}" sibTransId="{C4D80E53-2208-40C2-9B2F-C1BF32EABC2E}"/>
    <dgm:cxn modelId="{93962733-F42B-4AB2-B065-9AA4332C9C80}" srcId="{A6D1F62B-6749-4127-BF33-B948C18E53A1}" destId="{C04A39DF-461F-48F0-89AE-665866BC75A3}" srcOrd="4" destOrd="0" parTransId="{A881B72E-D31C-42B3-BCBA-44EA97EF8E14}" sibTransId="{B2A10F97-DECE-458F-8C01-1ED9792F8B6D}"/>
    <dgm:cxn modelId="{9BD8B336-050F-49B5-846D-F063C720B51B}" type="presOf" srcId="{5CBF31A6-E422-4451-B62E-737400DA8498}" destId="{6A1F988B-DE1B-458A-9EA7-BB35FE57DC74}" srcOrd="0" destOrd="0" presId="urn:microsoft.com/office/officeart/2005/8/layout/pList2"/>
    <dgm:cxn modelId="{DB16E436-0238-4859-B2EB-2A7312C9E43C}" srcId="{51C28666-D447-4B0A-9D45-58EAAAF4C45B}" destId="{45BB9372-096F-4326-8AB3-27AA3A9C1BF1}" srcOrd="2" destOrd="0" parTransId="{0BFA724C-8974-4458-BE9A-25B6FE43DD33}" sibTransId="{08B984F4-8A69-4115-9AD6-0FE4CDA5D9A0}"/>
    <dgm:cxn modelId="{BA1BA337-6791-4BCD-B7CC-D35E57CBD954}" type="presOf" srcId="{B4F66E8C-0DFE-41BD-AC2C-2B852CCE5BCC}" destId="{BEADC4AC-8BEB-45B6-B16F-4723CDE7637D}" srcOrd="0" destOrd="2" presId="urn:microsoft.com/office/officeart/2005/8/layout/pList2"/>
    <dgm:cxn modelId="{AC10193B-569D-4D6E-9E87-4D46E87113C2}" type="presOf" srcId="{1DD11827-D47B-4997-B821-EB0203AD2F2B}" destId="{278E81E2-930D-4299-BB4A-429B1923B8CC}" srcOrd="0" destOrd="2" presId="urn:microsoft.com/office/officeart/2005/8/layout/pList2"/>
    <dgm:cxn modelId="{E6B18C5C-C158-421F-8173-5563A9745749}" srcId="{51C28666-D447-4B0A-9D45-58EAAAF4C45B}" destId="{DF4ABCD5-4B1D-465F-A586-AB5650C0B8B4}" srcOrd="3" destOrd="0" parTransId="{EBD4A578-366B-4DB1-90B0-0AB2FF2A9EB7}" sibTransId="{FBE01A79-752C-41FF-9712-06C054859F5C}"/>
    <dgm:cxn modelId="{035C2A62-3861-4DB7-B30F-4BB0E0D0C350}" type="presOf" srcId="{351B87D8-CCFD-45CE-8C4F-9A4C8FB6A936}" destId="{39E080BF-A278-4C2E-944E-BF966591CAC9}" srcOrd="0" destOrd="3" presId="urn:microsoft.com/office/officeart/2005/8/layout/pList2"/>
    <dgm:cxn modelId="{41564C42-3544-4FF2-8930-8B81D779DB70}" srcId="{2FB198A0-1714-4D5D-8656-E075BCF10151}" destId="{B214506A-9513-458E-8BD6-AE8FE376365D}" srcOrd="2" destOrd="0" parTransId="{AD7134CD-A79D-46EE-A12C-124BABD90DDC}" sibTransId="{4CC9C584-03B3-482D-A5D8-B0FC38DB0A21}"/>
    <dgm:cxn modelId="{F4414A46-4890-4FFB-AD70-EEA89348159B}" type="presOf" srcId="{C04A39DF-461F-48F0-89AE-665866BC75A3}" destId="{BEADC4AC-8BEB-45B6-B16F-4723CDE7637D}" srcOrd="0" destOrd="0" presId="urn:microsoft.com/office/officeart/2005/8/layout/pList2"/>
    <dgm:cxn modelId="{BFAE4F66-64E9-45C4-A56D-BB2ED1F9B909}" type="presOf" srcId="{51C28666-D447-4B0A-9D45-58EAAAF4C45B}" destId="{58EDBEB8-0D9B-41C8-BAC2-2E69CD618183}" srcOrd="0" destOrd="0" presId="urn:microsoft.com/office/officeart/2005/8/layout/pList2"/>
    <dgm:cxn modelId="{69F91676-8E7E-46F0-A0C5-596A1B1BF10D}" type="presOf" srcId="{69F305E5-F72E-496A-B695-369648AE165F}" destId="{39E080BF-A278-4C2E-944E-BF966591CAC9}" srcOrd="0" destOrd="0" presId="urn:microsoft.com/office/officeart/2005/8/layout/pList2"/>
    <dgm:cxn modelId="{ECFD2A57-BBF9-4C93-97FA-3765EB83110B}" type="presOf" srcId="{1E6245A8-C582-42F7-B1C4-717977BAED51}" destId="{BFEB1368-E2FF-42D5-A6E7-027ED0A9B185}" srcOrd="0" destOrd="0" presId="urn:microsoft.com/office/officeart/2005/8/layout/pList2"/>
    <dgm:cxn modelId="{4C54317C-DE41-494C-BDA7-08838D106CAF}" type="presOf" srcId="{B214506A-9513-458E-8BD6-AE8FE376365D}" destId="{278E81E2-930D-4299-BB4A-429B1923B8CC}" srcOrd="0" destOrd="3" presId="urn:microsoft.com/office/officeart/2005/8/layout/pList2"/>
    <dgm:cxn modelId="{5E856F7F-9F16-44C8-8344-BDD5222D54C6}" srcId="{A6D1F62B-6749-4127-BF33-B948C18E53A1}" destId="{5CBF31A6-E422-4451-B62E-737400DA8498}" srcOrd="2" destOrd="0" parTransId="{8CA55899-402A-419A-953C-E4450B950111}" sibTransId="{1E6245A8-C582-42F7-B1C4-717977BAED51}"/>
    <dgm:cxn modelId="{9CCC9687-F043-4711-96AD-DA2A6F9BD4D4}" type="presOf" srcId="{A6D1F62B-6749-4127-BF33-B948C18E53A1}" destId="{06DCDF8B-144A-4DDE-8C8C-AB0B5E551470}" srcOrd="0" destOrd="0" presId="urn:microsoft.com/office/officeart/2005/8/layout/pList2"/>
    <dgm:cxn modelId="{272FF889-5B68-4695-A507-E1837C19F077}" srcId="{C04A39DF-461F-48F0-89AE-665866BC75A3}" destId="{B4F66E8C-0DFE-41BD-AC2C-2B852CCE5BCC}" srcOrd="1" destOrd="0" parTransId="{246AA8DB-45DE-4BE0-8F5D-36C6E94CBD77}" sibTransId="{739B4B40-B377-4B62-86F1-86180DF94316}"/>
    <dgm:cxn modelId="{E466BF95-7EF8-4CC8-BE79-9C655ECABF7C}" type="presOf" srcId="{F1495A87-E5F8-4674-82EC-998DCDCD80D7}" destId="{39E080BF-A278-4C2E-944E-BF966591CAC9}" srcOrd="0" destOrd="1" presId="urn:microsoft.com/office/officeart/2005/8/layout/pList2"/>
    <dgm:cxn modelId="{C176A59E-F2FC-40E0-8A22-07A5E1B41A00}" srcId="{5CBF31A6-E422-4451-B62E-737400DA8498}" destId="{F75A4402-9271-46B7-AED0-2D3032068868}" srcOrd="0" destOrd="0" parTransId="{3528218E-A868-4FA3-94C8-4CF601B7317A}" sibTransId="{ED4A72D2-A54A-40D1-88E6-4C67004BDE73}"/>
    <dgm:cxn modelId="{854A06AB-E3D4-44EC-9387-EF37238A4FE8}" srcId="{69F305E5-F72E-496A-B695-369648AE165F}" destId="{351B87D8-CCFD-45CE-8C4F-9A4C8FB6A936}" srcOrd="2" destOrd="0" parTransId="{725E73BE-6692-46DE-B9E2-79F2CF6E4E92}" sibTransId="{5CC3DD98-80FF-4855-B67F-4442FA85D93C}"/>
    <dgm:cxn modelId="{A64FD6B0-5B8D-4149-A1A3-037455C94522}" type="presOf" srcId="{D27FDA1A-92E1-45CC-80EC-FEB6EDAF8063}" destId="{58EDBEB8-0D9B-41C8-BAC2-2E69CD618183}" srcOrd="0" destOrd="2" presId="urn:microsoft.com/office/officeart/2005/8/layout/pList2"/>
    <dgm:cxn modelId="{F7C931B7-680E-4C1F-BED9-6BB851C3A0D1}" srcId="{A6D1F62B-6749-4127-BF33-B948C18E53A1}" destId="{69F305E5-F72E-496A-B695-369648AE165F}" srcOrd="3" destOrd="0" parTransId="{17225EA7-43C5-4888-8D23-0F6F264200E6}" sibTransId="{C47C920A-CF95-489A-BD08-FFAF01D67A5C}"/>
    <dgm:cxn modelId="{FCFA18B9-FA7D-411B-A9B7-70C9B8E67110}" srcId="{A6D1F62B-6749-4127-BF33-B948C18E53A1}" destId="{51C28666-D447-4B0A-9D45-58EAAAF4C45B}" srcOrd="1" destOrd="0" parTransId="{4603A966-9B49-4831-8263-104779E5CE66}" sibTransId="{3994FE86-EFE3-43FE-85C1-A1162D6271C7}"/>
    <dgm:cxn modelId="{6575CEB9-71FC-4E86-A9CC-1FB774C9223B}" type="presOf" srcId="{F75A4402-9271-46B7-AED0-2D3032068868}" destId="{6A1F988B-DE1B-458A-9EA7-BB35FE57DC74}" srcOrd="0" destOrd="1" presId="urn:microsoft.com/office/officeart/2005/8/layout/pList2"/>
    <dgm:cxn modelId="{B80A7DBA-7173-4F5A-9B8A-3F6910B5D0E9}" type="presOf" srcId="{C4510213-4CD4-4865-91F9-9490F01B9AF6}" destId="{D8783325-6210-4DED-9C6E-86BBF7F00C2D}" srcOrd="0" destOrd="0" presId="urn:microsoft.com/office/officeart/2005/8/layout/pList2"/>
    <dgm:cxn modelId="{5AAFBFBE-F94B-4422-8DCC-401D28DF20D8}" type="presOf" srcId="{0A885F52-7D48-4699-898A-BAF4BE63D2BE}" destId="{BEADC4AC-8BEB-45B6-B16F-4723CDE7637D}" srcOrd="0" destOrd="1" presId="urn:microsoft.com/office/officeart/2005/8/layout/pList2"/>
    <dgm:cxn modelId="{28EB3FBF-2885-4367-9D65-494221D09C5E}" srcId="{2FB198A0-1714-4D5D-8656-E075BCF10151}" destId="{1DD11827-D47B-4997-B821-EB0203AD2F2B}" srcOrd="1" destOrd="0" parTransId="{8C60E279-DCCD-434F-9122-41C31BE98F30}" sibTransId="{157E78DD-7021-444C-8724-FBACA241AC21}"/>
    <dgm:cxn modelId="{D9756CC8-696D-4B9A-9F16-816B20B7BEA7}" srcId="{69F305E5-F72E-496A-B695-369648AE165F}" destId="{FE3B553B-6A29-4991-BF54-B781F1B92CA7}" srcOrd="1" destOrd="0" parTransId="{BB4E2BD0-E0BC-41E6-AFCC-A35E1EBA5B4D}" sibTransId="{B5307E25-798E-43F9-A9A5-CD09A99F0FE1}"/>
    <dgm:cxn modelId="{005565D1-D204-4E5E-AE0A-EBB7C8540B04}" type="presOf" srcId="{0DEA05F1-C0DA-42CA-B513-1D07AE7C3B4B}" destId="{278E81E2-930D-4299-BB4A-429B1923B8CC}" srcOrd="0" destOrd="1" presId="urn:microsoft.com/office/officeart/2005/8/layout/pList2"/>
    <dgm:cxn modelId="{F4C146D5-3401-4867-A6DB-77E7BC0DBCC4}" srcId="{2FB198A0-1714-4D5D-8656-E075BCF10151}" destId="{0DEA05F1-C0DA-42CA-B513-1D07AE7C3B4B}" srcOrd="0" destOrd="0" parTransId="{61042808-7344-4A32-8299-4EF8AF4747DA}" sibTransId="{5B49E091-3E50-40C8-AF98-D2DBF1FF1F39}"/>
    <dgm:cxn modelId="{6C945CDA-33F8-4C18-8594-FF7B549183AA}" type="presOf" srcId="{DF4ABCD5-4B1D-465F-A586-AB5650C0B8B4}" destId="{58EDBEB8-0D9B-41C8-BAC2-2E69CD618183}" srcOrd="0" destOrd="4" presId="urn:microsoft.com/office/officeart/2005/8/layout/pList2"/>
    <dgm:cxn modelId="{A769E4E4-6C14-44A1-9005-196BB483C870}" type="presOf" srcId="{45BB9372-096F-4326-8AB3-27AA3A9C1BF1}" destId="{58EDBEB8-0D9B-41C8-BAC2-2E69CD618183}" srcOrd="0" destOrd="3" presId="urn:microsoft.com/office/officeart/2005/8/layout/pList2"/>
    <dgm:cxn modelId="{22E17AE5-481C-44B1-BAEC-8A9615112D17}" srcId="{A6D1F62B-6749-4127-BF33-B948C18E53A1}" destId="{2FB198A0-1714-4D5D-8656-E075BCF10151}" srcOrd="0" destOrd="0" parTransId="{61A79EF9-7BEC-42D8-999F-5525070377BE}" sibTransId="{C4510213-4CD4-4865-91F9-9490F01B9AF6}"/>
    <dgm:cxn modelId="{CC3E6BE7-1C6B-4EEB-B7DA-C670D03B5D27}" srcId="{69F305E5-F72E-496A-B695-369648AE165F}" destId="{F1495A87-E5F8-4674-82EC-998DCDCD80D7}" srcOrd="0" destOrd="0" parTransId="{CDCE9D02-9699-4B67-BA50-6C958DFD14AF}" sibTransId="{6628FA2A-A355-4AD2-8AA7-5912FC8B4088}"/>
    <dgm:cxn modelId="{101CEEED-3ABA-4482-B612-047548EB8F51}" type="presOf" srcId="{53108772-0380-4A20-BA63-BA632A278629}" destId="{58EDBEB8-0D9B-41C8-BAC2-2E69CD618183}" srcOrd="0" destOrd="1" presId="urn:microsoft.com/office/officeart/2005/8/layout/pList2"/>
    <dgm:cxn modelId="{E0AB3FF2-C20A-4C05-81A8-2DBB232555CD}" type="presOf" srcId="{2FB198A0-1714-4D5D-8656-E075BCF10151}" destId="{278E81E2-930D-4299-BB4A-429B1923B8CC}" srcOrd="0" destOrd="0" presId="urn:microsoft.com/office/officeart/2005/8/layout/pList2"/>
    <dgm:cxn modelId="{5E7CE3F5-700E-4951-B3D3-F3EA90689E10}" type="presOf" srcId="{3994FE86-EFE3-43FE-85C1-A1162D6271C7}" destId="{4CAA2775-7F36-415D-841D-A58AA1687C77}" srcOrd="0" destOrd="0" presId="urn:microsoft.com/office/officeart/2005/8/layout/pList2"/>
    <dgm:cxn modelId="{A31855E5-5E09-47F2-8BCB-065738A1555B}" type="presParOf" srcId="{06DCDF8B-144A-4DDE-8C8C-AB0B5E551470}" destId="{D27675B3-CBC1-4D81-AA80-13CE7334BE69}" srcOrd="0" destOrd="0" presId="urn:microsoft.com/office/officeart/2005/8/layout/pList2"/>
    <dgm:cxn modelId="{67423555-8412-422E-8211-EA6E49BEFB34}" type="presParOf" srcId="{06DCDF8B-144A-4DDE-8C8C-AB0B5E551470}" destId="{63588C70-A0B9-44A7-AE9F-B257E34B8B88}" srcOrd="1" destOrd="0" presId="urn:microsoft.com/office/officeart/2005/8/layout/pList2"/>
    <dgm:cxn modelId="{C3B1EC4F-9FC3-486F-A047-7DCF3A51D1BD}" type="presParOf" srcId="{63588C70-A0B9-44A7-AE9F-B257E34B8B88}" destId="{61032929-C9AB-4203-B0C8-B19653CCFD80}" srcOrd="0" destOrd="0" presId="urn:microsoft.com/office/officeart/2005/8/layout/pList2"/>
    <dgm:cxn modelId="{063482F5-2177-4EA5-98EB-2EB80EB05B9D}" type="presParOf" srcId="{61032929-C9AB-4203-B0C8-B19653CCFD80}" destId="{278E81E2-930D-4299-BB4A-429B1923B8CC}" srcOrd="0" destOrd="0" presId="urn:microsoft.com/office/officeart/2005/8/layout/pList2"/>
    <dgm:cxn modelId="{514FCA40-1712-47F9-93F8-94FF9828962F}" type="presParOf" srcId="{61032929-C9AB-4203-B0C8-B19653CCFD80}" destId="{7966EECC-426C-4BCE-B86F-5739FE724519}" srcOrd="1" destOrd="0" presId="urn:microsoft.com/office/officeart/2005/8/layout/pList2"/>
    <dgm:cxn modelId="{AB73C643-7502-4547-B0F1-4D9800D88480}" type="presParOf" srcId="{61032929-C9AB-4203-B0C8-B19653CCFD80}" destId="{820E0940-A629-4F3E-BA84-620FC446B63B}" srcOrd="2" destOrd="0" presId="urn:microsoft.com/office/officeart/2005/8/layout/pList2"/>
    <dgm:cxn modelId="{A19466E9-89A6-44C2-BFFD-133CDE102A49}" type="presParOf" srcId="{63588C70-A0B9-44A7-AE9F-B257E34B8B88}" destId="{D8783325-6210-4DED-9C6E-86BBF7F00C2D}" srcOrd="1" destOrd="0" presId="urn:microsoft.com/office/officeart/2005/8/layout/pList2"/>
    <dgm:cxn modelId="{EC20EEB2-8295-4499-B966-0586184E1109}" type="presParOf" srcId="{63588C70-A0B9-44A7-AE9F-B257E34B8B88}" destId="{54798144-41ED-4E49-91CB-4D425676BDF3}" srcOrd="2" destOrd="0" presId="urn:microsoft.com/office/officeart/2005/8/layout/pList2"/>
    <dgm:cxn modelId="{B9075226-D6AE-4550-A775-38335664FBE4}" type="presParOf" srcId="{54798144-41ED-4E49-91CB-4D425676BDF3}" destId="{58EDBEB8-0D9B-41C8-BAC2-2E69CD618183}" srcOrd="0" destOrd="0" presId="urn:microsoft.com/office/officeart/2005/8/layout/pList2"/>
    <dgm:cxn modelId="{8F874AED-FB31-46BE-A902-D8B735107568}" type="presParOf" srcId="{54798144-41ED-4E49-91CB-4D425676BDF3}" destId="{B97801AF-267A-45C7-B996-9DF3BAA0A629}" srcOrd="1" destOrd="0" presId="urn:microsoft.com/office/officeart/2005/8/layout/pList2"/>
    <dgm:cxn modelId="{888DB227-8E58-470A-91EE-E06C5E214C84}" type="presParOf" srcId="{54798144-41ED-4E49-91CB-4D425676BDF3}" destId="{E6F33BB0-5AF0-4D49-A2DF-B843F0E6783C}" srcOrd="2" destOrd="0" presId="urn:microsoft.com/office/officeart/2005/8/layout/pList2"/>
    <dgm:cxn modelId="{C7FE4BEE-EB76-4EBC-A5C3-0BD678AF8E54}" type="presParOf" srcId="{63588C70-A0B9-44A7-AE9F-B257E34B8B88}" destId="{4CAA2775-7F36-415D-841D-A58AA1687C77}" srcOrd="3" destOrd="0" presId="urn:microsoft.com/office/officeart/2005/8/layout/pList2"/>
    <dgm:cxn modelId="{6591CB22-C6D1-4F14-93F9-0E1631B2BC70}" type="presParOf" srcId="{63588C70-A0B9-44A7-AE9F-B257E34B8B88}" destId="{829340DB-A550-4132-86C9-7C44F8539202}" srcOrd="4" destOrd="0" presId="urn:microsoft.com/office/officeart/2005/8/layout/pList2"/>
    <dgm:cxn modelId="{487EEDA3-6618-4743-BE39-F5273C066B30}" type="presParOf" srcId="{829340DB-A550-4132-86C9-7C44F8539202}" destId="{6A1F988B-DE1B-458A-9EA7-BB35FE57DC74}" srcOrd="0" destOrd="0" presId="urn:microsoft.com/office/officeart/2005/8/layout/pList2"/>
    <dgm:cxn modelId="{65623146-ED80-4A4B-BBDF-81465C871D60}" type="presParOf" srcId="{829340DB-A550-4132-86C9-7C44F8539202}" destId="{E98E9E03-768B-42F9-90ED-D7D598753E7F}" srcOrd="1" destOrd="0" presId="urn:microsoft.com/office/officeart/2005/8/layout/pList2"/>
    <dgm:cxn modelId="{CB9027C7-77D0-4C0C-B3D5-C4830CEC5F79}" type="presParOf" srcId="{829340DB-A550-4132-86C9-7C44F8539202}" destId="{38AF4963-AAA9-4E30-ABE4-C8382111EE81}" srcOrd="2" destOrd="0" presId="urn:microsoft.com/office/officeart/2005/8/layout/pList2"/>
    <dgm:cxn modelId="{A30B2ADE-7DD1-466B-B194-565CD8534882}" type="presParOf" srcId="{63588C70-A0B9-44A7-AE9F-B257E34B8B88}" destId="{BFEB1368-E2FF-42D5-A6E7-027ED0A9B185}" srcOrd="5" destOrd="0" presId="urn:microsoft.com/office/officeart/2005/8/layout/pList2"/>
    <dgm:cxn modelId="{5BB6DB3F-C573-40E6-A0B2-9EABCB2C1BDA}" type="presParOf" srcId="{63588C70-A0B9-44A7-AE9F-B257E34B8B88}" destId="{CB0DA1CF-2E8A-4120-85BA-8F37B57B2A51}" srcOrd="6" destOrd="0" presId="urn:microsoft.com/office/officeart/2005/8/layout/pList2"/>
    <dgm:cxn modelId="{5555F3FE-158B-4023-9C9A-8938E2DEE274}" type="presParOf" srcId="{CB0DA1CF-2E8A-4120-85BA-8F37B57B2A51}" destId="{39E080BF-A278-4C2E-944E-BF966591CAC9}" srcOrd="0" destOrd="0" presId="urn:microsoft.com/office/officeart/2005/8/layout/pList2"/>
    <dgm:cxn modelId="{2637338F-6805-4C42-87AC-DC28461544F7}" type="presParOf" srcId="{CB0DA1CF-2E8A-4120-85BA-8F37B57B2A51}" destId="{80CE2725-D237-4709-BDC7-6D9DE06CF7E1}" srcOrd="1" destOrd="0" presId="urn:microsoft.com/office/officeart/2005/8/layout/pList2"/>
    <dgm:cxn modelId="{1982C383-FD4B-4D09-8561-FFAE35CC253B}" type="presParOf" srcId="{CB0DA1CF-2E8A-4120-85BA-8F37B57B2A51}" destId="{FFE68A80-8BD7-42B3-8EE4-2EDBA63F756C}" srcOrd="2" destOrd="0" presId="urn:microsoft.com/office/officeart/2005/8/layout/pList2"/>
    <dgm:cxn modelId="{B06AF73F-0844-4A3D-ABE4-FBE739A553E1}" type="presParOf" srcId="{63588C70-A0B9-44A7-AE9F-B257E34B8B88}" destId="{A4CE8407-F21C-4B14-8E1D-9536ED9D2988}" srcOrd="7" destOrd="0" presId="urn:microsoft.com/office/officeart/2005/8/layout/pList2"/>
    <dgm:cxn modelId="{D589C59E-A972-47A0-953B-C529CE8B651C}" type="presParOf" srcId="{63588C70-A0B9-44A7-AE9F-B257E34B8B88}" destId="{BAEA78FC-2A3F-4EB0-8D56-036F1EFAF0E4}" srcOrd="8" destOrd="0" presId="urn:microsoft.com/office/officeart/2005/8/layout/pList2"/>
    <dgm:cxn modelId="{58A97D29-37A7-4251-AD58-6A2FE0B7D38C}" type="presParOf" srcId="{BAEA78FC-2A3F-4EB0-8D56-036F1EFAF0E4}" destId="{BEADC4AC-8BEB-45B6-B16F-4723CDE7637D}" srcOrd="0" destOrd="0" presId="urn:microsoft.com/office/officeart/2005/8/layout/pList2"/>
    <dgm:cxn modelId="{3D9198AA-0BF3-4E7E-A01D-78027E425096}" type="presParOf" srcId="{BAEA78FC-2A3F-4EB0-8D56-036F1EFAF0E4}" destId="{3A5A01FC-8EC1-4FDE-98CA-3492A92898EB}" srcOrd="1" destOrd="0" presId="urn:microsoft.com/office/officeart/2005/8/layout/pList2"/>
    <dgm:cxn modelId="{BB578763-6D85-4BB2-9C97-8BB69C2AF149}" type="presParOf" srcId="{BAEA78FC-2A3F-4EB0-8D56-036F1EFAF0E4}" destId="{01D090F2-3C52-4A59-8E13-58415D11240D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4C8006-B437-4176-9F8E-3DE39A7EA155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CA52FAA5-9F63-4924-85EF-7BA1A483C80F}">
      <dgm:prSet phldrT="[Tes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noFill/>
        </a:ln>
      </dgm:spPr>
      <dgm:t>
        <a:bodyPr/>
        <a:lstStyle/>
        <a:p>
          <a:pPr algn="l"/>
          <a:r>
            <a:rPr lang="en-US" b="1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Caratteristiche</a:t>
          </a:r>
          <a:r>
            <a: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di </a:t>
          </a:r>
          <a:r>
            <a:rPr lang="en-US" b="1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una</a:t>
          </a:r>
          <a:r>
            <a: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buona </a:t>
          </a:r>
          <a:r>
            <a:rPr lang="en-US" b="1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chiave</a:t>
          </a:r>
          <a:r>
            <a: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</a:t>
          </a:r>
          <a:endParaRPr lang="it-IT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</dgm:t>
    </dgm:pt>
    <dgm:pt modelId="{6F283F5B-408B-4408-A274-CB844ACBB017}" type="parTrans" cxnId="{68309F71-17A3-4CF2-9BBD-214C4297996F}">
      <dgm:prSet/>
      <dgm:spPr/>
      <dgm:t>
        <a:bodyPr/>
        <a:lstStyle/>
        <a:p>
          <a:endParaRPr lang="it-IT"/>
        </a:p>
      </dgm:t>
    </dgm:pt>
    <dgm:pt modelId="{49C959F4-DEDE-4422-BD77-AE7956C3B6C0}" type="sibTrans" cxnId="{68309F71-17A3-4CF2-9BBD-214C4297996F}">
      <dgm:prSet/>
      <dgm:spPr/>
      <dgm:t>
        <a:bodyPr/>
        <a:lstStyle/>
        <a:p>
          <a:endParaRPr lang="it-IT"/>
        </a:p>
      </dgm:t>
    </dgm:pt>
    <dgm:pt modelId="{CFD932BB-419D-4ED2-A5CA-4E81CC58B986}">
      <dgm:prSet phldrT="[Tes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noFill/>
        </a:ln>
      </dgm:spPr>
      <dgm:t>
        <a:bodyPr/>
        <a:lstStyle/>
        <a:p>
          <a:pPr algn="l"/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stretta: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pochi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byte</a:t>
          </a:r>
          <a:endParaRPr lang="it-IT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</dgm:t>
    </dgm:pt>
    <dgm:pt modelId="{89F96738-5610-44BE-AD8C-99C61E519DA6}" type="parTrans" cxnId="{FC1A0E6D-2A03-4440-87C2-D3E1083FC56A}">
      <dgm:prSet/>
      <dgm:spPr/>
      <dgm:t>
        <a:bodyPr/>
        <a:lstStyle/>
        <a:p>
          <a:endParaRPr lang="it-IT"/>
        </a:p>
      </dgm:t>
    </dgm:pt>
    <dgm:pt modelId="{6293018E-3C3F-49DB-8D13-72CB16718E76}" type="sibTrans" cxnId="{FC1A0E6D-2A03-4440-87C2-D3E1083FC56A}">
      <dgm:prSet/>
      <dgm:spPr/>
      <dgm:t>
        <a:bodyPr/>
        <a:lstStyle/>
        <a:p>
          <a:endParaRPr lang="it-IT"/>
        </a:p>
      </dgm:t>
    </dgm:pt>
    <dgm:pt modelId="{A70C630A-1A92-4548-9428-EE4280DA5300}">
      <dgm:prSet phldrT="[Tes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noFill/>
        </a:ln>
      </dgm:spPr>
      <dgm:t>
        <a:bodyPr/>
        <a:lstStyle/>
        <a:p>
          <a:pPr algn="l"/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statica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 non cambia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mai</a:t>
          </a:r>
          <a:endParaRPr lang="it-IT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</dgm:t>
    </dgm:pt>
    <dgm:pt modelId="{211AE580-E45F-4A0C-B4B6-5C34F8535753}" type="parTrans" cxnId="{D337E197-8B23-42EF-B574-A9B6E0B78296}">
      <dgm:prSet/>
      <dgm:spPr/>
      <dgm:t>
        <a:bodyPr/>
        <a:lstStyle/>
        <a:p>
          <a:endParaRPr lang="it-IT"/>
        </a:p>
      </dgm:t>
    </dgm:pt>
    <dgm:pt modelId="{3041AD46-2320-43DF-9D3E-6640D29E18F0}" type="sibTrans" cxnId="{D337E197-8B23-42EF-B574-A9B6E0B78296}">
      <dgm:prSet/>
      <dgm:spPr/>
      <dgm:t>
        <a:bodyPr/>
        <a:lstStyle/>
        <a:p>
          <a:endParaRPr lang="it-IT"/>
        </a:p>
      </dgm:t>
    </dgm:pt>
    <dgm:pt modelId="{331FB6B9-F0EE-4A88-AFCC-B37787F969B4}">
      <dgm:prSet phldrT="[Tes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noFill/>
        </a:ln>
      </dgm:spPr>
      <dgm:t>
        <a:bodyPr/>
        <a:lstStyle/>
        <a:p>
          <a:pPr algn="l"/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crescente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evita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page split</a:t>
          </a:r>
          <a:endParaRPr lang="it-IT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</dgm:t>
    </dgm:pt>
    <dgm:pt modelId="{86CF7A8D-122C-4BD6-AB98-55AF4B6372A9}" type="parTrans" cxnId="{1C4DCE7A-35B2-428F-8543-04BE61AE34F2}">
      <dgm:prSet/>
      <dgm:spPr/>
      <dgm:t>
        <a:bodyPr/>
        <a:lstStyle/>
        <a:p>
          <a:endParaRPr lang="it-IT"/>
        </a:p>
      </dgm:t>
    </dgm:pt>
    <dgm:pt modelId="{227CFAC2-1F30-4B7E-B806-CEAB1C3FA5D1}" type="sibTrans" cxnId="{1C4DCE7A-35B2-428F-8543-04BE61AE34F2}">
      <dgm:prSet/>
      <dgm:spPr/>
      <dgm:t>
        <a:bodyPr/>
        <a:lstStyle/>
        <a:p>
          <a:endParaRPr lang="it-IT"/>
        </a:p>
      </dgm:t>
    </dgm:pt>
    <dgm:pt modelId="{1BC5DAFC-20B0-41AC-8FE9-4B72ADBA26F2}">
      <dgm:prSet phldrT="[Testo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noFill/>
        </a:ln>
      </dgm:spPr>
      <dgm:t>
        <a:bodyPr/>
        <a:lstStyle/>
        <a:p>
          <a:pPr algn="l"/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univoca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altrimenti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SQL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aggiunge</a:t>
          </a: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un </a:t>
          </a:r>
          <a:r>
            <a:rPr lang="en-US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uniquifier</a:t>
          </a:r>
          <a:endParaRPr lang="it-IT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</dgm:t>
    </dgm:pt>
    <dgm:pt modelId="{21915922-5359-4704-9FC8-9EC46461BA35}" type="parTrans" cxnId="{B669DA1B-36DB-4CD4-AEFD-91D56AA209AA}">
      <dgm:prSet/>
      <dgm:spPr/>
    </dgm:pt>
    <dgm:pt modelId="{555D3B48-3A8A-4CDC-95CB-C01516F3A7C2}" type="sibTrans" cxnId="{B669DA1B-36DB-4CD4-AEFD-91D56AA209AA}">
      <dgm:prSet/>
      <dgm:spPr/>
    </dgm:pt>
    <dgm:pt modelId="{3E72A668-8F2F-46DC-825C-E916E4FE6D33}" type="pres">
      <dgm:prSet presAssocID="{E84C8006-B437-4176-9F8E-3DE39A7EA155}" presName="diagram" presStyleCnt="0">
        <dgm:presLayoutVars>
          <dgm:dir/>
          <dgm:resizeHandles val="exact"/>
        </dgm:presLayoutVars>
      </dgm:prSet>
      <dgm:spPr/>
    </dgm:pt>
    <dgm:pt modelId="{5D405120-0B52-4B15-A1EC-483E064687B7}" type="pres">
      <dgm:prSet presAssocID="{CA52FAA5-9F63-4924-85EF-7BA1A483C80F}" presName="node" presStyleLbl="node1" presStyleIdx="0" presStyleCnt="1" custScaleX="188582" custScaleY="135048" custLinFactNeighborX="-2250" custLinFactNeighborY="-24219">
        <dgm:presLayoutVars>
          <dgm:bulletEnabled val="1"/>
        </dgm:presLayoutVars>
      </dgm:prSet>
      <dgm:spPr/>
    </dgm:pt>
  </dgm:ptLst>
  <dgm:cxnLst>
    <dgm:cxn modelId="{B669DA1B-36DB-4CD4-AEFD-91D56AA209AA}" srcId="{CA52FAA5-9F63-4924-85EF-7BA1A483C80F}" destId="{1BC5DAFC-20B0-41AC-8FE9-4B72ADBA26F2}" srcOrd="3" destOrd="0" parTransId="{21915922-5359-4704-9FC8-9EC46461BA35}" sibTransId="{555D3B48-3A8A-4CDC-95CB-C01516F3A7C2}"/>
    <dgm:cxn modelId="{24BDC464-5F56-4B16-A67E-75BDE1F46B36}" type="presOf" srcId="{1BC5DAFC-20B0-41AC-8FE9-4B72ADBA26F2}" destId="{5D405120-0B52-4B15-A1EC-483E064687B7}" srcOrd="0" destOrd="4" presId="urn:microsoft.com/office/officeart/2005/8/layout/default"/>
    <dgm:cxn modelId="{FC1A0E6D-2A03-4440-87C2-D3E1083FC56A}" srcId="{CA52FAA5-9F63-4924-85EF-7BA1A483C80F}" destId="{CFD932BB-419D-4ED2-A5CA-4E81CC58B986}" srcOrd="0" destOrd="0" parTransId="{89F96738-5610-44BE-AD8C-99C61E519DA6}" sibTransId="{6293018E-3C3F-49DB-8D13-72CB16718E76}"/>
    <dgm:cxn modelId="{68309F71-17A3-4CF2-9BBD-214C4297996F}" srcId="{E84C8006-B437-4176-9F8E-3DE39A7EA155}" destId="{CA52FAA5-9F63-4924-85EF-7BA1A483C80F}" srcOrd="0" destOrd="0" parTransId="{6F283F5B-408B-4408-A274-CB844ACBB017}" sibTransId="{49C959F4-DEDE-4422-BD77-AE7956C3B6C0}"/>
    <dgm:cxn modelId="{1C4DCE7A-35B2-428F-8543-04BE61AE34F2}" srcId="{CA52FAA5-9F63-4924-85EF-7BA1A483C80F}" destId="{331FB6B9-F0EE-4A88-AFCC-B37787F969B4}" srcOrd="2" destOrd="0" parTransId="{86CF7A8D-122C-4BD6-AB98-55AF4B6372A9}" sibTransId="{227CFAC2-1F30-4B7E-B806-CEAB1C3FA5D1}"/>
    <dgm:cxn modelId="{8DB0757C-E100-4785-AF59-9D8BCF4F6970}" type="presOf" srcId="{CFD932BB-419D-4ED2-A5CA-4E81CC58B986}" destId="{5D405120-0B52-4B15-A1EC-483E064687B7}" srcOrd="0" destOrd="1" presId="urn:microsoft.com/office/officeart/2005/8/layout/default"/>
    <dgm:cxn modelId="{D337E197-8B23-42EF-B574-A9B6E0B78296}" srcId="{CA52FAA5-9F63-4924-85EF-7BA1A483C80F}" destId="{A70C630A-1A92-4548-9428-EE4280DA5300}" srcOrd="1" destOrd="0" parTransId="{211AE580-E45F-4A0C-B4B6-5C34F8535753}" sibTransId="{3041AD46-2320-43DF-9D3E-6640D29E18F0}"/>
    <dgm:cxn modelId="{492B33CB-B17C-4A27-814A-0833E5D7E94A}" type="presOf" srcId="{A70C630A-1A92-4548-9428-EE4280DA5300}" destId="{5D405120-0B52-4B15-A1EC-483E064687B7}" srcOrd="0" destOrd="2" presId="urn:microsoft.com/office/officeart/2005/8/layout/default"/>
    <dgm:cxn modelId="{E4460BE0-61E4-4DEF-9579-9C048AF7C0E5}" type="presOf" srcId="{CA52FAA5-9F63-4924-85EF-7BA1A483C80F}" destId="{5D405120-0B52-4B15-A1EC-483E064687B7}" srcOrd="0" destOrd="0" presId="urn:microsoft.com/office/officeart/2005/8/layout/default"/>
    <dgm:cxn modelId="{84A4FAE2-9406-4F4F-A80B-8CE58DB29E47}" type="presOf" srcId="{331FB6B9-F0EE-4A88-AFCC-B37787F969B4}" destId="{5D405120-0B52-4B15-A1EC-483E064687B7}" srcOrd="0" destOrd="3" presId="urn:microsoft.com/office/officeart/2005/8/layout/default"/>
    <dgm:cxn modelId="{70843DEA-7A3E-4C95-BECB-21A830349A89}" type="presOf" srcId="{E84C8006-B437-4176-9F8E-3DE39A7EA155}" destId="{3E72A668-8F2F-46DC-825C-E916E4FE6D33}" srcOrd="0" destOrd="0" presId="urn:microsoft.com/office/officeart/2005/8/layout/default"/>
    <dgm:cxn modelId="{A36F0D1B-7F10-420D-A45E-EF1635F3718A}" type="presParOf" srcId="{3E72A668-8F2F-46DC-825C-E916E4FE6D33}" destId="{5D405120-0B52-4B15-A1EC-483E064687B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F201E1-0060-4F73-87E1-A5E222F67306}" type="doc">
      <dgm:prSet loTypeId="urn:microsoft.com/office/officeart/2024/layout/NumberedTitleCardList#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3092E088-9007-472E-BECC-D549D99CDBE7}">
      <dgm:prSet phldrT="[Testo]" phldr="0" custT="1"/>
      <dgm:spPr>
        <a:ln>
          <a:solidFill>
            <a:srgbClr val="C20E1A"/>
          </a:solidFill>
        </a:ln>
      </dgm:spPr>
      <dgm:t>
        <a:bodyPr/>
        <a:lstStyle/>
        <a:p>
          <a:r>
            <a:rPr lang="it-IT" sz="1600" b="1" dirty="0"/>
            <a:t>Non si indicizza una query</a:t>
          </a:r>
          <a:br>
            <a:rPr lang="it-IT" sz="1600" b="1" dirty="0"/>
          </a:br>
          <a:r>
            <a:rPr lang="it-IT" sz="1400" dirty="0"/>
            <a:t>Meglio partire dal </a:t>
          </a:r>
          <a:r>
            <a:rPr lang="it-IT" sz="1400" dirty="0" err="1"/>
            <a:t>workload</a:t>
          </a:r>
          <a:endParaRPr lang="it-IT" sz="1400" b="1" dirty="0"/>
        </a:p>
      </dgm:t>
    </dgm:pt>
    <dgm:pt modelId="{306AAC2A-5E12-491F-BE8D-0ACE9AC80247}" type="parTrans" cxnId="{0E10C9A8-76CE-49F9-996E-495A6E7034E9}">
      <dgm:prSet/>
      <dgm:spPr/>
      <dgm:t>
        <a:bodyPr/>
        <a:lstStyle/>
        <a:p>
          <a:endParaRPr lang="it-IT"/>
        </a:p>
      </dgm:t>
    </dgm:pt>
    <dgm:pt modelId="{8AA78628-D8D7-4C87-8503-C9ACB042BE2D}" type="sibTrans" cxnId="{0E10C9A8-76CE-49F9-996E-495A6E7034E9}">
      <dgm:prSet phldrT="1" phldr="0"/>
      <dgm:spPr/>
      <dgm:t>
        <a:bodyPr/>
        <a:lstStyle/>
        <a:p>
          <a:r>
            <a:t>1</a:t>
          </a:r>
        </a:p>
      </dgm:t>
    </dgm:pt>
    <dgm:pt modelId="{5F883297-FE4A-401E-AF69-2D54E203E2B8}">
      <dgm:prSet phldrT="[Testo]" phldr="0" custT="1"/>
      <dgm:spPr>
        <a:ln>
          <a:solidFill>
            <a:srgbClr val="C20E1A"/>
          </a:solidFill>
        </a:ln>
      </dgm:spPr>
      <dgm:t>
        <a:bodyPr/>
        <a:lstStyle/>
        <a:p>
          <a:r>
            <a:rPr lang="it-IT" sz="1600" b="1" dirty="0"/>
            <a:t>Query da ottimizzare non è la più lenta</a:t>
          </a:r>
          <a:br>
            <a:rPr lang="it-IT" sz="1600" b="1" dirty="0"/>
          </a:br>
          <a:r>
            <a:rPr lang="it-IT" sz="1400" dirty="0"/>
            <a:t>Meglio partire da quelle con più costo totale</a:t>
          </a:r>
          <a:br>
            <a:rPr lang="it-IT" sz="1400" dirty="0"/>
          </a:br>
          <a:r>
            <a:rPr lang="it-IT" sz="1400" dirty="0" err="1"/>
            <a:t>CstTot</a:t>
          </a:r>
          <a:r>
            <a:rPr lang="it-IT" sz="1400" dirty="0"/>
            <a:t>=</a:t>
          </a:r>
          <a:r>
            <a:rPr lang="it-IT" sz="1400" dirty="0" err="1"/>
            <a:t>CstUni</a:t>
          </a:r>
          <a:r>
            <a:rPr lang="it-IT" sz="1400" dirty="0"/>
            <a:t> x </a:t>
          </a:r>
          <a:r>
            <a:rPr lang="it-IT" sz="1400" dirty="0" err="1"/>
            <a:t>Num</a:t>
          </a:r>
          <a:r>
            <a:rPr lang="it-IT" sz="1400" dirty="0"/>
            <a:t> </a:t>
          </a:r>
          <a:r>
            <a:rPr lang="it-IT" sz="1400" dirty="0" err="1"/>
            <a:t>Esec</a:t>
          </a:r>
          <a:endParaRPr lang="it-IT" sz="1400" b="1" dirty="0"/>
        </a:p>
      </dgm:t>
    </dgm:pt>
    <dgm:pt modelId="{3F7A982E-B699-4CDF-BC01-F8CBE8178C25}" type="parTrans" cxnId="{D65ADD7B-0FDB-4A01-8CA0-360A8721CA83}">
      <dgm:prSet/>
      <dgm:spPr/>
      <dgm:t>
        <a:bodyPr/>
        <a:lstStyle/>
        <a:p>
          <a:endParaRPr lang="it-IT"/>
        </a:p>
      </dgm:t>
    </dgm:pt>
    <dgm:pt modelId="{EAF7996E-DA00-457B-A27E-C437E665804F}" type="sibTrans" cxnId="{D65ADD7B-0FDB-4A01-8CA0-360A8721CA83}">
      <dgm:prSet phldrT="2" phldr="0"/>
      <dgm:spPr/>
      <dgm:t>
        <a:bodyPr/>
        <a:lstStyle/>
        <a:p>
          <a:r>
            <a:rPr lang="it-IT"/>
            <a:t>2</a:t>
          </a:r>
        </a:p>
      </dgm:t>
    </dgm:pt>
    <dgm:pt modelId="{AAD56CCE-473F-447E-B813-3C5A29603B3D}">
      <dgm:prSet phldrT="[Testo]" phldr="0" custT="1"/>
      <dgm:spPr>
        <a:ln>
          <a:solidFill>
            <a:srgbClr val="C20E1A"/>
          </a:solidFill>
        </a:ln>
      </dgm:spPr>
      <dgm:t>
        <a:bodyPr/>
        <a:lstStyle/>
        <a:p>
          <a:r>
            <a:rPr lang="it-IT" sz="1600" b="1" dirty="0"/>
            <a:t>Predicati ricorrenti</a:t>
          </a:r>
          <a:br>
            <a:rPr lang="it-IT" sz="1600" b="1" dirty="0"/>
          </a:br>
          <a:r>
            <a:rPr lang="it-IT" sz="1400" dirty="0"/>
            <a:t>Valutare predicati ricorrenti consente di creare indici che servono a più query</a:t>
          </a:r>
        </a:p>
      </dgm:t>
    </dgm:pt>
    <dgm:pt modelId="{ADD0F762-07D0-4145-9F88-062C2461F875}" type="parTrans" cxnId="{AAB120F9-B92B-4CA3-B54B-8442E30A137E}">
      <dgm:prSet/>
      <dgm:spPr/>
      <dgm:t>
        <a:bodyPr/>
        <a:lstStyle/>
        <a:p>
          <a:endParaRPr lang="it-IT"/>
        </a:p>
      </dgm:t>
    </dgm:pt>
    <dgm:pt modelId="{0DC104A5-3431-48BC-B400-6BE231AF64A6}" type="sibTrans" cxnId="{AAB120F9-B92B-4CA3-B54B-8442E30A137E}">
      <dgm:prSet phldrT="3" phldr="0"/>
      <dgm:spPr/>
      <dgm:t>
        <a:bodyPr/>
        <a:lstStyle/>
        <a:p>
          <a:r>
            <a:rPr lang="it-IT"/>
            <a:t>3</a:t>
          </a:r>
        </a:p>
      </dgm:t>
    </dgm:pt>
    <dgm:pt modelId="{D4C430DC-F084-4E80-B1DB-9FC59DAB4209}">
      <dgm:prSet phldrT="[Testo]" phldr="0" custT="1"/>
      <dgm:spPr>
        <a:ln>
          <a:solidFill>
            <a:srgbClr val="C20E1A"/>
          </a:solidFill>
        </a:ln>
      </dgm:spPr>
      <dgm:t>
        <a:bodyPr/>
        <a:lstStyle/>
        <a:p>
          <a:r>
            <a:rPr lang="it-IT" sz="1600" b="1" dirty="0"/>
            <a:t>Letture vs scritture </a:t>
          </a:r>
          <a:br>
            <a:rPr lang="it-IT" sz="1600" b="1" dirty="0"/>
          </a:br>
          <a:r>
            <a:rPr lang="it-IT" sz="1400" dirty="0"/>
            <a:t>Una tabella prevalentemente letta ha più bisogno di un indice (oltre 5-6 indici per tabella)</a:t>
          </a:r>
          <a:endParaRPr lang="it-IT" sz="1600" b="1" dirty="0"/>
        </a:p>
      </dgm:t>
    </dgm:pt>
    <dgm:pt modelId="{9F72CDEE-E8AB-40F0-84EF-013EAEE6F735}" type="parTrans" cxnId="{02D3EB1D-73C9-4CDC-AC92-0905C1A5FDB8}">
      <dgm:prSet/>
      <dgm:spPr/>
      <dgm:t>
        <a:bodyPr/>
        <a:lstStyle/>
        <a:p>
          <a:endParaRPr lang="it-IT"/>
        </a:p>
      </dgm:t>
    </dgm:pt>
    <dgm:pt modelId="{61B4F288-5398-454A-A30E-A7034DF8B030}" type="sibTrans" cxnId="{02D3EB1D-73C9-4CDC-AC92-0905C1A5FDB8}">
      <dgm:prSet phldrT="4" phldr="0"/>
      <dgm:spPr/>
      <dgm:t>
        <a:bodyPr/>
        <a:lstStyle/>
        <a:p>
          <a:r>
            <a:rPr lang="it-IT"/>
            <a:t>4</a:t>
          </a:r>
        </a:p>
      </dgm:t>
    </dgm:pt>
    <dgm:pt modelId="{78EC0594-FECA-4A97-956B-4463850B9164}" type="pres">
      <dgm:prSet presAssocID="{C1F201E1-0060-4F73-87E1-A5E222F67306}" presName="Name0" presStyleCnt="0">
        <dgm:presLayoutVars>
          <dgm:dir/>
          <dgm:animLvl val="lvl"/>
          <dgm:resizeHandles val="exact"/>
        </dgm:presLayoutVars>
      </dgm:prSet>
      <dgm:spPr/>
    </dgm:pt>
    <dgm:pt modelId="{F752C39E-4E7C-4754-A8FE-B8B98B9824D4}" type="pres">
      <dgm:prSet presAssocID="{3092E088-9007-472E-BECC-D549D99CDBE7}" presName="compositeNode" presStyleCnt="0">
        <dgm:presLayoutVars>
          <dgm:bulletEnabled val="1"/>
        </dgm:presLayoutVars>
      </dgm:prSet>
      <dgm:spPr/>
    </dgm:pt>
    <dgm:pt modelId="{2D3FB578-80A8-4908-A938-00415E6A1CEF}" type="pres">
      <dgm:prSet presAssocID="{3092E088-9007-472E-BECC-D549D99CDBE7}" presName="bgRect" presStyleLbl="fgAcc1" presStyleIdx="0" presStyleCnt="4"/>
      <dgm:spPr/>
    </dgm:pt>
    <dgm:pt modelId="{4013DA56-5E34-428A-AA37-3D2E30D0BB73}" type="pres">
      <dgm:prSet presAssocID="{8AA78628-D8D7-4C87-8503-C9ACB042BE2D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9D616FF9-92C9-444A-9F7D-F6E2B0CBBD4B}" type="pres">
      <dgm:prSet presAssocID="{3092E088-9007-472E-BECC-D549D99CDBE7}" presName="nodeRect" presStyleLbl="parChTrans1D1" presStyleIdx="0" presStyleCnt="0">
        <dgm:presLayoutVars>
          <dgm:bulletEnabled val="1"/>
        </dgm:presLayoutVars>
      </dgm:prSet>
      <dgm:spPr/>
    </dgm:pt>
    <dgm:pt modelId="{00960DCF-FE30-4257-9C50-6A297FB746F2}" type="pres">
      <dgm:prSet presAssocID="{8AA78628-D8D7-4C87-8503-C9ACB042BE2D}" presName="sibTrans" presStyleCnt="0"/>
      <dgm:spPr/>
    </dgm:pt>
    <dgm:pt modelId="{A6AAB71A-7E87-42B0-8E06-AA3BA3282F14}" type="pres">
      <dgm:prSet presAssocID="{5F883297-FE4A-401E-AF69-2D54E203E2B8}" presName="compositeNode" presStyleCnt="0">
        <dgm:presLayoutVars>
          <dgm:bulletEnabled val="1"/>
        </dgm:presLayoutVars>
      </dgm:prSet>
      <dgm:spPr/>
    </dgm:pt>
    <dgm:pt modelId="{9AEB9F46-D6B4-49AF-9B6E-764A6C8B49F9}" type="pres">
      <dgm:prSet presAssocID="{5F883297-FE4A-401E-AF69-2D54E203E2B8}" presName="bgRect" presStyleLbl="fgAcc1" presStyleIdx="1" presStyleCnt="4"/>
      <dgm:spPr/>
    </dgm:pt>
    <dgm:pt modelId="{B28B55F2-3E57-40CA-B5FD-293DC755BA64}" type="pres">
      <dgm:prSet presAssocID="{EAF7996E-DA00-457B-A27E-C437E665804F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ED6780F1-399D-40E2-B2EE-F7D63EC50CC3}" type="pres">
      <dgm:prSet presAssocID="{5F883297-FE4A-401E-AF69-2D54E203E2B8}" presName="nodeRect" presStyleLbl="parChTrans1D1" presStyleIdx="0" presStyleCnt="0">
        <dgm:presLayoutVars>
          <dgm:bulletEnabled val="1"/>
        </dgm:presLayoutVars>
      </dgm:prSet>
      <dgm:spPr/>
    </dgm:pt>
    <dgm:pt modelId="{CEA1DE2B-5687-4C17-B06F-AD3095417D7F}" type="pres">
      <dgm:prSet presAssocID="{EAF7996E-DA00-457B-A27E-C437E665804F}" presName="sibTrans" presStyleCnt="0"/>
      <dgm:spPr/>
    </dgm:pt>
    <dgm:pt modelId="{B5888385-A7B1-4D4B-9284-805A28A3EB8C}" type="pres">
      <dgm:prSet presAssocID="{AAD56CCE-473F-447E-B813-3C5A29603B3D}" presName="compositeNode" presStyleCnt="0">
        <dgm:presLayoutVars>
          <dgm:bulletEnabled val="1"/>
        </dgm:presLayoutVars>
      </dgm:prSet>
      <dgm:spPr/>
    </dgm:pt>
    <dgm:pt modelId="{FEC72AEB-99D4-44BC-86F7-B5A93920A152}" type="pres">
      <dgm:prSet presAssocID="{AAD56CCE-473F-447E-B813-3C5A29603B3D}" presName="bgRect" presStyleLbl="fgAcc1" presStyleIdx="2" presStyleCnt="4" custLinFactNeighborX="-2052" custLinFactNeighborY="16467"/>
      <dgm:spPr/>
    </dgm:pt>
    <dgm:pt modelId="{F772E8B5-057A-4406-ABBA-41AE01DB7A94}" type="pres">
      <dgm:prSet presAssocID="{0DC104A5-3431-48BC-B400-6BE231AF64A6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F809521B-5A2B-4590-B5AE-33B8D0EDECB8}" type="pres">
      <dgm:prSet presAssocID="{AAD56CCE-473F-447E-B813-3C5A29603B3D}" presName="nodeRect" presStyleLbl="parChTrans1D1" presStyleIdx="0" presStyleCnt="0">
        <dgm:presLayoutVars>
          <dgm:bulletEnabled val="1"/>
        </dgm:presLayoutVars>
      </dgm:prSet>
      <dgm:spPr/>
    </dgm:pt>
    <dgm:pt modelId="{ECD65537-DA3A-4731-9934-7CC67B900927}" type="pres">
      <dgm:prSet presAssocID="{0DC104A5-3431-48BC-B400-6BE231AF64A6}" presName="sibTrans" presStyleCnt="0"/>
      <dgm:spPr/>
    </dgm:pt>
    <dgm:pt modelId="{0F4BA019-630A-43FE-89AF-3660CB1BF093}" type="pres">
      <dgm:prSet presAssocID="{D4C430DC-F084-4E80-B1DB-9FC59DAB4209}" presName="compositeNode" presStyleCnt="0">
        <dgm:presLayoutVars>
          <dgm:bulletEnabled val="1"/>
        </dgm:presLayoutVars>
      </dgm:prSet>
      <dgm:spPr/>
    </dgm:pt>
    <dgm:pt modelId="{C4FACC3E-A9CD-40C9-81B4-1CA18C06E388}" type="pres">
      <dgm:prSet presAssocID="{D4C430DC-F084-4E80-B1DB-9FC59DAB4209}" presName="bgRect" presStyleLbl="fgAcc1" presStyleIdx="3" presStyleCnt="4"/>
      <dgm:spPr/>
    </dgm:pt>
    <dgm:pt modelId="{F70640E1-2029-4F6A-926C-200C2A6ED65E}" type="pres">
      <dgm:prSet presAssocID="{61B4F288-5398-454A-A30E-A7034DF8B030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ABD1B197-11A7-48FF-8806-78513221EE34}" type="pres">
      <dgm:prSet presAssocID="{D4C430DC-F084-4E80-B1DB-9FC59DAB4209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2706ED05-4EC1-4FE6-8894-3D6374692457}" type="presOf" srcId="{3092E088-9007-472E-BECC-D549D99CDBE7}" destId="{9D616FF9-92C9-444A-9F7D-F6E2B0CBBD4B}" srcOrd="1" destOrd="0" presId="urn:microsoft.com/office/officeart/2024/layout/NumberedTitleCardList#1"/>
    <dgm:cxn modelId="{02171214-7B2D-4B7B-AB21-B4EC7D14E943}" type="presOf" srcId="{AAD56CCE-473F-447E-B813-3C5A29603B3D}" destId="{F809521B-5A2B-4590-B5AE-33B8D0EDECB8}" srcOrd="1" destOrd="0" presId="urn:microsoft.com/office/officeart/2024/layout/NumberedTitleCardList#1"/>
    <dgm:cxn modelId="{4FACE417-1FFF-4BC6-B650-F2D58B8F4F12}" type="presOf" srcId="{5F883297-FE4A-401E-AF69-2D54E203E2B8}" destId="{9AEB9F46-D6B4-49AF-9B6E-764A6C8B49F9}" srcOrd="0" destOrd="0" presId="urn:microsoft.com/office/officeart/2024/layout/NumberedTitleCardList#1"/>
    <dgm:cxn modelId="{2A514F1B-61EE-4986-AA5F-7BDA834F505A}" type="presOf" srcId="{D4C430DC-F084-4E80-B1DB-9FC59DAB4209}" destId="{ABD1B197-11A7-48FF-8806-78513221EE34}" srcOrd="1" destOrd="0" presId="urn:microsoft.com/office/officeart/2024/layout/NumberedTitleCardList#1"/>
    <dgm:cxn modelId="{02D3EB1D-73C9-4CDC-AC92-0905C1A5FDB8}" srcId="{C1F201E1-0060-4F73-87E1-A5E222F67306}" destId="{D4C430DC-F084-4E80-B1DB-9FC59DAB4209}" srcOrd="3" destOrd="0" parTransId="{9F72CDEE-E8AB-40F0-84EF-013EAEE6F735}" sibTransId="{61B4F288-5398-454A-A30E-A7034DF8B030}"/>
    <dgm:cxn modelId="{5E55E430-942D-41EE-A17B-3DB0FB74DD1D}" type="presOf" srcId="{3092E088-9007-472E-BECC-D549D99CDBE7}" destId="{2D3FB578-80A8-4908-A938-00415E6A1CEF}" srcOrd="0" destOrd="0" presId="urn:microsoft.com/office/officeart/2024/layout/NumberedTitleCardList#1"/>
    <dgm:cxn modelId="{5151C038-6051-4592-A9C3-759DC8C2D6FF}" type="presOf" srcId="{EAF7996E-DA00-457B-A27E-C437E665804F}" destId="{B28B55F2-3E57-40CA-B5FD-293DC755BA64}" srcOrd="0" destOrd="0" presId="urn:microsoft.com/office/officeart/2024/layout/NumberedTitleCardList#1"/>
    <dgm:cxn modelId="{CD273463-642C-4166-8936-7BA1030317C9}" type="presOf" srcId="{D4C430DC-F084-4E80-B1DB-9FC59DAB4209}" destId="{C4FACC3E-A9CD-40C9-81B4-1CA18C06E388}" srcOrd="0" destOrd="0" presId="urn:microsoft.com/office/officeart/2024/layout/NumberedTitleCardList#1"/>
    <dgm:cxn modelId="{3B375143-A73F-4E7C-B26E-4415BA4EB1BF}" type="presOf" srcId="{5F883297-FE4A-401E-AF69-2D54E203E2B8}" destId="{ED6780F1-399D-40E2-B2EE-F7D63EC50CC3}" srcOrd="1" destOrd="0" presId="urn:microsoft.com/office/officeart/2024/layout/NumberedTitleCardList#1"/>
    <dgm:cxn modelId="{D65ADD7B-0FDB-4A01-8CA0-360A8721CA83}" srcId="{C1F201E1-0060-4F73-87E1-A5E222F67306}" destId="{5F883297-FE4A-401E-AF69-2D54E203E2B8}" srcOrd="1" destOrd="0" parTransId="{3F7A982E-B699-4CDF-BC01-F8CBE8178C25}" sibTransId="{EAF7996E-DA00-457B-A27E-C437E665804F}"/>
    <dgm:cxn modelId="{7A39FD93-F1A2-47ED-9094-6213534B3E24}" type="presOf" srcId="{8AA78628-D8D7-4C87-8503-C9ACB042BE2D}" destId="{4013DA56-5E34-428A-AA37-3D2E30D0BB73}" srcOrd="0" destOrd="0" presId="urn:microsoft.com/office/officeart/2024/layout/NumberedTitleCardList#1"/>
    <dgm:cxn modelId="{6D28AD9D-EA14-4B87-A2AC-7174A5E00DAB}" type="presOf" srcId="{61B4F288-5398-454A-A30E-A7034DF8B030}" destId="{F70640E1-2029-4F6A-926C-200C2A6ED65E}" srcOrd="0" destOrd="0" presId="urn:microsoft.com/office/officeart/2024/layout/NumberedTitleCardList#1"/>
    <dgm:cxn modelId="{A38A2DA1-CE2C-4A4E-873E-F67DDC2BA1C8}" type="presOf" srcId="{0DC104A5-3431-48BC-B400-6BE231AF64A6}" destId="{F772E8B5-057A-4406-ABBA-41AE01DB7A94}" srcOrd="0" destOrd="0" presId="urn:microsoft.com/office/officeart/2024/layout/NumberedTitleCardList#1"/>
    <dgm:cxn modelId="{0E10C9A8-76CE-49F9-996E-495A6E7034E9}" srcId="{C1F201E1-0060-4F73-87E1-A5E222F67306}" destId="{3092E088-9007-472E-BECC-D549D99CDBE7}" srcOrd="0" destOrd="0" parTransId="{306AAC2A-5E12-491F-BE8D-0ACE9AC80247}" sibTransId="{8AA78628-D8D7-4C87-8503-C9ACB042BE2D}"/>
    <dgm:cxn modelId="{23E5C7C8-B239-4F70-99F1-CED75C59FC69}" type="presOf" srcId="{AAD56CCE-473F-447E-B813-3C5A29603B3D}" destId="{FEC72AEB-99D4-44BC-86F7-B5A93920A152}" srcOrd="0" destOrd="0" presId="urn:microsoft.com/office/officeart/2024/layout/NumberedTitleCardList#1"/>
    <dgm:cxn modelId="{24635FF0-C5C0-4F6D-A761-5E9BC30BA917}" type="presOf" srcId="{C1F201E1-0060-4F73-87E1-A5E222F67306}" destId="{78EC0594-FECA-4A97-956B-4463850B9164}" srcOrd="0" destOrd="0" presId="urn:microsoft.com/office/officeart/2024/layout/NumberedTitleCardList#1"/>
    <dgm:cxn modelId="{AAB120F9-B92B-4CA3-B54B-8442E30A137E}" srcId="{C1F201E1-0060-4F73-87E1-A5E222F67306}" destId="{AAD56CCE-473F-447E-B813-3C5A29603B3D}" srcOrd="2" destOrd="0" parTransId="{ADD0F762-07D0-4145-9F88-062C2461F875}" sibTransId="{0DC104A5-3431-48BC-B400-6BE231AF64A6}"/>
    <dgm:cxn modelId="{E12112D2-1E2E-4F6E-98AB-E48EC29BAC01}" type="presParOf" srcId="{78EC0594-FECA-4A97-956B-4463850B9164}" destId="{F752C39E-4E7C-4754-A8FE-B8B98B9824D4}" srcOrd="0" destOrd="0" presId="urn:microsoft.com/office/officeart/2024/layout/NumberedTitleCardList#1"/>
    <dgm:cxn modelId="{89F3E7E5-5519-4773-996D-F61B3EEF90C4}" type="presParOf" srcId="{F752C39E-4E7C-4754-A8FE-B8B98B9824D4}" destId="{2D3FB578-80A8-4908-A938-00415E6A1CEF}" srcOrd="0" destOrd="0" presId="urn:microsoft.com/office/officeart/2024/layout/NumberedTitleCardList#1"/>
    <dgm:cxn modelId="{7638DB2D-A966-44F1-AB5B-21D714BA213F}" type="presParOf" srcId="{F752C39E-4E7C-4754-A8FE-B8B98B9824D4}" destId="{4013DA56-5E34-428A-AA37-3D2E30D0BB73}" srcOrd="1" destOrd="0" presId="urn:microsoft.com/office/officeart/2024/layout/NumberedTitleCardList#1"/>
    <dgm:cxn modelId="{20D2C230-DB22-40E6-BB8C-0E3C30187D69}" type="presParOf" srcId="{F752C39E-4E7C-4754-A8FE-B8B98B9824D4}" destId="{9D616FF9-92C9-444A-9F7D-F6E2B0CBBD4B}" srcOrd="2" destOrd="0" presId="urn:microsoft.com/office/officeart/2024/layout/NumberedTitleCardList#1"/>
    <dgm:cxn modelId="{6DA522F2-6A50-466C-AEE1-52DF2BAEB56A}" type="presParOf" srcId="{78EC0594-FECA-4A97-956B-4463850B9164}" destId="{00960DCF-FE30-4257-9C50-6A297FB746F2}" srcOrd="1" destOrd="0" presId="urn:microsoft.com/office/officeart/2024/layout/NumberedTitleCardList#1"/>
    <dgm:cxn modelId="{E98B101D-D0C9-435F-BE99-5D9DA51791B6}" type="presParOf" srcId="{78EC0594-FECA-4A97-956B-4463850B9164}" destId="{A6AAB71A-7E87-42B0-8E06-AA3BA3282F14}" srcOrd="2" destOrd="0" presId="urn:microsoft.com/office/officeart/2024/layout/NumberedTitleCardList#1"/>
    <dgm:cxn modelId="{AF5C9A9A-4811-4354-B1E8-836487286BB6}" type="presParOf" srcId="{A6AAB71A-7E87-42B0-8E06-AA3BA3282F14}" destId="{9AEB9F46-D6B4-49AF-9B6E-764A6C8B49F9}" srcOrd="0" destOrd="0" presId="urn:microsoft.com/office/officeart/2024/layout/NumberedTitleCardList#1"/>
    <dgm:cxn modelId="{EB1214E2-5318-4468-9BD9-A7EB8AA3BBE5}" type="presParOf" srcId="{A6AAB71A-7E87-42B0-8E06-AA3BA3282F14}" destId="{B28B55F2-3E57-40CA-B5FD-293DC755BA64}" srcOrd="1" destOrd="0" presId="urn:microsoft.com/office/officeart/2024/layout/NumberedTitleCardList#1"/>
    <dgm:cxn modelId="{F84CDC8A-A66A-42E9-8F31-A5588703355E}" type="presParOf" srcId="{A6AAB71A-7E87-42B0-8E06-AA3BA3282F14}" destId="{ED6780F1-399D-40E2-B2EE-F7D63EC50CC3}" srcOrd="2" destOrd="0" presId="urn:microsoft.com/office/officeart/2024/layout/NumberedTitleCardList#1"/>
    <dgm:cxn modelId="{BD16F6F8-5FE9-4DD9-AE0F-63B0DD4BA7AA}" type="presParOf" srcId="{78EC0594-FECA-4A97-956B-4463850B9164}" destId="{CEA1DE2B-5687-4C17-B06F-AD3095417D7F}" srcOrd="3" destOrd="0" presId="urn:microsoft.com/office/officeart/2024/layout/NumberedTitleCardList#1"/>
    <dgm:cxn modelId="{E8B1066B-044B-4338-A471-6D4906DA5726}" type="presParOf" srcId="{78EC0594-FECA-4A97-956B-4463850B9164}" destId="{B5888385-A7B1-4D4B-9284-805A28A3EB8C}" srcOrd="4" destOrd="0" presId="urn:microsoft.com/office/officeart/2024/layout/NumberedTitleCardList#1"/>
    <dgm:cxn modelId="{D6F7F189-4547-4A35-AA3E-8DE74E8F6B6F}" type="presParOf" srcId="{B5888385-A7B1-4D4B-9284-805A28A3EB8C}" destId="{FEC72AEB-99D4-44BC-86F7-B5A93920A152}" srcOrd="0" destOrd="0" presId="urn:microsoft.com/office/officeart/2024/layout/NumberedTitleCardList#1"/>
    <dgm:cxn modelId="{A410A87D-8388-4043-8450-F0E6A29E6CDF}" type="presParOf" srcId="{B5888385-A7B1-4D4B-9284-805A28A3EB8C}" destId="{F772E8B5-057A-4406-ABBA-41AE01DB7A94}" srcOrd="1" destOrd="0" presId="urn:microsoft.com/office/officeart/2024/layout/NumberedTitleCardList#1"/>
    <dgm:cxn modelId="{7B8C9FB9-9343-44CD-B15D-14A53A610093}" type="presParOf" srcId="{B5888385-A7B1-4D4B-9284-805A28A3EB8C}" destId="{F809521B-5A2B-4590-B5AE-33B8D0EDECB8}" srcOrd="2" destOrd="0" presId="urn:microsoft.com/office/officeart/2024/layout/NumberedTitleCardList#1"/>
    <dgm:cxn modelId="{0CD57021-4ED6-4F6D-83F0-2E607523608B}" type="presParOf" srcId="{78EC0594-FECA-4A97-956B-4463850B9164}" destId="{ECD65537-DA3A-4731-9934-7CC67B900927}" srcOrd="5" destOrd="0" presId="urn:microsoft.com/office/officeart/2024/layout/NumberedTitleCardList#1"/>
    <dgm:cxn modelId="{50FC29F9-B776-445A-94E5-783130DE241E}" type="presParOf" srcId="{78EC0594-FECA-4A97-956B-4463850B9164}" destId="{0F4BA019-630A-43FE-89AF-3660CB1BF093}" srcOrd="6" destOrd="0" presId="urn:microsoft.com/office/officeart/2024/layout/NumberedTitleCardList#1"/>
    <dgm:cxn modelId="{BD06CECC-63AB-4CC7-A8DC-67175343D437}" type="presParOf" srcId="{0F4BA019-630A-43FE-89AF-3660CB1BF093}" destId="{C4FACC3E-A9CD-40C9-81B4-1CA18C06E388}" srcOrd="0" destOrd="0" presId="urn:microsoft.com/office/officeart/2024/layout/NumberedTitleCardList#1"/>
    <dgm:cxn modelId="{42FC11FF-AD05-4877-AB94-F8E8E25B96FC}" type="presParOf" srcId="{0F4BA019-630A-43FE-89AF-3660CB1BF093}" destId="{F70640E1-2029-4F6A-926C-200C2A6ED65E}" srcOrd="1" destOrd="0" presId="urn:microsoft.com/office/officeart/2024/layout/NumberedTitleCardList#1"/>
    <dgm:cxn modelId="{674BF8E1-F210-4850-A944-65A0728E088B}" type="presParOf" srcId="{0F4BA019-630A-43FE-89AF-3660CB1BF093}" destId="{ABD1B197-11A7-48FF-8806-78513221EE34}" srcOrd="2" destOrd="0" presId="urn:microsoft.com/office/officeart/2024/layout/NumberedTitleCardList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4C8006-B437-4176-9F8E-3DE39A7EA155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CA52FAA5-9F63-4924-85EF-7BA1A483C80F}">
      <dgm:prSet phldrT="[Testo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  <a:ln>
          <a:noFill/>
        </a:ln>
      </dgm:spPr>
      <dgm:t>
        <a:bodyPr/>
        <a:lstStyle/>
        <a:p>
          <a:r>
            <a:rPr lang="en-US" sz="13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	</a:t>
          </a:r>
          <a:r>
            <a:rPr lang="en-US" sz="1400" b="1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Selettività</a:t>
          </a:r>
          <a:r>
            <a:rPr lang="en-US" sz="14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= </a:t>
          </a:r>
          <a:r>
            <a:rPr lang="en-US" sz="1400" b="1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righe</a:t>
          </a:r>
          <a:r>
            <a:rPr lang="en-US" sz="14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b="1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restituite</a:t>
          </a:r>
          <a:r>
            <a:rPr lang="en-US" sz="14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/ </a:t>
          </a:r>
          <a:r>
            <a:rPr lang="en-US" sz="1400" b="1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righe</a:t>
          </a:r>
          <a:r>
            <a:rPr lang="en-US" sz="14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b="1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totali</a:t>
          </a:r>
          <a:r>
            <a:rPr lang="en-US" sz="14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(%)</a:t>
          </a:r>
          <a:endParaRPr lang="it-IT" sz="1300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</dgm:t>
    </dgm:pt>
    <dgm:pt modelId="{6F283F5B-408B-4408-A274-CB844ACBB017}" type="parTrans" cxnId="{68309F71-17A3-4CF2-9BBD-214C4297996F}">
      <dgm:prSet/>
      <dgm:spPr/>
      <dgm:t>
        <a:bodyPr/>
        <a:lstStyle/>
        <a:p>
          <a:endParaRPr lang="it-IT"/>
        </a:p>
      </dgm:t>
    </dgm:pt>
    <dgm:pt modelId="{49C959F4-DEDE-4422-BD77-AE7956C3B6C0}" type="sibTrans" cxnId="{68309F71-17A3-4CF2-9BBD-214C4297996F}">
      <dgm:prSet/>
      <dgm:spPr/>
      <dgm:t>
        <a:bodyPr/>
        <a:lstStyle/>
        <a:p>
          <a:endParaRPr lang="it-IT"/>
        </a:p>
      </dgm:t>
    </dgm:pt>
    <dgm:pt modelId="{3E72A668-8F2F-46DC-825C-E916E4FE6D33}" type="pres">
      <dgm:prSet presAssocID="{E84C8006-B437-4176-9F8E-3DE39A7EA155}" presName="diagram" presStyleCnt="0">
        <dgm:presLayoutVars>
          <dgm:dir/>
          <dgm:resizeHandles val="exact"/>
        </dgm:presLayoutVars>
      </dgm:prSet>
      <dgm:spPr/>
    </dgm:pt>
    <dgm:pt modelId="{5D405120-0B52-4B15-A1EC-483E064687B7}" type="pres">
      <dgm:prSet presAssocID="{CA52FAA5-9F63-4924-85EF-7BA1A483C80F}" presName="node" presStyleLbl="node1" presStyleIdx="0" presStyleCnt="1" custScaleX="188582" custScaleY="51898" custLinFactNeighborX="-24204" custLinFactNeighborY="-616">
        <dgm:presLayoutVars>
          <dgm:bulletEnabled val="1"/>
        </dgm:presLayoutVars>
      </dgm:prSet>
      <dgm:spPr/>
    </dgm:pt>
  </dgm:ptLst>
  <dgm:cxnLst>
    <dgm:cxn modelId="{7E44AC4A-462F-4075-A152-9604F41EF53D}" type="presOf" srcId="{CA52FAA5-9F63-4924-85EF-7BA1A483C80F}" destId="{5D405120-0B52-4B15-A1EC-483E064687B7}" srcOrd="0" destOrd="0" presId="urn:microsoft.com/office/officeart/2005/8/layout/default"/>
    <dgm:cxn modelId="{68309F71-17A3-4CF2-9BBD-214C4297996F}" srcId="{E84C8006-B437-4176-9F8E-3DE39A7EA155}" destId="{CA52FAA5-9F63-4924-85EF-7BA1A483C80F}" srcOrd="0" destOrd="0" parTransId="{6F283F5B-408B-4408-A274-CB844ACBB017}" sibTransId="{49C959F4-DEDE-4422-BD77-AE7956C3B6C0}"/>
    <dgm:cxn modelId="{70843DEA-7A3E-4C95-BECB-21A830349A89}" type="presOf" srcId="{E84C8006-B437-4176-9F8E-3DE39A7EA155}" destId="{3E72A668-8F2F-46DC-825C-E916E4FE6D33}" srcOrd="0" destOrd="0" presId="urn:microsoft.com/office/officeart/2005/8/layout/default"/>
    <dgm:cxn modelId="{D0F266ED-9B5C-48BD-9F72-3428EECBB99E}" type="presParOf" srcId="{3E72A668-8F2F-46DC-825C-E916E4FE6D33}" destId="{5D405120-0B52-4B15-A1EC-483E064687B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1F201E1-0060-4F73-87E1-A5E222F67306}" type="doc">
      <dgm:prSet loTypeId="urn:microsoft.com/office/officeart/2005/8/layout/pList1" loCatId="picture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5F883297-FE4A-401E-AF69-2D54E203E2B8}">
      <dgm:prSet phldrT="[Testo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r>
            <a:rPr lang="it-IT" sz="1600" b="1" dirty="0"/>
            <a:t>Misura</a:t>
          </a:r>
          <a:br>
            <a:rPr lang="it-IT" sz="1600" b="1" dirty="0"/>
          </a:br>
          <a:r>
            <a:rPr lang="it-IT" sz="1400" dirty="0"/>
            <a:t>Ricerca delle combinazioni più usate su query eseguite</a:t>
          </a:r>
          <a:endParaRPr lang="it-IT" sz="1400" b="1" dirty="0"/>
        </a:p>
      </dgm:t>
    </dgm:pt>
    <dgm:pt modelId="{3F7A982E-B699-4CDF-BC01-F8CBE8178C25}" type="parTrans" cxnId="{D65ADD7B-0FDB-4A01-8CA0-360A8721CA83}">
      <dgm:prSet/>
      <dgm:spPr/>
      <dgm:t>
        <a:bodyPr/>
        <a:lstStyle/>
        <a:p>
          <a:endParaRPr lang="it-IT"/>
        </a:p>
      </dgm:t>
    </dgm:pt>
    <dgm:pt modelId="{EAF7996E-DA00-457B-A27E-C437E665804F}" type="sibTrans" cxnId="{D65ADD7B-0FDB-4A01-8CA0-360A8721CA83}">
      <dgm:prSet phldrT="2" phldr="0"/>
      <dgm:spPr/>
      <dgm:t>
        <a:bodyPr/>
        <a:lstStyle/>
        <a:p>
          <a:endParaRPr lang="it-IT"/>
        </a:p>
      </dgm:t>
    </dgm:pt>
    <dgm:pt modelId="{AAD56CCE-473F-447E-B813-3C5A29603B3D}">
      <dgm:prSet phldrT="[Testo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r>
            <a:rPr lang="it-IT" sz="1600" b="1" dirty="0"/>
            <a:t>Indici</a:t>
          </a:r>
          <a:br>
            <a:rPr lang="it-IT" sz="1600" b="1" dirty="0"/>
          </a:br>
          <a:r>
            <a:rPr lang="it-IT" sz="1400" dirty="0"/>
            <a:t>Uno per famiglia, costanti in testa, il range per ultimo </a:t>
          </a:r>
          <a:br>
            <a:rPr lang="it-IT" sz="1400" dirty="0"/>
          </a:br>
          <a:r>
            <a:rPr lang="it-IT" sz="1400" dirty="0"/>
            <a:t>Indice univoco a parte per identificativi</a:t>
          </a:r>
        </a:p>
      </dgm:t>
    </dgm:pt>
    <dgm:pt modelId="{ADD0F762-07D0-4145-9F88-062C2461F875}" type="parTrans" cxnId="{AAB120F9-B92B-4CA3-B54B-8442E30A137E}">
      <dgm:prSet/>
      <dgm:spPr/>
      <dgm:t>
        <a:bodyPr/>
        <a:lstStyle/>
        <a:p>
          <a:endParaRPr lang="it-IT"/>
        </a:p>
      </dgm:t>
    </dgm:pt>
    <dgm:pt modelId="{0DC104A5-3431-48BC-B400-6BE231AF64A6}" type="sibTrans" cxnId="{AAB120F9-B92B-4CA3-B54B-8442E30A137E}">
      <dgm:prSet phldrT="3" phldr="0"/>
      <dgm:spPr/>
      <dgm:t>
        <a:bodyPr/>
        <a:lstStyle/>
        <a:p>
          <a:endParaRPr lang="it-IT"/>
        </a:p>
      </dgm:t>
    </dgm:pt>
    <dgm:pt modelId="{D4C430DC-F084-4E80-B1DB-9FC59DAB4209}">
      <dgm:prSet phldrT="[Testo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r>
            <a:rPr lang="it-IT" sz="1600" b="1" dirty="0"/>
            <a:t>Query su misura</a:t>
          </a:r>
          <a:br>
            <a:rPr lang="it-IT" sz="1600" b="1" dirty="0"/>
          </a:br>
          <a:r>
            <a:rPr lang="it-IT" sz="1400" dirty="0"/>
            <a:t>Testo query con solo filtri valorizzati</a:t>
          </a:r>
          <a:br>
            <a:rPr lang="it-IT" sz="1400" dirty="0"/>
          </a:br>
          <a:r>
            <a:rPr lang="it-IT" sz="1400" dirty="0"/>
            <a:t>Estrazione in 2 step</a:t>
          </a:r>
          <a:endParaRPr lang="it-IT" sz="1600" b="1" dirty="0"/>
        </a:p>
      </dgm:t>
    </dgm:pt>
    <dgm:pt modelId="{9F72CDEE-E8AB-40F0-84EF-013EAEE6F735}" type="parTrans" cxnId="{02D3EB1D-73C9-4CDC-AC92-0905C1A5FDB8}">
      <dgm:prSet/>
      <dgm:spPr/>
      <dgm:t>
        <a:bodyPr/>
        <a:lstStyle/>
        <a:p>
          <a:endParaRPr lang="it-IT"/>
        </a:p>
      </dgm:t>
    </dgm:pt>
    <dgm:pt modelId="{61B4F288-5398-454A-A30E-A7034DF8B030}" type="sibTrans" cxnId="{02D3EB1D-73C9-4CDC-AC92-0905C1A5FDB8}">
      <dgm:prSet phldrT="4" phldr="0"/>
      <dgm:spPr/>
      <dgm:t>
        <a:bodyPr/>
        <a:lstStyle/>
        <a:p>
          <a:endParaRPr lang="it-IT"/>
        </a:p>
      </dgm:t>
    </dgm:pt>
    <dgm:pt modelId="{3092E088-9007-472E-BECC-D549D99CDBE7}">
      <dgm:prSet phldrT="[Testo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r>
            <a:rPr lang="it-IT" sz="1600" b="1" dirty="0"/>
            <a:t>Classificazione filtri</a:t>
          </a:r>
          <a:br>
            <a:rPr lang="it-IT" sz="1600" b="1" dirty="0"/>
          </a:br>
          <a:r>
            <a:rPr lang="it-IT" sz="1400" dirty="0"/>
            <a:t>20 filtri possono essere raggruppati in 5 famiglie</a:t>
          </a:r>
          <a:endParaRPr lang="it-IT" sz="1400" b="1" dirty="0"/>
        </a:p>
      </dgm:t>
    </dgm:pt>
    <dgm:pt modelId="{8AA78628-D8D7-4C87-8503-C9ACB042BE2D}" type="sibTrans" cxnId="{0E10C9A8-76CE-49F9-996E-495A6E7034E9}">
      <dgm:prSet phldrT="1" phldr="0"/>
      <dgm:spPr/>
      <dgm:t>
        <a:bodyPr/>
        <a:lstStyle/>
        <a:p>
          <a:endParaRPr lang="it-IT"/>
        </a:p>
      </dgm:t>
    </dgm:pt>
    <dgm:pt modelId="{306AAC2A-5E12-491F-BE8D-0ACE9AC80247}" type="parTrans" cxnId="{0E10C9A8-76CE-49F9-996E-495A6E7034E9}">
      <dgm:prSet/>
      <dgm:spPr/>
      <dgm:t>
        <a:bodyPr/>
        <a:lstStyle/>
        <a:p>
          <a:endParaRPr lang="it-IT"/>
        </a:p>
      </dgm:t>
    </dgm:pt>
    <dgm:pt modelId="{2689F53B-8741-453D-BE92-C80D3178A282}">
      <dgm:prSet phldrT="[Testo]" phldr="0"/>
      <dgm:spPr/>
      <dgm:t>
        <a:bodyPr/>
        <a:lstStyle/>
        <a:p>
          <a:pPr algn="l"/>
          <a:r>
            <a:rPr lang="it-IT" b="1" dirty="0"/>
            <a:t>Vincoli di prodotto</a:t>
          </a:r>
        </a:p>
        <a:p>
          <a:pPr algn="l"/>
          <a:r>
            <a:rPr lang="it-IT" dirty="0"/>
            <a:t>Filtri obbligatori, limite ai risultati</a:t>
          </a:r>
        </a:p>
      </dgm:t>
    </dgm:pt>
    <dgm:pt modelId="{04106CC7-8830-4446-A298-2249D101F81D}" type="parTrans" cxnId="{6C19A238-C3EF-4AEE-B2C8-A080CBCE8A26}">
      <dgm:prSet/>
      <dgm:spPr/>
      <dgm:t>
        <a:bodyPr/>
        <a:lstStyle/>
        <a:p>
          <a:endParaRPr lang="it-IT"/>
        </a:p>
      </dgm:t>
    </dgm:pt>
    <dgm:pt modelId="{8AF09334-D1E9-4314-A972-B23508D7657D}" type="sibTrans" cxnId="{6C19A238-C3EF-4AEE-B2C8-A080CBCE8A26}">
      <dgm:prSet/>
      <dgm:spPr/>
      <dgm:t>
        <a:bodyPr/>
        <a:lstStyle/>
        <a:p>
          <a:endParaRPr lang="it-IT"/>
        </a:p>
      </dgm:t>
    </dgm:pt>
    <dgm:pt modelId="{89000B25-E92B-4ECB-8B47-96A22171C1DD}" type="pres">
      <dgm:prSet presAssocID="{C1F201E1-0060-4F73-87E1-A5E222F67306}" presName="Name0" presStyleCnt="0">
        <dgm:presLayoutVars>
          <dgm:dir/>
          <dgm:resizeHandles val="exact"/>
        </dgm:presLayoutVars>
      </dgm:prSet>
      <dgm:spPr/>
    </dgm:pt>
    <dgm:pt modelId="{2BFC56BB-8FD0-4092-A2C0-D18BCE580347}" type="pres">
      <dgm:prSet presAssocID="{3092E088-9007-472E-BECC-D549D99CDBE7}" presName="compNode" presStyleCnt="0"/>
      <dgm:spPr/>
    </dgm:pt>
    <dgm:pt modelId="{05B2D140-4695-499D-AF54-F985952D2E6F}" type="pres">
      <dgm:prSet presAssocID="{3092E088-9007-472E-BECC-D549D99CDBE7}" presName="pictRect" presStyleLbl="node1" presStyleIdx="0" presStyleCnt="5" custScaleX="104635" custScaleY="253108" custLinFactNeighborX="-1384" custLinFactNeighborY="-64507"/>
      <dgm:spPr>
        <a:blipFill dpi="0" rotWithShape="1">
          <a:blip xmlns:r="http://schemas.openxmlformats.org/officeDocument/2006/relationships" r:embed="rId1"/>
          <a:srcRect/>
          <a:stretch>
            <a:fillRect t="5056" b="5056"/>
          </a:stretch>
        </a:blipFill>
        <a:ln>
          <a:solidFill>
            <a:srgbClr val="C20E1A"/>
          </a:solidFill>
        </a:ln>
      </dgm:spPr>
    </dgm:pt>
    <dgm:pt modelId="{9BF7393B-3600-4774-9BDF-0CB38F0BDA8A}" type="pres">
      <dgm:prSet presAssocID="{3092E088-9007-472E-BECC-D549D99CDBE7}" presName="textRect" presStyleLbl="revTx" presStyleIdx="0" presStyleCnt="5" custScaleX="133100" custScaleY="133100" custLinFactNeighborX="805" custLinFactNeighborY="39456">
        <dgm:presLayoutVars>
          <dgm:bulletEnabled val="1"/>
        </dgm:presLayoutVars>
      </dgm:prSet>
      <dgm:spPr/>
    </dgm:pt>
    <dgm:pt modelId="{5D4AD8C9-8C33-443A-8A40-66C699D8E26D}" type="pres">
      <dgm:prSet presAssocID="{8AA78628-D8D7-4C87-8503-C9ACB042BE2D}" presName="sibTrans" presStyleLbl="sibTrans2D1" presStyleIdx="0" presStyleCnt="0"/>
      <dgm:spPr/>
    </dgm:pt>
    <dgm:pt modelId="{8FCB65A2-F34C-4CEF-84A0-17491BC46B8F}" type="pres">
      <dgm:prSet presAssocID="{5F883297-FE4A-401E-AF69-2D54E203E2B8}" presName="compNode" presStyleCnt="0"/>
      <dgm:spPr/>
    </dgm:pt>
    <dgm:pt modelId="{165D1BD0-8FC4-4502-B88C-5855693EE911}" type="pres">
      <dgm:prSet presAssocID="{5F883297-FE4A-401E-AF69-2D54E203E2B8}" presName="pictRect" presStyleLbl="node1" presStyleIdx="1" presStyleCnt="5" custScaleY="253108" custLinFactNeighborX="-18002" custLinFactNeighborY="-64222"/>
      <dgm:spPr>
        <a:blipFill dpi="0" rotWithShape="1">
          <a:blip xmlns:r="http://schemas.openxmlformats.org/officeDocument/2006/relationships" r:embed="rId2"/>
          <a:srcRect/>
          <a:stretch>
            <a:fillRect t="28000" b="28000"/>
          </a:stretch>
        </a:blipFill>
        <a:ln>
          <a:solidFill>
            <a:srgbClr val="C20E1A"/>
          </a:solidFill>
        </a:ln>
      </dgm:spPr>
    </dgm:pt>
    <dgm:pt modelId="{BC0B2104-26EA-4526-B686-F7BD697CBE34}" type="pres">
      <dgm:prSet presAssocID="{5F883297-FE4A-401E-AF69-2D54E203E2B8}" presName="textRect" presStyleLbl="revTx" presStyleIdx="1" presStyleCnt="5" custScaleX="105522" custLinFactNeighborX="-16954" custLinFactNeighborY="19441">
        <dgm:presLayoutVars>
          <dgm:bulletEnabled val="1"/>
        </dgm:presLayoutVars>
      </dgm:prSet>
      <dgm:spPr/>
    </dgm:pt>
    <dgm:pt modelId="{954FBF4B-4464-4490-8694-629E83A66266}" type="pres">
      <dgm:prSet presAssocID="{EAF7996E-DA00-457B-A27E-C437E665804F}" presName="sibTrans" presStyleLbl="sibTrans2D1" presStyleIdx="0" presStyleCnt="0"/>
      <dgm:spPr/>
    </dgm:pt>
    <dgm:pt modelId="{F0F9AFEF-8640-4BEC-A62C-5B5226BACCA8}" type="pres">
      <dgm:prSet presAssocID="{AAD56CCE-473F-447E-B813-3C5A29603B3D}" presName="compNode" presStyleCnt="0"/>
      <dgm:spPr/>
    </dgm:pt>
    <dgm:pt modelId="{E8745705-F125-4293-9A64-2C70C4AFDF94}" type="pres">
      <dgm:prSet presAssocID="{AAD56CCE-473F-447E-B813-3C5A29603B3D}" presName="pictRect" presStyleLbl="node1" presStyleIdx="2" presStyleCnt="5" custScaleY="255253" custLinFactNeighborX="-18293" custLinFactNeighborY="-63150"/>
      <dgm:spPr>
        <a:blipFill dpi="0" rotWithShape="1">
          <a:blip xmlns:r="http://schemas.openxmlformats.org/officeDocument/2006/relationships" r:embed="rId3"/>
          <a:srcRect/>
          <a:stretch>
            <a:fillRect t="6428" b="6428"/>
          </a:stretch>
        </a:blipFill>
        <a:ln>
          <a:solidFill>
            <a:srgbClr val="C20E1A"/>
          </a:solidFill>
        </a:ln>
      </dgm:spPr>
    </dgm:pt>
    <dgm:pt modelId="{522D8812-A5DF-4260-A8BB-0C94F1789B39}" type="pres">
      <dgm:prSet presAssocID="{AAD56CCE-473F-447E-B813-3C5A29603B3D}" presName="textRect" presStyleLbl="revTx" presStyleIdx="2" presStyleCnt="5" custLinFactNeighborX="-19311" custLinFactNeighborY="13125">
        <dgm:presLayoutVars>
          <dgm:bulletEnabled val="1"/>
        </dgm:presLayoutVars>
      </dgm:prSet>
      <dgm:spPr/>
    </dgm:pt>
    <dgm:pt modelId="{B0A55C9E-D814-4E3A-9675-34FBC935CBC2}" type="pres">
      <dgm:prSet presAssocID="{0DC104A5-3431-48BC-B400-6BE231AF64A6}" presName="sibTrans" presStyleLbl="sibTrans2D1" presStyleIdx="0" presStyleCnt="0"/>
      <dgm:spPr/>
    </dgm:pt>
    <dgm:pt modelId="{C4C53909-1847-4FC8-A81D-81AD2991C9CF}" type="pres">
      <dgm:prSet presAssocID="{D4C430DC-F084-4E80-B1DB-9FC59DAB4209}" presName="compNode" presStyleCnt="0"/>
      <dgm:spPr/>
    </dgm:pt>
    <dgm:pt modelId="{D99D70B2-12A9-43AA-A248-419898E7A500}" type="pres">
      <dgm:prSet presAssocID="{D4C430DC-F084-4E80-B1DB-9FC59DAB4209}" presName="pictRect" presStyleLbl="node1" presStyleIdx="3" presStyleCnt="5" custScaleY="255253" custLinFactNeighborX="-15823" custLinFactNeighborY="-63150"/>
      <dgm:spPr>
        <a:blipFill dpi="0" rotWithShape="1">
          <a:blip xmlns:r="http://schemas.openxmlformats.org/officeDocument/2006/relationships" r:embed="rId4"/>
          <a:srcRect/>
          <a:stretch>
            <a:fillRect t="30198" b="30198"/>
          </a:stretch>
        </a:blipFill>
        <a:ln>
          <a:solidFill>
            <a:srgbClr val="C20E1A"/>
          </a:solidFill>
        </a:ln>
      </dgm:spPr>
    </dgm:pt>
    <dgm:pt modelId="{74997882-A2C9-4F3A-BF5F-D9E660F9627C}" type="pres">
      <dgm:prSet presAssocID="{D4C430DC-F084-4E80-B1DB-9FC59DAB4209}" presName="textRect" presStyleLbl="revTx" presStyleIdx="3" presStyleCnt="5" custLinFactNeighborX="-15193" custLinFactNeighborY="6809">
        <dgm:presLayoutVars>
          <dgm:bulletEnabled val="1"/>
        </dgm:presLayoutVars>
      </dgm:prSet>
      <dgm:spPr/>
    </dgm:pt>
    <dgm:pt modelId="{2D50B8AD-0403-46B5-9805-E79E99E606C5}" type="pres">
      <dgm:prSet presAssocID="{61B4F288-5398-454A-A30E-A7034DF8B030}" presName="sibTrans" presStyleLbl="sibTrans2D1" presStyleIdx="0" presStyleCnt="0"/>
      <dgm:spPr/>
    </dgm:pt>
    <dgm:pt modelId="{13A45670-A8AA-468C-A3F7-9CB6F3FF6575}" type="pres">
      <dgm:prSet presAssocID="{2689F53B-8741-453D-BE92-C80D3178A282}" presName="compNode" presStyleCnt="0"/>
      <dgm:spPr/>
    </dgm:pt>
    <dgm:pt modelId="{9EA641FD-D567-4DBB-A6C3-5F7A1A78BB33}" type="pres">
      <dgm:prSet presAssocID="{2689F53B-8741-453D-BE92-C80D3178A282}" presName="pictRect" presStyleLbl="node1" presStyleIdx="4" presStyleCnt="5" custScaleY="255253" custLinFactNeighborX="-13183" custLinFactNeighborY="-52337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t="21570" b="2157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Lampadina e ingranaggio con riempimento a tinta unita"/>
        </a:ext>
      </dgm:extLst>
    </dgm:pt>
    <dgm:pt modelId="{65ACF68D-F4C6-4198-A618-0F76D28B337A}" type="pres">
      <dgm:prSet presAssocID="{2689F53B-8741-453D-BE92-C80D3178A282}" presName="textRect" presStyleLbl="revTx" presStyleIdx="4" presStyleCnt="5" custScaleY="271784" custLinFactY="53064" custLinFactNeighborX="-11546" custLinFactNeighborY="100000">
        <dgm:presLayoutVars>
          <dgm:bulletEnabled val="1"/>
        </dgm:presLayoutVars>
      </dgm:prSet>
      <dgm:spPr/>
    </dgm:pt>
  </dgm:ptLst>
  <dgm:cxnLst>
    <dgm:cxn modelId="{02D3EB1D-73C9-4CDC-AC92-0905C1A5FDB8}" srcId="{C1F201E1-0060-4F73-87E1-A5E222F67306}" destId="{D4C430DC-F084-4E80-B1DB-9FC59DAB4209}" srcOrd="3" destOrd="0" parTransId="{9F72CDEE-E8AB-40F0-84EF-013EAEE6F735}" sibTransId="{61B4F288-5398-454A-A30E-A7034DF8B030}"/>
    <dgm:cxn modelId="{C754F427-9B19-43B4-922E-48DD003358F9}" type="presOf" srcId="{8AA78628-D8D7-4C87-8503-C9ACB042BE2D}" destId="{5D4AD8C9-8C33-443A-8A40-66C699D8E26D}" srcOrd="0" destOrd="0" presId="urn:microsoft.com/office/officeart/2005/8/layout/pList1"/>
    <dgm:cxn modelId="{6C19A238-C3EF-4AEE-B2C8-A080CBCE8A26}" srcId="{C1F201E1-0060-4F73-87E1-A5E222F67306}" destId="{2689F53B-8741-453D-BE92-C80D3178A282}" srcOrd="4" destOrd="0" parTransId="{04106CC7-8830-4446-A298-2249D101F81D}" sibTransId="{8AF09334-D1E9-4314-A972-B23508D7657D}"/>
    <dgm:cxn modelId="{8D8CC03D-0FC9-4F17-B742-485118765834}" type="presOf" srcId="{C1F201E1-0060-4F73-87E1-A5E222F67306}" destId="{89000B25-E92B-4ECB-8B47-96A22171C1DD}" srcOrd="0" destOrd="0" presId="urn:microsoft.com/office/officeart/2005/8/layout/pList1"/>
    <dgm:cxn modelId="{35BCA241-2FE0-4260-A8BB-325096BA2CF5}" type="presOf" srcId="{2689F53B-8741-453D-BE92-C80D3178A282}" destId="{65ACF68D-F4C6-4198-A618-0F76D28B337A}" srcOrd="0" destOrd="0" presId="urn:microsoft.com/office/officeart/2005/8/layout/pList1"/>
    <dgm:cxn modelId="{8DF8336A-80E2-4418-92C8-C0B49B648FEB}" type="presOf" srcId="{61B4F288-5398-454A-A30E-A7034DF8B030}" destId="{2D50B8AD-0403-46B5-9805-E79E99E606C5}" srcOrd="0" destOrd="0" presId="urn:microsoft.com/office/officeart/2005/8/layout/pList1"/>
    <dgm:cxn modelId="{A6E7304B-3CF5-48DD-B324-57A60B85E435}" type="presOf" srcId="{5F883297-FE4A-401E-AF69-2D54E203E2B8}" destId="{BC0B2104-26EA-4526-B686-F7BD697CBE34}" srcOrd="0" destOrd="0" presId="urn:microsoft.com/office/officeart/2005/8/layout/pList1"/>
    <dgm:cxn modelId="{DCE01E76-5174-4EF3-9DE7-C2C50F6AB8BC}" type="presOf" srcId="{3092E088-9007-472E-BECC-D549D99CDBE7}" destId="{9BF7393B-3600-4774-9BDF-0CB38F0BDA8A}" srcOrd="0" destOrd="0" presId="urn:microsoft.com/office/officeart/2005/8/layout/pList1"/>
    <dgm:cxn modelId="{D65ADD7B-0FDB-4A01-8CA0-360A8721CA83}" srcId="{C1F201E1-0060-4F73-87E1-A5E222F67306}" destId="{5F883297-FE4A-401E-AF69-2D54E203E2B8}" srcOrd="1" destOrd="0" parTransId="{3F7A982E-B699-4CDF-BC01-F8CBE8178C25}" sibTransId="{EAF7996E-DA00-457B-A27E-C437E665804F}"/>
    <dgm:cxn modelId="{A29A1F88-3A52-4B99-82DF-B8FABE4B8C24}" type="presOf" srcId="{AAD56CCE-473F-447E-B813-3C5A29603B3D}" destId="{522D8812-A5DF-4260-A8BB-0C94F1789B39}" srcOrd="0" destOrd="0" presId="urn:microsoft.com/office/officeart/2005/8/layout/pList1"/>
    <dgm:cxn modelId="{560FB6A8-950F-4831-93D2-A54289A9CF02}" type="presOf" srcId="{D4C430DC-F084-4E80-B1DB-9FC59DAB4209}" destId="{74997882-A2C9-4F3A-BF5F-D9E660F9627C}" srcOrd="0" destOrd="0" presId="urn:microsoft.com/office/officeart/2005/8/layout/pList1"/>
    <dgm:cxn modelId="{0E10C9A8-76CE-49F9-996E-495A6E7034E9}" srcId="{C1F201E1-0060-4F73-87E1-A5E222F67306}" destId="{3092E088-9007-472E-BECC-D549D99CDBE7}" srcOrd="0" destOrd="0" parTransId="{306AAC2A-5E12-491F-BE8D-0ACE9AC80247}" sibTransId="{8AA78628-D8D7-4C87-8503-C9ACB042BE2D}"/>
    <dgm:cxn modelId="{39A8C1C5-1B8E-4B12-9254-90A3DC5AD4EC}" type="presOf" srcId="{0DC104A5-3431-48BC-B400-6BE231AF64A6}" destId="{B0A55C9E-D814-4E3A-9675-34FBC935CBC2}" srcOrd="0" destOrd="0" presId="urn:microsoft.com/office/officeart/2005/8/layout/pList1"/>
    <dgm:cxn modelId="{E67263D9-6D97-438D-A7E2-6DC9E5B70B12}" type="presOf" srcId="{EAF7996E-DA00-457B-A27E-C437E665804F}" destId="{954FBF4B-4464-4490-8694-629E83A66266}" srcOrd="0" destOrd="0" presId="urn:microsoft.com/office/officeart/2005/8/layout/pList1"/>
    <dgm:cxn modelId="{AAB120F9-B92B-4CA3-B54B-8442E30A137E}" srcId="{C1F201E1-0060-4F73-87E1-A5E222F67306}" destId="{AAD56CCE-473F-447E-B813-3C5A29603B3D}" srcOrd="2" destOrd="0" parTransId="{ADD0F762-07D0-4145-9F88-062C2461F875}" sibTransId="{0DC104A5-3431-48BC-B400-6BE231AF64A6}"/>
    <dgm:cxn modelId="{E7583066-021C-481D-9A7D-13FA90C8CE8C}" type="presParOf" srcId="{89000B25-E92B-4ECB-8B47-96A22171C1DD}" destId="{2BFC56BB-8FD0-4092-A2C0-D18BCE580347}" srcOrd="0" destOrd="0" presId="urn:microsoft.com/office/officeart/2005/8/layout/pList1"/>
    <dgm:cxn modelId="{123BA9FF-9741-489B-BC42-237BAC4CEAB1}" type="presParOf" srcId="{2BFC56BB-8FD0-4092-A2C0-D18BCE580347}" destId="{05B2D140-4695-499D-AF54-F985952D2E6F}" srcOrd="0" destOrd="0" presId="urn:microsoft.com/office/officeart/2005/8/layout/pList1"/>
    <dgm:cxn modelId="{99CE3E12-3609-4A41-8A87-9A4777D87DBD}" type="presParOf" srcId="{2BFC56BB-8FD0-4092-A2C0-D18BCE580347}" destId="{9BF7393B-3600-4774-9BDF-0CB38F0BDA8A}" srcOrd="1" destOrd="0" presId="urn:microsoft.com/office/officeart/2005/8/layout/pList1"/>
    <dgm:cxn modelId="{6FDC0F0A-14CF-4DDB-8CB5-1449764F19EA}" type="presParOf" srcId="{89000B25-E92B-4ECB-8B47-96A22171C1DD}" destId="{5D4AD8C9-8C33-443A-8A40-66C699D8E26D}" srcOrd="1" destOrd="0" presId="urn:microsoft.com/office/officeart/2005/8/layout/pList1"/>
    <dgm:cxn modelId="{C7D3DD4D-5AC8-413B-A169-C2583D4BC08F}" type="presParOf" srcId="{89000B25-E92B-4ECB-8B47-96A22171C1DD}" destId="{8FCB65A2-F34C-4CEF-84A0-17491BC46B8F}" srcOrd="2" destOrd="0" presId="urn:microsoft.com/office/officeart/2005/8/layout/pList1"/>
    <dgm:cxn modelId="{5DCF6ECF-631D-4EDB-A7EA-822A82062469}" type="presParOf" srcId="{8FCB65A2-F34C-4CEF-84A0-17491BC46B8F}" destId="{165D1BD0-8FC4-4502-B88C-5855693EE911}" srcOrd="0" destOrd="0" presId="urn:microsoft.com/office/officeart/2005/8/layout/pList1"/>
    <dgm:cxn modelId="{50B8DF10-271B-4D6C-9163-2767F015AE0C}" type="presParOf" srcId="{8FCB65A2-F34C-4CEF-84A0-17491BC46B8F}" destId="{BC0B2104-26EA-4526-B686-F7BD697CBE34}" srcOrd="1" destOrd="0" presId="urn:microsoft.com/office/officeart/2005/8/layout/pList1"/>
    <dgm:cxn modelId="{0A74A65C-76C4-40AC-8E6B-6AAC8AE02F72}" type="presParOf" srcId="{89000B25-E92B-4ECB-8B47-96A22171C1DD}" destId="{954FBF4B-4464-4490-8694-629E83A66266}" srcOrd="3" destOrd="0" presId="urn:microsoft.com/office/officeart/2005/8/layout/pList1"/>
    <dgm:cxn modelId="{BDA17881-0730-4841-89FA-1E7A09AF09B5}" type="presParOf" srcId="{89000B25-E92B-4ECB-8B47-96A22171C1DD}" destId="{F0F9AFEF-8640-4BEC-A62C-5B5226BACCA8}" srcOrd="4" destOrd="0" presId="urn:microsoft.com/office/officeart/2005/8/layout/pList1"/>
    <dgm:cxn modelId="{EBFA0786-EAFA-4BF5-9653-0A83793DC60C}" type="presParOf" srcId="{F0F9AFEF-8640-4BEC-A62C-5B5226BACCA8}" destId="{E8745705-F125-4293-9A64-2C70C4AFDF94}" srcOrd="0" destOrd="0" presId="urn:microsoft.com/office/officeart/2005/8/layout/pList1"/>
    <dgm:cxn modelId="{B6BD2D5F-90AC-4716-BDAF-E17C084E068D}" type="presParOf" srcId="{F0F9AFEF-8640-4BEC-A62C-5B5226BACCA8}" destId="{522D8812-A5DF-4260-A8BB-0C94F1789B39}" srcOrd="1" destOrd="0" presId="urn:microsoft.com/office/officeart/2005/8/layout/pList1"/>
    <dgm:cxn modelId="{93C04604-02C7-4940-B996-1A013E9FC76A}" type="presParOf" srcId="{89000B25-E92B-4ECB-8B47-96A22171C1DD}" destId="{B0A55C9E-D814-4E3A-9675-34FBC935CBC2}" srcOrd="5" destOrd="0" presId="urn:microsoft.com/office/officeart/2005/8/layout/pList1"/>
    <dgm:cxn modelId="{77CF81F7-C7C3-4EA5-A92C-8B3E951D114B}" type="presParOf" srcId="{89000B25-E92B-4ECB-8B47-96A22171C1DD}" destId="{C4C53909-1847-4FC8-A81D-81AD2991C9CF}" srcOrd="6" destOrd="0" presId="urn:microsoft.com/office/officeart/2005/8/layout/pList1"/>
    <dgm:cxn modelId="{5EFEF8C2-B5FF-4ABC-8972-FAE65597BE72}" type="presParOf" srcId="{C4C53909-1847-4FC8-A81D-81AD2991C9CF}" destId="{D99D70B2-12A9-43AA-A248-419898E7A500}" srcOrd="0" destOrd="0" presId="urn:microsoft.com/office/officeart/2005/8/layout/pList1"/>
    <dgm:cxn modelId="{C98DC7FB-D120-4F60-BB62-823F5070C327}" type="presParOf" srcId="{C4C53909-1847-4FC8-A81D-81AD2991C9CF}" destId="{74997882-A2C9-4F3A-BF5F-D9E660F9627C}" srcOrd="1" destOrd="0" presId="urn:microsoft.com/office/officeart/2005/8/layout/pList1"/>
    <dgm:cxn modelId="{BEE06868-D206-4B46-9326-9EF5F07955C1}" type="presParOf" srcId="{89000B25-E92B-4ECB-8B47-96A22171C1DD}" destId="{2D50B8AD-0403-46B5-9805-E79E99E606C5}" srcOrd="7" destOrd="0" presId="urn:microsoft.com/office/officeart/2005/8/layout/pList1"/>
    <dgm:cxn modelId="{7E780526-7FA4-4B6D-9708-A8A5D4477FE7}" type="presParOf" srcId="{89000B25-E92B-4ECB-8B47-96A22171C1DD}" destId="{13A45670-A8AA-468C-A3F7-9CB6F3FF6575}" srcOrd="8" destOrd="0" presId="urn:microsoft.com/office/officeart/2005/8/layout/pList1"/>
    <dgm:cxn modelId="{B4F9F487-5038-463A-B4E9-2F21401683BC}" type="presParOf" srcId="{13A45670-A8AA-468C-A3F7-9CB6F3FF6575}" destId="{9EA641FD-D567-4DBB-A6C3-5F7A1A78BB33}" srcOrd="0" destOrd="0" presId="urn:microsoft.com/office/officeart/2005/8/layout/pList1"/>
    <dgm:cxn modelId="{CB3DDC93-FB7C-4ED0-B92F-96763C487E7E}" type="presParOf" srcId="{13A45670-A8AA-468C-A3F7-9CB6F3FF6575}" destId="{65ACF68D-F4C6-4198-A618-0F76D28B337A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1F201E1-0060-4F73-87E1-A5E222F67306}" type="doc">
      <dgm:prSet loTypeId="urn:microsoft.com/office/officeart/2005/8/layout/vList3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3092E088-9007-472E-BECC-D549D99CDBE7}">
      <dgm:prSet phldrT="[Testo]" phldr="0" custT="1"/>
      <dgm:spPr>
        <a:solidFill>
          <a:srgbClr val="C00000"/>
        </a:solidFill>
        <a:ln>
          <a:solidFill>
            <a:srgbClr val="C00000"/>
          </a:solidFill>
        </a:ln>
      </dgm:spPr>
      <dgm:t>
        <a:bodyPr/>
        <a:lstStyle/>
        <a:p>
          <a:r>
            <a:rPr lang="it-IT" sz="1600" b="1" dirty="0"/>
            <a:t>Scritture più lente</a:t>
          </a:r>
          <a:br>
            <a:rPr lang="it-IT" sz="1600" b="1" dirty="0"/>
          </a:br>
          <a:r>
            <a:rPr lang="en-US" sz="1400" dirty="0">
              <a:latin typeface="Calibri" pitchFamily="34" charset="0"/>
              <a:ea typeface="Calibri" pitchFamily="34" charset="-122"/>
              <a:cs typeface="Calibri" pitchFamily="34" charset="-120"/>
            </a:rPr>
            <a:t>Ogni INSERT, UPDATE e DELETE </a:t>
          </a:r>
          <a:r>
            <a:rPr lang="en-US" sz="14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aggiorna</a:t>
          </a:r>
          <a:r>
            <a:rPr lang="en-US" sz="1400" dirty="0">
              <a:latin typeface="Calibri" pitchFamily="34" charset="0"/>
              <a:ea typeface="Calibri" pitchFamily="34" charset="-122"/>
              <a:cs typeface="Calibri" pitchFamily="34" charset="-120"/>
            </a:rPr>
            <a:t> la </a:t>
          </a:r>
          <a:r>
            <a:rPr lang="en-US" sz="14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tabella</a:t>
          </a:r>
          <a:r>
            <a:rPr lang="en-US" sz="1400" dirty="0">
              <a:latin typeface="Calibri" pitchFamily="34" charset="0"/>
              <a:ea typeface="Calibri" pitchFamily="34" charset="-122"/>
              <a:cs typeface="Calibri" pitchFamily="34" charset="-120"/>
            </a:rPr>
            <a:t> e tutti </a:t>
          </a:r>
          <a:r>
            <a:rPr lang="en-US" sz="14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gli</a:t>
          </a:r>
          <a:r>
            <a:rPr lang="en-US" sz="1400" dirty="0"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indici</a:t>
          </a:r>
          <a:r>
            <a:rPr lang="en-US" sz="1400" dirty="0"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che</a:t>
          </a:r>
          <a:r>
            <a:rPr lang="en-US" sz="1400" dirty="0"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contengono</a:t>
          </a:r>
          <a:r>
            <a:rPr lang="en-US" sz="1400" dirty="0">
              <a:latin typeface="Calibri" pitchFamily="34" charset="0"/>
              <a:ea typeface="Calibri" pitchFamily="34" charset="-122"/>
              <a:cs typeface="Calibri" pitchFamily="34" charset="-120"/>
            </a:rPr>
            <a:t> le </a:t>
          </a:r>
          <a:r>
            <a:rPr lang="en-US" sz="14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colonne</a:t>
          </a:r>
          <a:r>
            <a:rPr lang="en-US" sz="1400" dirty="0"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toccate</a:t>
          </a:r>
          <a:r>
            <a:rPr lang="en-US" sz="1400" dirty="0">
              <a:latin typeface="Calibri" pitchFamily="34" charset="0"/>
              <a:ea typeface="Calibri" pitchFamily="34" charset="-122"/>
              <a:cs typeface="Calibri" pitchFamily="34" charset="-120"/>
            </a:rPr>
            <a:t>.</a:t>
          </a:r>
          <a:endParaRPr lang="it-IT" sz="1400" b="1" dirty="0"/>
        </a:p>
      </dgm:t>
    </dgm:pt>
    <dgm:pt modelId="{306AAC2A-5E12-491F-BE8D-0ACE9AC80247}" type="parTrans" cxnId="{0E10C9A8-76CE-49F9-996E-495A6E7034E9}">
      <dgm:prSet/>
      <dgm:spPr/>
      <dgm:t>
        <a:bodyPr/>
        <a:lstStyle/>
        <a:p>
          <a:endParaRPr lang="it-IT"/>
        </a:p>
      </dgm:t>
    </dgm:pt>
    <dgm:pt modelId="{8AA78628-D8D7-4C87-8503-C9ACB042BE2D}" type="sibTrans" cxnId="{0E10C9A8-76CE-49F9-996E-495A6E7034E9}">
      <dgm:prSet phldrT="1" phldr="0"/>
      <dgm:spPr/>
      <dgm:t>
        <a:bodyPr/>
        <a:lstStyle/>
        <a:p>
          <a:endParaRPr lang="it-IT"/>
        </a:p>
      </dgm:t>
    </dgm:pt>
    <dgm:pt modelId="{5F883297-FE4A-401E-AF69-2D54E203E2B8}">
      <dgm:prSet phldrT="[Testo]" phldr="0" custT="1"/>
      <dgm:spPr>
        <a:solidFill>
          <a:srgbClr val="C00000"/>
        </a:solidFill>
      </dgm:spPr>
      <dgm:t>
        <a:bodyPr/>
        <a:lstStyle/>
        <a:p>
          <a:r>
            <a:rPr lang="it-IT" sz="1600" b="1" dirty="0"/>
            <a:t>Spazio occupato</a:t>
          </a:r>
          <a:br>
            <a:rPr lang="it-IT" sz="1600" b="1" dirty="0"/>
          </a:br>
          <a:r>
            <a:rPr lang="en-US" sz="14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L’indice</a:t>
          </a:r>
          <a:r>
            <a:rPr lang="en-US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occupa</a:t>
          </a:r>
          <a:r>
            <a:rPr lang="en-US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storage, </a:t>
          </a:r>
          <a:r>
            <a:rPr lang="en-US" sz="14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entra</a:t>
          </a:r>
          <a:r>
            <a:rPr lang="en-US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nel</a:t>
          </a:r>
          <a:r>
            <a:rPr lang="en-US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buffer pool </a:t>
          </a:r>
          <a:r>
            <a:rPr lang="en-US" sz="14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sottraendo</a:t>
          </a:r>
          <a:r>
            <a:rPr lang="en-US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memoria e </a:t>
          </a:r>
          <a:r>
            <a:rPr lang="en-US" sz="14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finisce</a:t>
          </a:r>
          <a:r>
            <a:rPr lang="en-US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in ogni backup.</a:t>
          </a:r>
          <a:endParaRPr lang="it-IT" sz="1400" b="1" dirty="0">
            <a:solidFill>
              <a:schemeClr val="bg1"/>
            </a:solidFill>
          </a:endParaRPr>
        </a:p>
      </dgm:t>
    </dgm:pt>
    <dgm:pt modelId="{3F7A982E-B699-4CDF-BC01-F8CBE8178C25}" type="parTrans" cxnId="{D65ADD7B-0FDB-4A01-8CA0-360A8721CA83}">
      <dgm:prSet/>
      <dgm:spPr/>
      <dgm:t>
        <a:bodyPr/>
        <a:lstStyle/>
        <a:p>
          <a:endParaRPr lang="it-IT"/>
        </a:p>
      </dgm:t>
    </dgm:pt>
    <dgm:pt modelId="{EAF7996E-DA00-457B-A27E-C437E665804F}" type="sibTrans" cxnId="{D65ADD7B-0FDB-4A01-8CA0-360A8721CA83}">
      <dgm:prSet phldrT="2" phldr="0"/>
      <dgm:spPr/>
      <dgm:t>
        <a:bodyPr/>
        <a:lstStyle/>
        <a:p>
          <a:endParaRPr lang="it-IT"/>
        </a:p>
      </dgm:t>
    </dgm:pt>
    <dgm:pt modelId="{AAD56CCE-473F-447E-B813-3C5A29603B3D}">
      <dgm:prSet phldrT="[Testo]" phldr="0" custT="1"/>
      <dgm:spPr>
        <a:solidFill>
          <a:srgbClr val="C00000"/>
        </a:solidFill>
      </dgm:spPr>
      <dgm:t>
        <a:bodyPr/>
        <a:lstStyle/>
        <a:p>
          <a:r>
            <a:rPr lang="it-IT" sz="1600" b="1" dirty="0"/>
            <a:t>Manutenzione ricorrente</a:t>
          </a:r>
          <a:br>
            <a:rPr lang="it-IT" sz="1600" b="1" dirty="0"/>
          </a:br>
          <a:r>
            <a:rPr lang="it-IT" sz="1400" dirty="0"/>
            <a:t>Frammentazione, </a:t>
          </a:r>
          <a:r>
            <a:rPr lang="it-IT" sz="1400" dirty="0" err="1"/>
            <a:t>rebuild</a:t>
          </a:r>
          <a:r>
            <a:rPr lang="it-IT" sz="1400" dirty="0"/>
            <a:t> o </a:t>
          </a:r>
          <a:r>
            <a:rPr lang="it-IT" sz="1400" dirty="0" err="1"/>
            <a:t>reorganize</a:t>
          </a:r>
          <a:r>
            <a:rPr lang="it-IT" sz="1400" dirty="0"/>
            <a:t> e aggiornamento statistico sono costi ricorrenti</a:t>
          </a:r>
        </a:p>
      </dgm:t>
    </dgm:pt>
    <dgm:pt modelId="{ADD0F762-07D0-4145-9F88-062C2461F875}" type="parTrans" cxnId="{AAB120F9-B92B-4CA3-B54B-8442E30A137E}">
      <dgm:prSet/>
      <dgm:spPr/>
      <dgm:t>
        <a:bodyPr/>
        <a:lstStyle/>
        <a:p>
          <a:endParaRPr lang="it-IT"/>
        </a:p>
      </dgm:t>
    </dgm:pt>
    <dgm:pt modelId="{0DC104A5-3431-48BC-B400-6BE231AF64A6}" type="sibTrans" cxnId="{AAB120F9-B92B-4CA3-B54B-8442E30A137E}">
      <dgm:prSet phldrT="3" phldr="0"/>
      <dgm:spPr/>
      <dgm:t>
        <a:bodyPr/>
        <a:lstStyle/>
        <a:p>
          <a:endParaRPr lang="it-IT"/>
        </a:p>
      </dgm:t>
    </dgm:pt>
    <dgm:pt modelId="{D4C430DC-F084-4E80-B1DB-9FC59DAB4209}">
      <dgm:prSet phldrT="[Testo]" phldr="0" custT="1"/>
      <dgm:spPr>
        <a:solidFill>
          <a:srgbClr val="C00000"/>
        </a:solidFill>
      </dgm:spPr>
      <dgm:t>
        <a:bodyPr/>
        <a:lstStyle/>
        <a:p>
          <a:r>
            <a:rPr lang="it-IT" sz="1600" b="1" dirty="0"/>
            <a:t>Aumento contese</a:t>
          </a:r>
          <a:br>
            <a:rPr lang="it-IT" sz="1600" b="1" dirty="0"/>
          </a:br>
          <a:r>
            <a:rPr lang="it-IT" sz="1400" dirty="0"/>
            <a:t>Più strutture da bloccare durante le modifiche, più lock, più attese.</a:t>
          </a:r>
          <a:endParaRPr lang="it-IT" sz="1600" b="1" dirty="0"/>
        </a:p>
      </dgm:t>
    </dgm:pt>
    <dgm:pt modelId="{9F72CDEE-E8AB-40F0-84EF-013EAEE6F735}" type="parTrans" cxnId="{02D3EB1D-73C9-4CDC-AC92-0905C1A5FDB8}">
      <dgm:prSet/>
      <dgm:spPr/>
      <dgm:t>
        <a:bodyPr/>
        <a:lstStyle/>
        <a:p>
          <a:endParaRPr lang="it-IT"/>
        </a:p>
      </dgm:t>
    </dgm:pt>
    <dgm:pt modelId="{61B4F288-5398-454A-A30E-A7034DF8B030}" type="sibTrans" cxnId="{02D3EB1D-73C9-4CDC-AC92-0905C1A5FDB8}">
      <dgm:prSet phldrT="4" phldr="0"/>
      <dgm:spPr/>
      <dgm:t>
        <a:bodyPr/>
        <a:lstStyle/>
        <a:p>
          <a:endParaRPr lang="it-IT"/>
        </a:p>
      </dgm:t>
    </dgm:pt>
    <dgm:pt modelId="{36E397B1-B5FF-4DFD-9A38-6C9766D976C2}" type="pres">
      <dgm:prSet presAssocID="{C1F201E1-0060-4F73-87E1-A5E222F67306}" presName="linearFlow" presStyleCnt="0">
        <dgm:presLayoutVars>
          <dgm:dir/>
          <dgm:resizeHandles val="exact"/>
        </dgm:presLayoutVars>
      </dgm:prSet>
      <dgm:spPr/>
    </dgm:pt>
    <dgm:pt modelId="{C19C6057-1648-4634-B66E-ABE2A44ADBFE}" type="pres">
      <dgm:prSet presAssocID="{3092E088-9007-472E-BECC-D549D99CDBE7}" presName="composite" presStyleCnt="0"/>
      <dgm:spPr/>
    </dgm:pt>
    <dgm:pt modelId="{51A1095F-7C45-48DD-A71D-BA35A294815A}" type="pres">
      <dgm:prSet presAssocID="{3092E088-9007-472E-BECC-D549D99CDBE7}" presName="imgShp" presStyleLbl="fgImgPlace1" presStyleIdx="0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ita con riempimento a tinta unita"/>
        </a:ext>
      </dgm:extLst>
    </dgm:pt>
    <dgm:pt modelId="{FF552FD5-DC9F-4EFE-8C82-EEE08C43133F}" type="pres">
      <dgm:prSet presAssocID="{3092E088-9007-472E-BECC-D549D99CDBE7}" presName="txShp" presStyleLbl="node1" presStyleIdx="0" presStyleCnt="4">
        <dgm:presLayoutVars>
          <dgm:bulletEnabled val="1"/>
        </dgm:presLayoutVars>
      </dgm:prSet>
      <dgm:spPr/>
    </dgm:pt>
    <dgm:pt modelId="{751BFD87-48C6-4287-9401-7306BAAF1165}" type="pres">
      <dgm:prSet presAssocID="{8AA78628-D8D7-4C87-8503-C9ACB042BE2D}" presName="spacing" presStyleCnt="0"/>
      <dgm:spPr/>
    </dgm:pt>
    <dgm:pt modelId="{A4C09C36-592B-4E1F-AF91-F10EAA0E45B4}" type="pres">
      <dgm:prSet presAssocID="{5F883297-FE4A-401E-AF69-2D54E203E2B8}" presName="composite" presStyleCnt="0"/>
      <dgm:spPr/>
    </dgm:pt>
    <dgm:pt modelId="{E9F939A8-7072-4A04-A8C4-D5EB0754C59B}" type="pres">
      <dgm:prSet presAssocID="{5F883297-FE4A-401E-AF69-2D54E203E2B8}" presName="imgShp" presStyleLbl="fgImgPlac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 con riempimento a tinta unita"/>
        </a:ext>
      </dgm:extLst>
    </dgm:pt>
    <dgm:pt modelId="{B0942C7F-8280-402F-86E4-19A6EEB2DCE5}" type="pres">
      <dgm:prSet presAssocID="{5F883297-FE4A-401E-AF69-2D54E203E2B8}" presName="txShp" presStyleLbl="node1" presStyleIdx="1" presStyleCnt="4">
        <dgm:presLayoutVars>
          <dgm:bulletEnabled val="1"/>
        </dgm:presLayoutVars>
      </dgm:prSet>
      <dgm:spPr/>
    </dgm:pt>
    <dgm:pt modelId="{E95B17DB-1D45-433B-9BDA-8F728E708382}" type="pres">
      <dgm:prSet presAssocID="{EAF7996E-DA00-457B-A27E-C437E665804F}" presName="spacing" presStyleCnt="0"/>
      <dgm:spPr/>
    </dgm:pt>
    <dgm:pt modelId="{E653F57B-9EFA-45C8-B0BF-43F0CE38111F}" type="pres">
      <dgm:prSet presAssocID="{AAD56CCE-473F-447E-B813-3C5A29603B3D}" presName="composite" presStyleCnt="0"/>
      <dgm:spPr/>
    </dgm:pt>
    <dgm:pt modelId="{CCE2D143-B70C-4202-AB98-A2E945A95F65}" type="pres">
      <dgm:prSet presAssocID="{AAD56CCE-473F-447E-B813-3C5A29603B3D}" presName="imgShp" presStyleLbl="fgImgPlac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peti contorno"/>
        </a:ext>
      </dgm:extLst>
    </dgm:pt>
    <dgm:pt modelId="{96D81DDC-0C1E-47A5-B2EA-2984FB102804}" type="pres">
      <dgm:prSet presAssocID="{AAD56CCE-473F-447E-B813-3C5A29603B3D}" presName="txShp" presStyleLbl="node1" presStyleIdx="2" presStyleCnt="4">
        <dgm:presLayoutVars>
          <dgm:bulletEnabled val="1"/>
        </dgm:presLayoutVars>
      </dgm:prSet>
      <dgm:spPr/>
    </dgm:pt>
    <dgm:pt modelId="{3EA539A7-45B9-40C8-B12A-2F1CAA72CD2D}" type="pres">
      <dgm:prSet presAssocID="{0DC104A5-3431-48BC-B400-6BE231AF64A6}" presName="spacing" presStyleCnt="0"/>
      <dgm:spPr/>
    </dgm:pt>
    <dgm:pt modelId="{8F37432B-27CD-459A-B9D0-65954A86EE0E}" type="pres">
      <dgm:prSet presAssocID="{D4C430DC-F084-4E80-B1DB-9FC59DAB4209}" presName="composite" presStyleCnt="0"/>
      <dgm:spPr/>
    </dgm:pt>
    <dgm:pt modelId="{0D234AA4-98D1-4654-8D45-1EAFA9C82CDA}" type="pres">
      <dgm:prSet presAssocID="{D4C430DC-F084-4E80-B1DB-9FC59DAB4209}" presName="imgShp" presStyleLbl="fgImgPlac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ca con riempimento a tinta unita"/>
        </a:ext>
      </dgm:extLst>
    </dgm:pt>
    <dgm:pt modelId="{9C19AFA2-8DA8-4793-8997-06702035A2D0}" type="pres">
      <dgm:prSet presAssocID="{D4C430DC-F084-4E80-B1DB-9FC59DAB4209}" presName="txShp" presStyleLbl="node1" presStyleIdx="3" presStyleCnt="4">
        <dgm:presLayoutVars>
          <dgm:bulletEnabled val="1"/>
        </dgm:presLayoutVars>
      </dgm:prSet>
      <dgm:spPr/>
    </dgm:pt>
  </dgm:ptLst>
  <dgm:cxnLst>
    <dgm:cxn modelId="{9D24C108-8FE2-4B08-B0E6-1577EFADEE13}" type="presOf" srcId="{D4C430DC-F084-4E80-B1DB-9FC59DAB4209}" destId="{9C19AFA2-8DA8-4793-8997-06702035A2D0}" srcOrd="0" destOrd="0" presId="urn:microsoft.com/office/officeart/2005/8/layout/vList3"/>
    <dgm:cxn modelId="{02D3EB1D-73C9-4CDC-AC92-0905C1A5FDB8}" srcId="{C1F201E1-0060-4F73-87E1-A5E222F67306}" destId="{D4C430DC-F084-4E80-B1DB-9FC59DAB4209}" srcOrd="3" destOrd="0" parTransId="{9F72CDEE-E8AB-40F0-84EF-013EAEE6F735}" sibTransId="{61B4F288-5398-454A-A30E-A7034DF8B030}"/>
    <dgm:cxn modelId="{4E324122-A6A2-4757-9C06-3105F6C777C6}" type="presOf" srcId="{3092E088-9007-472E-BECC-D549D99CDBE7}" destId="{FF552FD5-DC9F-4EFE-8C82-EEE08C43133F}" srcOrd="0" destOrd="0" presId="urn:microsoft.com/office/officeart/2005/8/layout/vList3"/>
    <dgm:cxn modelId="{C12F0039-464C-4D90-924B-22816EDB5400}" type="presOf" srcId="{5F883297-FE4A-401E-AF69-2D54E203E2B8}" destId="{B0942C7F-8280-402F-86E4-19A6EEB2DCE5}" srcOrd="0" destOrd="0" presId="urn:microsoft.com/office/officeart/2005/8/layout/vList3"/>
    <dgm:cxn modelId="{2CDE1777-BA04-4BE3-A5BD-24F643C63101}" type="presOf" srcId="{AAD56CCE-473F-447E-B813-3C5A29603B3D}" destId="{96D81DDC-0C1E-47A5-B2EA-2984FB102804}" srcOrd="0" destOrd="0" presId="urn:microsoft.com/office/officeart/2005/8/layout/vList3"/>
    <dgm:cxn modelId="{D65ADD7B-0FDB-4A01-8CA0-360A8721CA83}" srcId="{C1F201E1-0060-4F73-87E1-A5E222F67306}" destId="{5F883297-FE4A-401E-AF69-2D54E203E2B8}" srcOrd="1" destOrd="0" parTransId="{3F7A982E-B699-4CDF-BC01-F8CBE8178C25}" sibTransId="{EAF7996E-DA00-457B-A27E-C437E665804F}"/>
    <dgm:cxn modelId="{0E10C9A8-76CE-49F9-996E-495A6E7034E9}" srcId="{C1F201E1-0060-4F73-87E1-A5E222F67306}" destId="{3092E088-9007-472E-BECC-D549D99CDBE7}" srcOrd="0" destOrd="0" parTransId="{306AAC2A-5E12-491F-BE8D-0ACE9AC80247}" sibTransId="{8AA78628-D8D7-4C87-8503-C9ACB042BE2D}"/>
    <dgm:cxn modelId="{A09E7ADE-C313-4ACF-95A9-4AC33276CFC8}" type="presOf" srcId="{C1F201E1-0060-4F73-87E1-A5E222F67306}" destId="{36E397B1-B5FF-4DFD-9A38-6C9766D976C2}" srcOrd="0" destOrd="0" presId="urn:microsoft.com/office/officeart/2005/8/layout/vList3"/>
    <dgm:cxn modelId="{AAB120F9-B92B-4CA3-B54B-8442E30A137E}" srcId="{C1F201E1-0060-4F73-87E1-A5E222F67306}" destId="{AAD56CCE-473F-447E-B813-3C5A29603B3D}" srcOrd="2" destOrd="0" parTransId="{ADD0F762-07D0-4145-9F88-062C2461F875}" sibTransId="{0DC104A5-3431-48BC-B400-6BE231AF64A6}"/>
    <dgm:cxn modelId="{82C453B4-D0DD-45A1-BE49-76D131A1B452}" type="presParOf" srcId="{36E397B1-B5FF-4DFD-9A38-6C9766D976C2}" destId="{C19C6057-1648-4634-B66E-ABE2A44ADBFE}" srcOrd="0" destOrd="0" presId="urn:microsoft.com/office/officeart/2005/8/layout/vList3"/>
    <dgm:cxn modelId="{8FDA3C57-46DA-46C0-9A98-03A65DA88B6D}" type="presParOf" srcId="{C19C6057-1648-4634-B66E-ABE2A44ADBFE}" destId="{51A1095F-7C45-48DD-A71D-BA35A294815A}" srcOrd="0" destOrd="0" presId="urn:microsoft.com/office/officeart/2005/8/layout/vList3"/>
    <dgm:cxn modelId="{CAA91655-876D-4FDD-AF69-F8DA662C5B6E}" type="presParOf" srcId="{C19C6057-1648-4634-B66E-ABE2A44ADBFE}" destId="{FF552FD5-DC9F-4EFE-8C82-EEE08C43133F}" srcOrd="1" destOrd="0" presId="urn:microsoft.com/office/officeart/2005/8/layout/vList3"/>
    <dgm:cxn modelId="{0C2F6F9C-F33E-4C79-B193-F125852919BF}" type="presParOf" srcId="{36E397B1-B5FF-4DFD-9A38-6C9766D976C2}" destId="{751BFD87-48C6-4287-9401-7306BAAF1165}" srcOrd="1" destOrd="0" presId="urn:microsoft.com/office/officeart/2005/8/layout/vList3"/>
    <dgm:cxn modelId="{B37FE2FC-9900-4236-B532-84E217D8D74A}" type="presParOf" srcId="{36E397B1-B5FF-4DFD-9A38-6C9766D976C2}" destId="{A4C09C36-592B-4E1F-AF91-F10EAA0E45B4}" srcOrd="2" destOrd="0" presId="urn:microsoft.com/office/officeart/2005/8/layout/vList3"/>
    <dgm:cxn modelId="{BF834B3C-666B-4390-AD58-FA35544D3625}" type="presParOf" srcId="{A4C09C36-592B-4E1F-AF91-F10EAA0E45B4}" destId="{E9F939A8-7072-4A04-A8C4-D5EB0754C59B}" srcOrd="0" destOrd="0" presId="urn:microsoft.com/office/officeart/2005/8/layout/vList3"/>
    <dgm:cxn modelId="{17F21B3C-181C-4B35-B73F-2CA1B4311E0D}" type="presParOf" srcId="{A4C09C36-592B-4E1F-AF91-F10EAA0E45B4}" destId="{B0942C7F-8280-402F-86E4-19A6EEB2DCE5}" srcOrd="1" destOrd="0" presId="urn:microsoft.com/office/officeart/2005/8/layout/vList3"/>
    <dgm:cxn modelId="{251C665B-663F-413C-A9A9-8A185C27FE16}" type="presParOf" srcId="{36E397B1-B5FF-4DFD-9A38-6C9766D976C2}" destId="{E95B17DB-1D45-433B-9BDA-8F728E708382}" srcOrd="3" destOrd="0" presId="urn:microsoft.com/office/officeart/2005/8/layout/vList3"/>
    <dgm:cxn modelId="{9BFAAD74-19B3-43F0-991C-5F42BF57D7C6}" type="presParOf" srcId="{36E397B1-B5FF-4DFD-9A38-6C9766D976C2}" destId="{E653F57B-9EFA-45C8-B0BF-43F0CE38111F}" srcOrd="4" destOrd="0" presId="urn:microsoft.com/office/officeart/2005/8/layout/vList3"/>
    <dgm:cxn modelId="{36823314-7424-4F80-9A9D-5C11D84B5D25}" type="presParOf" srcId="{E653F57B-9EFA-45C8-B0BF-43F0CE38111F}" destId="{CCE2D143-B70C-4202-AB98-A2E945A95F65}" srcOrd="0" destOrd="0" presId="urn:microsoft.com/office/officeart/2005/8/layout/vList3"/>
    <dgm:cxn modelId="{8DD7A0BE-EB04-443B-A17A-528294405DE2}" type="presParOf" srcId="{E653F57B-9EFA-45C8-B0BF-43F0CE38111F}" destId="{96D81DDC-0C1E-47A5-B2EA-2984FB102804}" srcOrd="1" destOrd="0" presId="urn:microsoft.com/office/officeart/2005/8/layout/vList3"/>
    <dgm:cxn modelId="{0C1775CC-AE97-4CE7-9162-74D0F196CA60}" type="presParOf" srcId="{36E397B1-B5FF-4DFD-9A38-6C9766D976C2}" destId="{3EA539A7-45B9-40C8-B12A-2F1CAA72CD2D}" srcOrd="5" destOrd="0" presId="urn:microsoft.com/office/officeart/2005/8/layout/vList3"/>
    <dgm:cxn modelId="{CC3A5235-C06D-4AEA-90E8-70AE721C62A5}" type="presParOf" srcId="{36E397B1-B5FF-4DFD-9A38-6C9766D976C2}" destId="{8F37432B-27CD-459A-B9D0-65954A86EE0E}" srcOrd="6" destOrd="0" presId="urn:microsoft.com/office/officeart/2005/8/layout/vList3"/>
    <dgm:cxn modelId="{E9AA9B94-08D5-47CD-91F0-2A85A2F9EAAA}" type="presParOf" srcId="{8F37432B-27CD-459A-B9D0-65954A86EE0E}" destId="{0D234AA4-98D1-4654-8D45-1EAFA9C82CDA}" srcOrd="0" destOrd="0" presId="urn:microsoft.com/office/officeart/2005/8/layout/vList3"/>
    <dgm:cxn modelId="{5B7A49AD-A43E-456B-B3AA-0B3998083D51}" type="presParOf" srcId="{8F37432B-27CD-459A-B9D0-65954A86EE0E}" destId="{9C19AFA2-8DA8-4793-8997-06702035A2D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675B3-CBC1-4D81-AA80-13CE7334BE69}">
      <dsp:nvSpPr>
        <dsp:cNvPr id="0" name=""/>
        <dsp:cNvSpPr/>
      </dsp:nvSpPr>
      <dsp:spPr>
        <a:xfrm>
          <a:off x="0" y="16502"/>
          <a:ext cx="8642350" cy="1774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0940-A629-4F3E-BA84-620FC446B63B}">
      <dsp:nvSpPr>
        <dsp:cNvPr id="0" name=""/>
        <dsp:cNvSpPr/>
      </dsp:nvSpPr>
      <dsp:spPr>
        <a:xfrm>
          <a:off x="262039" y="236594"/>
          <a:ext cx="1503395" cy="130131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81E2-930D-4299-BB4A-429B1923B8CC}">
      <dsp:nvSpPr>
        <dsp:cNvPr id="0" name=""/>
        <dsp:cNvSpPr/>
      </dsp:nvSpPr>
      <dsp:spPr>
        <a:xfrm rot="10800000">
          <a:off x="262047" y="1774507"/>
          <a:ext cx="150338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Fondamenti</a:t>
          </a:r>
          <a:endParaRPr lang="it-IT" sz="15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A cosa serve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B-</a:t>
          </a:r>
          <a:r>
            <a:rPr lang="it-IT" sz="1200" kern="1200" dirty="0" err="1"/>
            <a:t>tree</a:t>
          </a:r>
          <a:endParaRPr lang="it-IT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Heap vs tabella indicizzata</a:t>
          </a:r>
        </a:p>
      </dsp:txBody>
      <dsp:txXfrm rot="10800000">
        <a:off x="308281" y="1774507"/>
        <a:ext cx="1410912" cy="2122608"/>
      </dsp:txXfrm>
    </dsp:sp>
    <dsp:sp modelId="{E6F33BB0-5AF0-4D49-A2DF-B843F0E6783C}">
      <dsp:nvSpPr>
        <dsp:cNvPr id="0" name=""/>
        <dsp:cNvSpPr/>
      </dsp:nvSpPr>
      <dsp:spPr>
        <a:xfrm>
          <a:off x="1915773" y="236601"/>
          <a:ext cx="1503380" cy="130130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DBEB8-0D9B-41C8-BAC2-2E69CD618183}">
      <dsp:nvSpPr>
        <dsp:cNvPr id="0" name=""/>
        <dsp:cNvSpPr/>
      </dsp:nvSpPr>
      <dsp:spPr>
        <a:xfrm rot="10800000">
          <a:off x="1915773" y="1774507"/>
          <a:ext cx="150338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/>
            <a:t>Clustered</a:t>
          </a:r>
          <a:r>
            <a:rPr lang="it-IT" sz="1500" b="1" kern="1200" dirty="0"/>
            <a:t> / Non </a:t>
          </a:r>
          <a:r>
            <a:rPr lang="it-IT" sz="1500" b="1" kern="1200" dirty="0" err="1"/>
            <a:t>clustered</a:t>
          </a:r>
          <a:endParaRPr lang="it-IT" sz="15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Indice </a:t>
          </a:r>
          <a:r>
            <a:rPr lang="it-IT" sz="1200" kern="1200" dirty="0" err="1"/>
            <a:t>clustered</a:t>
          </a:r>
          <a:endParaRPr lang="it-IT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Indice non </a:t>
          </a:r>
          <a:r>
            <a:rPr lang="it-IT" sz="1200" kern="1200" dirty="0" err="1"/>
            <a:t>clustered</a:t>
          </a:r>
          <a:endParaRPr lang="it-IT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Key </a:t>
          </a:r>
          <a:r>
            <a:rPr lang="it-IT" sz="1200" kern="1200" dirty="0" err="1"/>
            <a:t>lookup</a:t>
          </a:r>
          <a:r>
            <a:rPr lang="it-IT" sz="1200" kern="1200" dirty="0"/>
            <a:t> e </a:t>
          </a:r>
          <a:r>
            <a:rPr lang="it-IT" sz="1200" kern="1200" dirty="0" err="1"/>
            <a:t>covering</a:t>
          </a:r>
          <a:endParaRPr lang="it-IT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Indici compositi</a:t>
          </a:r>
        </a:p>
      </dsp:txBody>
      <dsp:txXfrm rot="10800000">
        <a:off x="1962007" y="1774507"/>
        <a:ext cx="1410912" cy="2122608"/>
      </dsp:txXfrm>
    </dsp:sp>
    <dsp:sp modelId="{38AF4963-AAA9-4E30-ABE4-C8382111EE81}">
      <dsp:nvSpPr>
        <dsp:cNvPr id="0" name=""/>
        <dsp:cNvSpPr/>
      </dsp:nvSpPr>
      <dsp:spPr>
        <a:xfrm>
          <a:off x="3569492" y="236601"/>
          <a:ext cx="1503380" cy="130130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F988B-DE1B-458A-9EA7-BB35FE57DC74}">
      <dsp:nvSpPr>
        <dsp:cNvPr id="0" name=""/>
        <dsp:cNvSpPr/>
      </dsp:nvSpPr>
      <dsp:spPr>
        <a:xfrm rot="10800000">
          <a:off x="3569492" y="1774507"/>
          <a:ext cx="150338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INCLUDE e indici filtrati</a:t>
          </a:r>
          <a:endParaRPr lang="it-IT" sz="15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 err="1"/>
            <a:t>Included</a:t>
          </a:r>
          <a:r>
            <a:rPr lang="it-IT" sz="1200" kern="1200" dirty="0"/>
            <a:t> </a:t>
          </a:r>
          <a:r>
            <a:rPr lang="it-IT" sz="1200" kern="1200" dirty="0" err="1"/>
            <a:t>columns</a:t>
          </a:r>
          <a:endParaRPr lang="it-IT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kern="1200" dirty="0"/>
            <a:t>Indici filtrati</a:t>
          </a:r>
        </a:p>
      </dsp:txBody>
      <dsp:txXfrm rot="10800000">
        <a:off x="3615726" y="1774507"/>
        <a:ext cx="1410912" cy="2122608"/>
      </dsp:txXfrm>
    </dsp:sp>
    <dsp:sp modelId="{FFE68A80-8BD7-42B3-8EE4-2EDBA63F756C}">
      <dsp:nvSpPr>
        <dsp:cNvPr id="0" name=""/>
        <dsp:cNvSpPr/>
      </dsp:nvSpPr>
      <dsp:spPr>
        <a:xfrm>
          <a:off x="5223210" y="244851"/>
          <a:ext cx="1503380" cy="130130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080BF-A278-4C2E-944E-BF966591CAC9}">
      <dsp:nvSpPr>
        <dsp:cNvPr id="0" name=""/>
        <dsp:cNvSpPr/>
      </dsp:nvSpPr>
      <dsp:spPr>
        <a:xfrm rot="10800000">
          <a:off x="5223210" y="1774507"/>
          <a:ext cx="150338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Come scegliere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Partire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dal workload</a:t>
          </a:r>
          <a:endParaRPr lang="it-IT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Selettività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e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statistiche</a:t>
          </a:r>
          <a:endParaRPr lang="it-IT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Dall’applicazione</a:t>
          </a:r>
          <a:r>
            <a:rPr lang="en-US" sz="12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2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all’indice</a:t>
          </a:r>
          <a:endParaRPr lang="it-IT" sz="1200" b="1" kern="1200" dirty="0"/>
        </a:p>
      </dsp:txBody>
      <dsp:txXfrm rot="10800000">
        <a:off x="5269444" y="1774507"/>
        <a:ext cx="1410912" cy="2122608"/>
      </dsp:txXfrm>
    </dsp:sp>
    <dsp:sp modelId="{01D090F2-3C52-4A59-8E13-58415D11240D}">
      <dsp:nvSpPr>
        <dsp:cNvPr id="0" name=""/>
        <dsp:cNvSpPr/>
      </dsp:nvSpPr>
      <dsp:spPr>
        <a:xfrm>
          <a:off x="6876929" y="236601"/>
          <a:ext cx="1503380" cy="130130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DC4AC-8BEB-45B6-B16F-4723CDE7637D}">
      <dsp:nvSpPr>
        <dsp:cNvPr id="0" name=""/>
        <dsp:cNvSpPr/>
      </dsp:nvSpPr>
      <dsp:spPr>
        <a:xfrm rot="10800000">
          <a:off x="6876929" y="1774507"/>
          <a:ext cx="150338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1500" b="1" kern="1200" dirty="0"/>
            <a:t>Costo e manutenzione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b="0" kern="1200" dirty="0"/>
            <a:t>Il costo di un indice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200" b="0" kern="1200" dirty="0"/>
            <a:t>Checklist</a:t>
          </a:r>
        </a:p>
      </dsp:txBody>
      <dsp:txXfrm rot="10800000">
        <a:off x="6923163" y="1774507"/>
        <a:ext cx="1410912" cy="21226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05120-0B52-4B15-A1EC-483E064687B7}">
      <dsp:nvSpPr>
        <dsp:cNvPr id="0" name=""/>
        <dsp:cNvSpPr/>
      </dsp:nvSpPr>
      <dsp:spPr>
        <a:xfrm>
          <a:off x="0" y="0"/>
          <a:ext cx="3854071" cy="1655994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Caratteristiche</a:t>
          </a:r>
          <a:r>
            <a:rPr lang="en-US" sz="1900" b="1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di </a:t>
          </a:r>
          <a:r>
            <a:rPr lang="en-US" sz="1900" b="1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una</a:t>
          </a:r>
          <a:r>
            <a:rPr lang="en-US" sz="1900" b="1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buona </a:t>
          </a:r>
          <a:r>
            <a:rPr lang="en-US" sz="1900" b="1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chiave</a:t>
          </a:r>
          <a:r>
            <a:rPr lang="en-US" sz="1900" b="1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</a:t>
          </a:r>
          <a:endParaRPr lang="it-IT" sz="1900" kern="1200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stretta: </a:t>
          </a:r>
          <a:r>
            <a:rPr lang="en-US" sz="15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pochi</a:t>
          </a:r>
          <a:r>
            <a:rPr lang="en-US" sz="15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byte</a:t>
          </a:r>
          <a:endParaRPr lang="it-IT" sz="1500" kern="1200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statica</a:t>
          </a:r>
          <a:r>
            <a:rPr lang="en-US" sz="15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 non cambia </a:t>
          </a:r>
          <a:r>
            <a:rPr lang="en-US" sz="15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mai</a:t>
          </a:r>
          <a:endParaRPr lang="it-IT" sz="1500" kern="1200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crescente</a:t>
          </a:r>
          <a:r>
            <a:rPr lang="en-US" sz="15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 </a:t>
          </a:r>
          <a:r>
            <a:rPr lang="en-US" sz="15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evita</a:t>
          </a:r>
          <a:r>
            <a:rPr lang="en-US" sz="15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page split</a:t>
          </a:r>
          <a:endParaRPr lang="it-IT" sz="1500" kern="1200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univoca</a:t>
          </a:r>
          <a:r>
            <a:rPr lang="en-US" sz="15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: </a:t>
          </a:r>
          <a:r>
            <a:rPr lang="en-US" sz="15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altrimenti</a:t>
          </a:r>
          <a:r>
            <a:rPr lang="en-US" sz="15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SQL </a:t>
          </a:r>
          <a:r>
            <a:rPr lang="en-US" sz="15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aggiunge</a:t>
          </a:r>
          <a:r>
            <a:rPr lang="en-US" sz="15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un </a:t>
          </a:r>
          <a:r>
            <a:rPr lang="en-US" sz="1500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uniquifier</a:t>
          </a:r>
          <a:endParaRPr lang="it-IT" sz="1500" kern="1200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</dsp:txBody>
      <dsp:txXfrm>
        <a:off x="0" y="0"/>
        <a:ext cx="3854071" cy="16559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FB578-80A8-4908-A938-00415E6A1CEF}">
      <dsp:nvSpPr>
        <dsp:cNvPr id="0" name=""/>
        <dsp:cNvSpPr/>
      </dsp:nvSpPr>
      <dsp:spPr>
        <a:xfrm>
          <a:off x="173" y="0"/>
          <a:ext cx="2097320" cy="213454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89" tIns="0" rIns="36994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Non si indicizza una query</a:t>
          </a:r>
          <a:br>
            <a:rPr lang="it-IT" sz="1600" b="1" kern="1200" dirty="0"/>
          </a:br>
          <a:r>
            <a:rPr lang="it-IT" sz="1400" kern="1200" dirty="0"/>
            <a:t>Meglio partire dal </a:t>
          </a:r>
          <a:r>
            <a:rPr lang="it-IT" sz="1400" kern="1200" dirty="0" err="1"/>
            <a:t>workload</a:t>
          </a:r>
          <a:endParaRPr lang="it-IT" sz="1400" b="1" kern="1200" dirty="0"/>
        </a:p>
      </dsp:txBody>
      <dsp:txXfrm>
        <a:off x="173" y="853818"/>
        <a:ext cx="2097320" cy="1280727"/>
      </dsp:txXfrm>
    </dsp:sp>
    <dsp:sp modelId="{4013DA56-5E34-428A-AA37-3D2E30D0BB73}">
      <dsp:nvSpPr>
        <dsp:cNvPr id="0" name=""/>
        <dsp:cNvSpPr/>
      </dsp:nvSpPr>
      <dsp:spPr>
        <a:xfrm>
          <a:off x="173" y="0"/>
          <a:ext cx="2097320" cy="8538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89" tIns="165100" rIns="36994" bIns="16510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1</a:t>
          </a:r>
        </a:p>
      </dsp:txBody>
      <dsp:txXfrm>
        <a:off x="173" y="0"/>
        <a:ext cx="2097320" cy="853818"/>
      </dsp:txXfrm>
    </dsp:sp>
    <dsp:sp modelId="{9AEB9F46-D6B4-49AF-9B6E-764A6C8B49F9}">
      <dsp:nvSpPr>
        <dsp:cNvPr id="0" name=""/>
        <dsp:cNvSpPr/>
      </dsp:nvSpPr>
      <dsp:spPr>
        <a:xfrm>
          <a:off x="2265280" y="0"/>
          <a:ext cx="2097320" cy="213454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89" tIns="0" rIns="36994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Query da ottimizzare non è la più lenta</a:t>
          </a:r>
          <a:br>
            <a:rPr lang="it-IT" sz="1600" b="1" kern="1200" dirty="0"/>
          </a:br>
          <a:r>
            <a:rPr lang="it-IT" sz="1400" kern="1200" dirty="0"/>
            <a:t>Meglio partire da quelle con più costo totale</a:t>
          </a:r>
          <a:br>
            <a:rPr lang="it-IT" sz="1400" kern="1200" dirty="0"/>
          </a:br>
          <a:r>
            <a:rPr lang="it-IT" sz="1400" kern="1200" dirty="0" err="1"/>
            <a:t>CstTot</a:t>
          </a:r>
          <a:r>
            <a:rPr lang="it-IT" sz="1400" kern="1200" dirty="0"/>
            <a:t>=</a:t>
          </a:r>
          <a:r>
            <a:rPr lang="it-IT" sz="1400" kern="1200" dirty="0" err="1"/>
            <a:t>CstUni</a:t>
          </a:r>
          <a:r>
            <a:rPr lang="it-IT" sz="1400" kern="1200" dirty="0"/>
            <a:t> x </a:t>
          </a:r>
          <a:r>
            <a:rPr lang="it-IT" sz="1400" kern="1200" dirty="0" err="1"/>
            <a:t>Num</a:t>
          </a:r>
          <a:r>
            <a:rPr lang="it-IT" sz="1400" kern="1200" dirty="0"/>
            <a:t> </a:t>
          </a:r>
          <a:r>
            <a:rPr lang="it-IT" sz="1400" kern="1200" dirty="0" err="1"/>
            <a:t>Esec</a:t>
          </a:r>
          <a:endParaRPr lang="it-IT" sz="1400" b="1" kern="1200" dirty="0"/>
        </a:p>
      </dsp:txBody>
      <dsp:txXfrm>
        <a:off x="2265280" y="853818"/>
        <a:ext cx="2097320" cy="1280727"/>
      </dsp:txXfrm>
    </dsp:sp>
    <dsp:sp modelId="{B28B55F2-3E57-40CA-B5FD-293DC755BA64}">
      <dsp:nvSpPr>
        <dsp:cNvPr id="0" name=""/>
        <dsp:cNvSpPr/>
      </dsp:nvSpPr>
      <dsp:spPr>
        <a:xfrm>
          <a:off x="2265280" y="0"/>
          <a:ext cx="2097320" cy="8538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89" tIns="165100" rIns="36994" bIns="16510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700" kern="1200"/>
            <a:t>2</a:t>
          </a:r>
        </a:p>
      </dsp:txBody>
      <dsp:txXfrm>
        <a:off x="2265280" y="0"/>
        <a:ext cx="2097320" cy="853818"/>
      </dsp:txXfrm>
    </dsp:sp>
    <dsp:sp modelId="{FEC72AEB-99D4-44BC-86F7-B5A93920A152}">
      <dsp:nvSpPr>
        <dsp:cNvPr id="0" name=""/>
        <dsp:cNvSpPr/>
      </dsp:nvSpPr>
      <dsp:spPr>
        <a:xfrm>
          <a:off x="4487349" y="0"/>
          <a:ext cx="2097320" cy="213454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89" tIns="0" rIns="36994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Predicati ricorrenti</a:t>
          </a:r>
          <a:br>
            <a:rPr lang="it-IT" sz="1600" b="1" kern="1200" dirty="0"/>
          </a:br>
          <a:r>
            <a:rPr lang="it-IT" sz="1400" kern="1200" dirty="0"/>
            <a:t>Valutare predicati ricorrenti consente di creare indici che servono a più query</a:t>
          </a:r>
        </a:p>
      </dsp:txBody>
      <dsp:txXfrm>
        <a:off x="4487349" y="853818"/>
        <a:ext cx="2097320" cy="1280727"/>
      </dsp:txXfrm>
    </dsp:sp>
    <dsp:sp modelId="{F772E8B5-057A-4406-ABBA-41AE01DB7A94}">
      <dsp:nvSpPr>
        <dsp:cNvPr id="0" name=""/>
        <dsp:cNvSpPr/>
      </dsp:nvSpPr>
      <dsp:spPr>
        <a:xfrm>
          <a:off x="4530386" y="0"/>
          <a:ext cx="2097320" cy="8538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89" tIns="165100" rIns="36994" bIns="16510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700" kern="1200"/>
            <a:t>3</a:t>
          </a:r>
        </a:p>
      </dsp:txBody>
      <dsp:txXfrm>
        <a:off x="4530386" y="0"/>
        <a:ext cx="2097320" cy="853818"/>
      </dsp:txXfrm>
    </dsp:sp>
    <dsp:sp modelId="{C4FACC3E-A9CD-40C9-81B4-1CA18C06E388}">
      <dsp:nvSpPr>
        <dsp:cNvPr id="0" name=""/>
        <dsp:cNvSpPr/>
      </dsp:nvSpPr>
      <dsp:spPr>
        <a:xfrm>
          <a:off x="6795493" y="0"/>
          <a:ext cx="2097320" cy="213454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89" tIns="0" rIns="36994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Letture vs scritture </a:t>
          </a:r>
          <a:br>
            <a:rPr lang="it-IT" sz="1600" b="1" kern="1200" dirty="0"/>
          </a:br>
          <a:r>
            <a:rPr lang="it-IT" sz="1400" kern="1200" dirty="0"/>
            <a:t>Una tabella prevalentemente letta ha più bisogno di un indice (oltre 5-6 indici per tabella)</a:t>
          </a:r>
          <a:endParaRPr lang="it-IT" sz="1600" b="1" kern="1200" dirty="0"/>
        </a:p>
      </dsp:txBody>
      <dsp:txXfrm>
        <a:off x="6795493" y="853818"/>
        <a:ext cx="2097320" cy="1280727"/>
      </dsp:txXfrm>
    </dsp:sp>
    <dsp:sp modelId="{F70640E1-2029-4F6A-926C-200C2A6ED65E}">
      <dsp:nvSpPr>
        <dsp:cNvPr id="0" name=""/>
        <dsp:cNvSpPr/>
      </dsp:nvSpPr>
      <dsp:spPr>
        <a:xfrm>
          <a:off x="6795493" y="0"/>
          <a:ext cx="2097320" cy="85381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989" tIns="165100" rIns="36994" bIns="16510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700" kern="1200"/>
            <a:t>4</a:t>
          </a:r>
        </a:p>
      </dsp:txBody>
      <dsp:txXfrm>
        <a:off x="6795493" y="0"/>
        <a:ext cx="2097320" cy="8538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05120-0B52-4B15-A1EC-483E064687B7}">
      <dsp:nvSpPr>
        <dsp:cNvPr id="0" name=""/>
        <dsp:cNvSpPr/>
      </dsp:nvSpPr>
      <dsp:spPr>
        <a:xfrm>
          <a:off x="0" y="68288"/>
          <a:ext cx="2963493" cy="489334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	</a:t>
          </a:r>
          <a:r>
            <a:rPr lang="en-US" sz="1400" b="1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Selettività</a:t>
          </a:r>
          <a:r>
            <a:rPr lang="en-US" sz="1400" b="1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= </a:t>
          </a:r>
          <a:r>
            <a:rPr lang="en-US" sz="1400" b="1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righe</a:t>
          </a:r>
          <a:r>
            <a:rPr lang="en-US" sz="1400" b="1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b="1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restituite</a:t>
          </a:r>
          <a:r>
            <a:rPr lang="en-US" sz="1400" b="1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/ </a:t>
          </a:r>
          <a:r>
            <a:rPr lang="en-US" sz="1400" b="1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righe</a:t>
          </a:r>
          <a:r>
            <a:rPr lang="en-US" sz="1400" b="1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b="1" kern="1200" dirty="0" err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totali</a:t>
          </a:r>
          <a:r>
            <a:rPr lang="en-US" sz="1400" b="1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(%)</a:t>
          </a:r>
          <a:endParaRPr lang="it-IT" sz="1300" kern="1200" dirty="0">
            <a:solidFill>
              <a:srgbClr val="1A1A1A"/>
            </a:solidFill>
            <a:latin typeface="Calibri" pitchFamily="34" charset="0"/>
            <a:ea typeface="Calibri" pitchFamily="34" charset="-122"/>
            <a:cs typeface="Calibri" pitchFamily="34" charset="-120"/>
          </a:endParaRPr>
        </a:p>
      </dsp:txBody>
      <dsp:txXfrm>
        <a:off x="0" y="68288"/>
        <a:ext cx="2963493" cy="4893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2D140-4695-499D-AF54-F985952D2E6F}">
      <dsp:nvSpPr>
        <dsp:cNvPr id="0" name=""/>
        <dsp:cNvSpPr/>
      </dsp:nvSpPr>
      <dsp:spPr>
        <a:xfrm>
          <a:off x="198459" y="113574"/>
          <a:ext cx="1607739" cy="2679561"/>
        </a:xfrm>
        <a:prstGeom prst="roundRect">
          <a:avLst/>
        </a:prstGeom>
        <a:blipFill dpi="0" rotWithShape="1">
          <a:blip xmlns:r="http://schemas.openxmlformats.org/officeDocument/2006/relationships" r:embed="rId1"/>
          <a:srcRect/>
          <a:stretch>
            <a:fillRect t="5056" b="5056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7393B-3600-4774-9BDF-0CB38F0BDA8A}">
      <dsp:nvSpPr>
        <dsp:cNvPr id="0" name=""/>
        <dsp:cNvSpPr/>
      </dsp:nvSpPr>
      <dsp:spPr>
        <a:xfrm>
          <a:off x="13408" y="2796174"/>
          <a:ext cx="2045109" cy="758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Classificazione filtri</a:t>
          </a:r>
          <a:br>
            <a:rPr lang="it-IT" sz="1600" b="1" kern="1200" dirty="0"/>
          </a:br>
          <a:r>
            <a:rPr lang="it-IT" sz="1400" kern="1200" dirty="0"/>
            <a:t>20 filtri possono essere raggruppati in 5 famiglie</a:t>
          </a:r>
          <a:endParaRPr lang="it-IT" sz="1400" b="1" kern="1200" dirty="0"/>
        </a:p>
      </dsp:txBody>
      <dsp:txXfrm>
        <a:off x="13408" y="2796174"/>
        <a:ext cx="2045109" cy="758735"/>
      </dsp:txXfrm>
    </dsp:sp>
    <dsp:sp modelId="{165D1BD0-8FC4-4502-B88C-5855693EE911}">
      <dsp:nvSpPr>
        <dsp:cNvPr id="0" name=""/>
        <dsp:cNvSpPr/>
      </dsp:nvSpPr>
      <dsp:spPr>
        <a:xfrm>
          <a:off x="1965685" y="116591"/>
          <a:ext cx="1536521" cy="2679561"/>
        </a:xfrm>
        <a:prstGeom prst="roundRect">
          <a:avLst/>
        </a:prstGeom>
        <a:blipFill dpi="0" rotWithShape="1">
          <a:blip xmlns:r="http://schemas.openxmlformats.org/officeDocument/2006/relationships" r:embed="rId2"/>
          <a:srcRect/>
          <a:stretch>
            <a:fillRect t="28000" b="2800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B2104-26EA-4526-B686-F7BD697CBE34}">
      <dsp:nvSpPr>
        <dsp:cNvPr id="0" name=""/>
        <dsp:cNvSpPr/>
      </dsp:nvSpPr>
      <dsp:spPr>
        <a:xfrm>
          <a:off x="1939364" y="2776421"/>
          <a:ext cx="1621367" cy="570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Misura</a:t>
          </a:r>
          <a:br>
            <a:rPr lang="it-IT" sz="1600" b="1" kern="1200" dirty="0"/>
          </a:br>
          <a:r>
            <a:rPr lang="it-IT" sz="1400" kern="1200" dirty="0"/>
            <a:t>Ricerca delle combinazioni più usate su query eseguite</a:t>
          </a:r>
          <a:endParaRPr lang="it-IT" sz="1400" b="1" kern="1200" dirty="0"/>
        </a:p>
      </dsp:txBody>
      <dsp:txXfrm>
        <a:off x="1939364" y="2776421"/>
        <a:ext cx="1621367" cy="570049"/>
      </dsp:txXfrm>
    </dsp:sp>
    <dsp:sp modelId="{E8745705-F125-4293-9A64-2C70C4AFDF94}">
      <dsp:nvSpPr>
        <dsp:cNvPr id="0" name=""/>
        <dsp:cNvSpPr/>
      </dsp:nvSpPr>
      <dsp:spPr>
        <a:xfrm>
          <a:off x="3693875" y="116586"/>
          <a:ext cx="1536521" cy="2702269"/>
        </a:xfrm>
        <a:prstGeom prst="roundRect">
          <a:avLst/>
        </a:prstGeom>
        <a:blipFill dpi="0" rotWithShape="1">
          <a:blip xmlns:r="http://schemas.openxmlformats.org/officeDocument/2006/relationships" r:embed="rId3"/>
          <a:srcRect/>
          <a:stretch>
            <a:fillRect t="6428" b="6428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D8812-A5DF-4260-A8BB-0C94F1789B39}">
      <dsp:nvSpPr>
        <dsp:cNvPr id="0" name=""/>
        <dsp:cNvSpPr/>
      </dsp:nvSpPr>
      <dsp:spPr>
        <a:xfrm>
          <a:off x="3678233" y="2740417"/>
          <a:ext cx="1536521" cy="570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Indici</a:t>
          </a:r>
          <a:br>
            <a:rPr lang="it-IT" sz="1600" b="1" kern="1200" dirty="0"/>
          </a:br>
          <a:r>
            <a:rPr lang="it-IT" sz="1400" kern="1200" dirty="0"/>
            <a:t>Uno per famiglia, costanti in testa, il range per ultimo </a:t>
          </a:r>
          <a:br>
            <a:rPr lang="it-IT" sz="1400" kern="1200" dirty="0"/>
          </a:br>
          <a:r>
            <a:rPr lang="it-IT" sz="1400" kern="1200" dirty="0"/>
            <a:t>Indice univoco a parte per identificativi</a:t>
          </a:r>
        </a:p>
      </dsp:txBody>
      <dsp:txXfrm>
        <a:off x="3678233" y="2740417"/>
        <a:ext cx="1536521" cy="570049"/>
      </dsp:txXfrm>
    </dsp:sp>
    <dsp:sp modelId="{D99D70B2-12A9-43AA-A248-419898E7A500}">
      <dsp:nvSpPr>
        <dsp:cNvPr id="0" name=""/>
        <dsp:cNvSpPr/>
      </dsp:nvSpPr>
      <dsp:spPr>
        <a:xfrm>
          <a:off x="5422065" y="116586"/>
          <a:ext cx="1536521" cy="2702269"/>
        </a:xfrm>
        <a:prstGeom prst="roundRect">
          <a:avLst/>
        </a:prstGeom>
        <a:blipFill dpi="0" rotWithShape="1">
          <a:blip xmlns:r="http://schemas.openxmlformats.org/officeDocument/2006/relationships" r:embed="rId4"/>
          <a:srcRect/>
          <a:stretch>
            <a:fillRect t="30198" b="30198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97882-A2C9-4F3A-BF5F-D9E660F9627C}">
      <dsp:nvSpPr>
        <dsp:cNvPr id="0" name=""/>
        <dsp:cNvSpPr/>
      </dsp:nvSpPr>
      <dsp:spPr>
        <a:xfrm>
          <a:off x="5431745" y="2704413"/>
          <a:ext cx="1536521" cy="570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Query su misura</a:t>
          </a:r>
          <a:br>
            <a:rPr lang="it-IT" sz="1600" b="1" kern="1200" dirty="0"/>
          </a:br>
          <a:r>
            <a:rPr lang="it-IT" sz="1400" kern="1200" dirty="0"/>
            <a:t>Testo query con solo filtri valorizzati</a:t>
          </a:r>
          <a:br>
            <a:rPr lang="it-IT" sz="1400" kern="1200" dirty="0"/>
          </a:br>
          <a:r>
            <a:rPr lang="it-IT" sz="1400" kern="1200" dirty="0"/>
            <a:t>Estrazione in 2 step</a:t>
          </a:r>
          <a:endParaRPr lang="it-IT" sz="1600" b="1" kern="1200" dirty="0"/>
        </a:p>
      </dsp:txBody>
      <dsp:txXfrm>
        <a:off x="5431745" y="2704413"/>
        <a:ext cx="1536521" cy="570049"/>
      </dsp:txXfrm>
    </dsp:sp>
    <dsp:sp modelId="{9EA641FD-D567-4DBB-A6C3-5F7A1A78BB33}">
      <dsp:nvSpPr>
        <dsp:cNvPr id="0" name=""/>
        <dsp:cNvSpPr/>
      </dsp:nvSpPr>
      <dsp:spPr>
        <a:xfrm>
          <a:off x="7152867" y="112123"/>
          <a:ext cx="1536521" cy="2702269"/>
        </a:xfrm>
        <a:prstGeom prst="roundRect">
          <a:avLst/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t="21570" b="2157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CF68D-F4C6-4198-A618-0F76D28B337A}">
      <dsp:nvSpPr>
        <dsp:cNvPr id="0" name=""/>
        <dsp:cNvSpPr/>
      </dsp:nvSpPr>
      <dsp:spPr>
        <a:xfrm>
          <a:off x="7178020" y="2723230"/>
          <a:ext cx="1536521" cy="1549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Vincoli di prodotto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Filtri obbligatori, limite ai risultati</a:t>
          </a:r>
        </a:p>
      </dsp:txBody>
      <dsp:txXfrm>
        <a:off x="7178020" y="2723230"/>
        <a:ext cx="1536521" cy="15493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552FD5-DC9F-4EFE-8C82-EEE08C43133F}">
      <dsp:nvSpPr>
        <dsp:cNvPr id="0" name=""/>
        <dsp:cNvSpPr/>
      </dsp:nvSpPr>
      <dsp:spPr>
        <a:xfrm rot="10800000">
          <a:off x="1522735" y="1604"/>
          <a:ext cx="5403668" cy="646643"/>
        </a:xfrm>
        <a:prstGeom prst="homePlate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152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Scritture più lente</a:t>
          </a:r>
          <a:br>
            <a:rPr lang="it-IT" sz="1600" b="1" kern="1200" dirty="0"/>
          </a:br>
          <a:r>
            <a:rPr lang="en-US" sz="14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Ogni INSERT, UPDATE e DELETE </a:t>
          </a:r>
          <a:r>
            <a:rPr lang="en-US" sz="1400" kern="12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aggiorna</a:t>
          </a:r>
          <a:r>
            <a:rPr lang="en-US" sz="14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 la </a:t>
          </a:r>
          <a:r>
            <a:rPr lang="en-US" sz="1400" kern="12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tabella</a:t>
          </a:r>
          <a:r>
            <a:rPr lang="en-US" sz="14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 e tutti </a:t>
          </a:r>
          <a:r>
            <a:rPr lang="en-US" sz="1400" kern="12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gli</a:t>
          </a:r>
          <a:r>
            <a:rPr lang="en-US" sz="14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kern="12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indici</a:t>
          </a:r>
          <a:r>
            <a:rPr lang="en-US" sz="14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kern="12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che</a:t>
          </a:r>
          <a:r>
            <a:rPr lang="en-US" sz="14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kern="12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contengono</a:t>
          </a:r>
          <a:r>
            <a:rPr lang="en-US" sz="14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 le </a:t>
          </a:r>
          <a:r>
            <a:rPr lang="en-US" sz="1400" kern="12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colonne</a:t>
          </a:r>
          <a:r>
            <a:rPr lang="en-US" sz="14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kern="1200" dirty="0" err="1">
              <a:latin typeface="Calibri" pitchFamily="34" charset="0"/>
              <a:ea typeface="Calibri" pitchFamily="34" charset="-122"/>
              <a:cs typeface="Calibri" pitchFamily="34" charset="-120"/>
            </a:rPr>
            <a:t>toccate</a:t>
          </a:r>
          <a:r>
            <a:rPr lang="en-US" sz="14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.</a:t>
          </a:r>
          <a:endParaRPr lang="it-IT" sz="1400" b="1" kern="1200" dirty="0"/>
        </a:p>
      </dsp:txBody>
      <dsp:txXfrm rot="10800000">
        <a:off x="1684396" y="1604"/>
        <a:ext cx="5242007" cy="646643"/>
      </dsp:txXfrm>
    </dsp:sp>
    <dsp:sp modelId="{51A1095F-7C45-48DD-A71D-BA35A294815A}">
      <dsp:nvSpPr>
        <dsp:cNvPr id="0" name=""/>
        <dsp:cNvSpPr/>
      </dsp:nvSpPr>
      <dsp:spPr>
        <a:xfrm>
          <a:off x="1199413" y="1604"/>
          <a:ext cx="646643" cy="646643"/>
        </a:xfrm>
        <a:prstGeom prst="ellipse">
          <a:avLst/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42C7F-8280-402F-86E4-19A6EEB2DCE5}">
      <dsp:nvSpPr>
        <dsp:cNvPr id="0" name=""/>
        <dsp:cNvSpPr/>
      </dsp:nvSpPr>
      <dsp:spPr>
        <a:xfrm rot="10800000">
          <a:off x="1522735" y="835389"/>
          <a:ext cx="5403668" cy="646643"/>
        </a:xfrm>
        <a:prstGeom prst="homePlat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152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Spazio occupato</a:t>
          </a:r>
          <a:br>
            <a:rPr lang="it-IT" sz="1600" b="1" kern="1200" dirty="0"/>
          </a:br>
          <a:r>
            <a:rPr lang="en-US" sz="1400" kern="12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L’indice</a:t>
          </a:r>
          <a:r>
            <a:rPr lang="en-US" sz="1400" kern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kern="12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occupa</a:t>
          </a:r>
          <a:r>
            <a:rPr lang="en-US" sz="1400" kern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storage, </a:t>
          </a:r>
          <a:r>
            <a:rPr lang="en-US" sz="1400" kern="12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entra</a:t>
          </a:r>
          <a:r>
            <a:rPr lang="en-US" sz="1400" kern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</a:t>
          </a:r>
          <a:r>
            <a:rPr lang="en-US" sz="1400" kern="12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nel</a:t>
          </a:r>
          <a:r>
            <a:rPr lang="en-US" sz="1400" kern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buffer pool </a:t>
          </a:r>
          <a:r>
            <a:rPr lang="en-US" sz="1400" kern="12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sottraendo</a:t>
          </a:r>
          <a:r>
            <a:rPr lang="en-US" sz="1400" kern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memoria e </a:t>
          </a:r>
          <a:r>
            <a:rPr lang="en-US" sz="1400" kern="1200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finisce</a:t>
          </a:r>
          <a:r>
            <a:rPr lang="en-US" sz="1400" kern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 in ogni backup.</a:t>
          </a:r>
          <a:endParaRPr lang="it-IT" sz="1400" b="1" kern="1200" dirty="0">
            <a:solidFill>
              <a:schemeClr val="bg1"/>
            </a:solidFill>
          </a:endParaRPr>
        </a:p>
      </dsp:txBody>
      <dsp:txXfrm rot="10800000">
        <a:off x="1684396" y="835389"/>
        <a:ext cx="5242007" cy="646643"/>
      </dsp:txXfrm>
    </dsp:sp>
    <dsp:sp modelId="{E9F939A8-7072-4A04-A8C4-D5EB0754C59B}">
      <dsp:nvSpPr>
        <dsp:cNvPr id="0" name=""/>
        <dsp:cNvSpPr/>
      </dsp:nvSpPr>
      <dsp:spPr>
        <a:xfrm>
          <a:off x="1199413" y="835389"/>
          <a:ext cx="646643" cy="64664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81DDC-0C1E-47A5-B2EA-2984FB102804}">
      <dsp:nvSpPr>
        <dsp:cNvPr id="0" name=""/>
        <dsp:cNvSpPr/>
      </dsp:nvSpPr>
      <dsp:spPr>
        <a:xfrm rot="10800000">
          <a:off x="1522735" y="1669173"/>
          <a:ext cx="5403668" cy="646643"/>
        </a:xfrm>
        <a:prstGeom prst="homePlat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152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Manutenzione ricorrente</a:t>
          </a:r>
          <a:br>
            <a:rPr lang="it-IT" sz="1600" b="1" kern="1200" dirty="0"/>
          </a:br>
          <a:r>
            <a:rPr lang="it-IT" sz="1400" kern="1200" dirty="0"/>
            <a:t>Frammentazione, </a:t>
          </a:r>
          <a:r>
            <a:rPr lang="it-IT" sz="1400" kern="1200" dirty="0" err="1"/>
            <a:t>rebuild</a:t>
          </a:r>
          <a:r>
            <a:rPr lang="it-IT" sz="1400" kern="1200" dirty="0"/>
            <a:t> o </a:t>
          </a:r>
          <a:r>
            <a:rPr lang="it-IT" sz="1400" kern="1200" dirty="0" err="1"/>
            <a:t>reorganize</a:t>
          </a:r>
          <a:r>
            <a:rPr lang="it-IT" sz="1400" kern="1200" dirty="0"/>
            <a:t> e aggiornamento statistico sono costi ricorrenti</a:t>
          </a:r>
        </a:p>
      </dsp:txBody>
      <dsp:txXfrm rot="10800000">
        <a:off x="1684396" y="1669173"/>
        <a:ext cx="5242007" cy="646643"/>
      </dsp:txXfrm>
    </dsp:sp>
    <dsp:sp modelId="{CCE2D143-B70C-4202-AB98-A2E945A95F65}">
      <dsp:nvSpPr>
        <dsp:cNvPr id="0" name=""/>
        <dsp:cNvSpPr/>
      </dsp:nvSpPr>
      <dsp:spPr>
        <a:xfrm>
          <a:off x="1199413" y="1669173"/>
          <a:ext cx="646643" cy="64664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9AFA2-8DA8-4793-8997-06702035A2D0}">
      <dsp:nvSpPr>
        <dsp:cNvPr id="0" name=""/>
        <dsp:cNvSpPr/>
      </dsp:nvSpPr>
      <dsp:spPr>
        <a:xfrm rot="10800000">
          <a:off x="1522735" y="2502958"/>
          <a:ext cx="5403668" cy="646643"/>
        </a:xfrm>
        <a:prstGeom prst="homePlat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152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Aumento contese</a:t>
          </a:r>
          <a:br>
            <a:rPr lang="it-IT" sz="1600" b="1" kern="1200" dirty="0"/>
          </a:br>
          <a:r>
            <a:rPr lang="it-IT" sz="1400" kern="1200" dirty="0"/>
            <a:t>Più strutture da bloccare durante le modifiche, più lock, più attese.</a:t>
          </a:r>
          <a:endParaRPr lang="it-IT" sz="1600" b="1" kern="1200" dirty="0"/>
        </a:p>
      </dsp:txBody>
      <dsp:txXfrm rot="10800000">
        <a:off x="1684396" y="2502958"/>
        <a:ext cx="5242007" cy="646643"/>
      </dsp:txXfrm>
    </dsp:sp>
    <dsp:sp modelId="{0D234AA4-98D1-4654-8D45-1EAFA9C82CDA}">
      <dsp:nvSpPr>
        <dsp:cNvPr id="0" name=""/>
        <dsp:cNvSpPr/>
      </dsp:nvSpPr>
      <dsp:spPr>
        <a:xfrm>
          <a:off x="1199413" y="2502958"/>
          <a:ext cx="646643" cy="64664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NumberedTitleCardList#1">
  <dgm:title val=""/>
  <dgm:desc val=""/>
  <dgm:catLst>
    <dgm:cat type="list" pri="8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EA227610-FB59-431A-8167-4D4233C8D6DF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141C51B7-39B7-423D-B737-56212D911272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8DF17812-CECC-41AC-AFF5-63FAAC39CB0B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08/10/2026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08/10/2026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capire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e' un </a:t>
            </a:r>
            <a:r>
              <a:rPr lang="en-US" dirty="0" err="1"/>
              <a:t>indice</a:t>
            </a:r>
            <a:r>
              <a:rPr lang="en-US" dirty="0"/>
              <a:t>, come e' </a:t>
            </a:r>
            <a:r>
              <a:rPr lang="en-US" dirty="0" err="1"/>
              <a:t>fatto</a:t>
            </a:r>
            <a:r>
              <a:rPr lang="en-US" dirty="0"/>
              <a:t>, </a:t>
            </a:r>
            <a:r>
              <a:rPr lang="en-US" dirty="0" err="1"/>
              <a:t>quali</a:t>
            </a:r>
            <a:r>
              <a:rPr lang="en-US" dirty="0"/>
              <a:t> tipi </a:t>
            </a:r>
            <a:r>
              <a:rPr lang="en-US" dirty="0" err="1"/>
              <a:t>esistono</a:t>
            </a:r>
            <a:r>
              <a:rPr lang="en-US" dirty="0"/>
              <a:t> e </a:t>
            </a:r>
            <a:r>
              <a:rPr lang="en-US" dirty="0" err="1"/>
              <a:t>soprattutto</a:t>
            </a:r>
            <a:r>
              <a:rPr lang="en-US" dirty="0"/>
              <a:t> con quale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sceglie</a:t>
            </a:r>
            <a:r>
              <a:rPr lang="en-US" dirty="0"/>
              <a:t> </a:t>
            </a:r>
            <a:r>
              <a:rPr lang="en-US" dirty="0" err="1"/>
              <a:t>quello</a:t>
            </a:r>
            <a:r>
              <a:rPr lang="en-US" dirty="0"/>
              <a:t> giusto.
Punto </a:t>
            </a:r>
            <a:r>
              <a:rPr lang="en-US" dirty="0" err="1"/>
              <a:t>chiave</a:t>
            </a:r>
            <a:r>
              <a:rPr lang="en-US" dirty="0"/>
              <a:t>: un </a:t>
            </a:r>
            <a:r>
              <a:rPr lang="en-US" dirty="0" err="1"/>
              <a:t>indice</a:t>
            </a:r>
            <a:r>
              <a:rPr lang="en-US" dirty="0"/>
              <a:t> non e' gratis. </a:t>
            </a:r>
            <a:r>
              <a:rPr lang="en-US" dirty="0" err="1"/>
              <a:t>Accelera</a:t>
            </a:r>
            <a:r>
              <a:rPr lang="en-US" dirty="0"/>
              <a:t> le </a:t>
            </a:r>
            <a:r>
              <a:rPr lang="en-US" dirty="0" err="1"/>
              <a:t>letture</a:t>
            </a:r>
            <a:r>
              <a:rPr lang="en-US" dirty="0"/>
              <a:t> e </a:t>
            </a:r>
            <a:r>
              <a:rPr lang="en-US" dirty="0" err="1"/>
              <a:t>rallenta</a:t>
            </a:r>
            <a:r>
              <a:rPr lang="en-US" dirty="0"/>
              <a:t> le </a:t>
            </a:r>
            <a:r>
              <a:rPr lang="en-US" dirty="0" err="1"/>
              <a:t>scritture</a:t>
            </a:r>
            <a:r>
              <a:rPr lang="en-US" dirty="0"/>
              <a:t>, e' sempre un </a:t>
            </a:r>
            <a:r>
              <a:rPr lang="en-US" dirty="0" err="1"/>
              <a:t>compromesso</a:t>
            </a:r>
            <a:r>
              <a:rPr lang="en-US" dirty="0"/>
              <a:t> da </a:t>
            </a:r>
            <a:r>
              <a:rPr lang="en-US" dirty="0" err="1"/>
              <a:t>misurare</a:t>
            </a:r>
            <a:r>
              <a:rPr lang="en-US" dirty="0"/>
              <a:t>.
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00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Cosa </a:t>
            </a:r>
            <a:r>
              <a:rPr lang="en-US" dirty="0" err="1"/>
              <a:t>succede</a:t>
            </a:r>
            <a:r>
              <a:rPr lang="en-US" dirty="0"/>
              <a:t> </a:t>
            </a:r>
            <a:r>
              <a:rPr lang="en-US" dirty="0" err="1"/>
              <a:t>fisicamente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SQL Server </a:t>
            </a:r>
            <a:r>
              <a:rPr lang="en-US" dirty="0" err="1"/>
              <a:t>cerca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1532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Analogia: </a:t>
            </a:r>
            <a:r>
              <a:rPr lang="en-US" sz="1600" dirty="0" err="1"/>
              <a:t>l'indice</a:t>
            </a:r>
            <a:r>
              <a:rPr lang="en-US" sz="1600" dirty="0"/>
              <a:t> </a:t>
            </a:r>
            <a:r>
              <a:rPr lang="en-US" sz="1600" dirty="0" err="1"/>
              <a:t>analitico</a:t>
            </a:r>
            <a:r>
              <a:rPr lang="en-US" sz="1600" dirty="0"/>
              <a:t> in </a:t>
            </a:r>
            <a:r>
              <a:rPr lang="en-US" sz="1600" dirty="0" err="1"/>
              <a:t>fondo</a:t>
            </a:r>
            <a:r>
              <a:rPr lang="en-US" sz="1600" dirty="0"/>
              <a:t> a un </a:t>
            </a:r>
            <a:r>
              <a:rPr lang="en-US" sz="1600" dirty="0" err="1"/>
              <a:t>libro</a:t>
            </a:r>
            <a:r>
              <a:rPr lang="en-US" sz="1600" dirty="0"/>
              <a:t>.
Il </a:t>
            </a:r>
            <a:r>
              <a:rPr lang="en-US" sz="1600" dirty="0" err="1"/>
              <a:t>guadagno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misura</a:t>
            </a:r>
            <a:r>
              <a:rPr lang="en-US" sz="1600" dirty="0"/>
              <a:t> in PAGINE LETTE, non in secondi: </a:t>
            </a:r>
            <a:r>
              <a:rPr lang="en-US" sz="1600" dirty="0" err="1"/>
              <a:t>i</a:t>
            </a:r>
            <a:r>
              <a:rPr lang="en-US" sz="1600" dirty="0"/>
              <a:t> secondi </a:t>
            </a:r>
            <a:r>
              <a:rPr lang="en-US" sz="1600" dirty="0" err="1"/>
              <a:t>dipendono</a:t>
            </a:r>
            <a:r>
              <a:rPr lang="en-US" sz="1600" dirty="0"/>
              <a:t> </a:t>
            </a:r>
            <a:r>
              <a:rPr lang="en-US" sz="1600" dirty="0" err="1"/>
              <a:t>dalla</a:t>
            </a:r>
            <a:r>
              <a:rPr lang="en-US" sz="1600" dirty="0"/>
              <a:t> cache, le </a:t>
            </a:r>
            <a:r>
              <a:rPr lang="en-US" sz="1600" dirty="0" err="1"/>
              <a:t>pagine</a:t>
            </a:r>
            <a:r>
              <a:rPr lang="en-US" sz="1600" dirty="0"/>
              <a:t> no.
</a:t>
            </a:r>
            <a:br>
              <a:rPr lang="it-IT" dirty="0"/>
            </a:br>
            <a:r>
              <a:rPr lang="it-IT" dirty="0"/>
              <a:t>DEMO</a:t>
            </a:r>
          </a:p>
          <a:p>
            <a:r>
              <a:rPr lang="en-US" dirty="0"/>
              <a:t>
</a:t>
            </a:r>
            <a:br>
              <a:rPr lang="it-IT" dirty="0"/>
            </a:b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5111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B+tree</a:t>
            </a:r>
            <a:r>
              <a:rPr lang="en-US" dirty="0"/>
              <a:t>: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stanno</a:t>
            </a:r>
            <a:r>
              <a:rPr lang="en-US" dirty="0"/>
              <a:t> solo </a:t>
            </a:r>
            <a:r>
              <a:rPr lang="en-US" dirty="0" err="1"/>
              <a:t>nelle</a:t>
            </a:r>
            <a:r>
              <a:rPr lang="en-US" dirty="0"/>
              <a:t> </a:t>
            </a:r>
            <a:r>
              <a:rPr lang="en-US" dirty="0" err="1"/>
              <a:t>foglie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livelli</a:t>
            </a:r>
            <a:r>
              <a:rPr lang="en-US" dirty="0"/>
              <a:t> </a:t>
            </a:r>
            <a:r>
              <a:rPr lang="en-US" dirty="0" err="1"/>
              <a:t>superiori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solo </a:t>
            </a:r>
            <a:r>
              <a:rPr lang="en-US" dirty="0" err="1"/>
              <a:t>navigazione</a:t>
            </a:r>
            <a:r>
              <a:rPr lang="en-US" dirty="0"/>
              <a:t>.
I </a:t>
            </a:r>
            <a:r>
              <a:rPr lang="en-US" dirty="0" err="1"/>
              <a:t>livelli</a:t>
            </a:r>
            <a:r>
              <a:rPr lang="en-US" dirty="0"/>
              <a:t> </a:t>
            </a:r>
            <a:r>
              <a:rPr lang="en-US" dirty="0" err="1"/>
              <a:t>crescono</a:t>
            </a:r>
            <a:r>
              <a:rPr lang="en-US" dirty="0"/>
              <a:t> in modo </a:t>
            </a:r>
            <a:r>
              <a:rPr lang="en-US" dirty="0" err="1"/>
              <a:t>logaritmico</a:t>
            </a:r>
            <a:r>
              <a:rPr lang="en-US" dirty="0"/>
              <a:t>: </a:t>
            </a:r>
            <a:r>
              <a:rPr lang="en-US" dirty="0" err="1"/>
              <a:t>raddoppiare</a:t>
            </a:r>
            <a:r>
              <a:rPr lang="en-US" dirty="0"/>
              <a:t> le </a:t>
            </a:r>
            <a:r>
              <a:rPr lang="en-US" dirty="0" err="1"/>
              <a:t>righe</a:t>
            </a:r>
            <a:r>
              <a:rPr lang="en-US" dirty="0"/>
              <a:t> non </a:t>
            </a:r>
            <a:r>
              <a:rPr lang="en-US" dirty="0" err="1"/>
              <a:t>raddoppia</a:t>
            </a:r>
            <a:r>
              <a:rPr lang="en-US" dirty="0"/>
              <a:t> il </a:t>
            </a:r>
            <a:r>
              <a:rPr lang="en-US" dirty="0" err="1"/>
              <a:t>costo</a:t>
            </a:r>
            <a:r>
              <a:rPr lang="en-US" dirty="0"/>
              <a:t> del seek.
DMV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index_depth</a:t>
            </a:r>
            <a:r>
              <a:rPr lang="en-US" dirty="0"/>
              <a:t>, </a:t>
            </a:r>
            <a:r>
              <a:rPr lang="en-US" dirty="0" err="1"/>
              <a:t>cioe</a:t>
            </a:r>
            <a:r>
              <a:rPr lang="en-US" dirty="0"/>
              <a:t>' il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livelli</a:t>
            </a:r>
            <a:r>
              <a:rPr lang="en-US" dirty="0"/>
              <a:t>.</a:t>
            </a:r>
          </a:p>
          <a:p>
            <a:endParaRPr lang="it-IT" dirty="0"/>
          </a:p>
          <a:p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9190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PK </a:t>
            </a:r>
            <a:r>
              <a:rPr lang="en-US" dirty="0" err="1"/>
              <a:t>crea</a:t>
            </a:r>
            <a:r>
              <a:rPr lang="en-US" dirty="0"/>
              <a:t> un clustered solo se non ne </a:t>
            </a:r>
            <a:r>
              <a:rPr lang="en-US" dirty="0" err="1"/>
              <a:t>esiste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' uno, pk=clustered non è </a:t>
            </a:r>
            <a:r>
              <a:rPr lang="en-US" dirty="0" err="1"/>
              <a:t>assioma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RID: </a:t>
            </a:r>
            <a:r>
              <a:rPr lang="it-IT" dirty="0"/>
              <a:t>l'indirizzo fisico </a:t>
            </a:r>
            <a:endParaRPr lang="en-US" dirty="0"/>
          </a:p>
          <a:p>
            <a:r>
              <a:rPr lang="en-US" dirty="0"/>
              <a:t>Page split </a:t>
            </a:r>
            <a:r>
              <a:rPr lang="en-US" dirty="0" err="1"/>
              <a:t>avviene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scrive </a:t>
            </a:r>
            <a:r>
              <a:rPr lang="en-US" dirty="0" err="1"/>
              <a:t>dati</a:t>
            </a:r>
            <a:r>
              <a:rPr lang="en-US" dirty="0"/>
              <a:t> in mezzo a </a:t>
            </a:r>
            <a:r>
              <a:rPr lang="en-US" dirty="0" err="1"/>
              <a:t>pagine</a:t>
            </a:r>
            <a:r>
              <a:rPr lang="en-US" dirty="0"/>
              <a:t> </a:t>
            </a:r>
            <a:r>
              <a:rPr lang="en-US" dirty="0" err="1"/>
              <a:t>esistenti</a:t>
            </a:r>
            <a:r>
              <a:rPr lang="en-US" dirty="0"/>
              <a:t> e ordinate, </a:t>
            </a:r>
            <a:r>
              <a:rPr lang="en-US" dirty="0" err="1"/>
              <a:t>satura</a:t>
            </a:r>
            <a:r>
              <a:rPr lang="en-US" dirty="0"/>
              <a:t> </a:t>
            </a:r>
            <a:r>
              <a:rPr lang="en-US" dirty="0" err="1"/>
              <a:t>pagina</a:t>
            </a:r>
            <a:r>
              <a:rPr lang="en-US" dirty="0"/>
              <a:t> 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crearne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nuova</a:t>
            </a:r>
            <a:r>
              <a:rPr lang="en-US" dirty="0"/>
              <a:t> per </a:t>
            </a:r>
            <a:r>
              <a:rPr lang="en-US" dirty="0" err="1"/>
              <a:t>spostare</a:t>
            </a:r>
            <a:r>
              <a:rPr lang="en-US" dirty="0"/>
              <a:t> I </a:t>
            </a:r>
            <a:r>
              <a:rPr lang="en-US" dirty="0" err="1"/>
              <a:t>dati</a:t>
            </a:r>
            <a:r>
              <a:rPr lang="en-US" dirty="0"/>
              <a:t> in </a:t>
            </a:r>
            <a:r>
              <a:rPr lang="en-US" dirty="0" err="1"/>
              <a:t>eccesso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Tante </a:t>
            </a:r>
            <a:r>
              <a:rPr lang="en-US" dirty="0" err="1"/>
              <a:t>pagine</a:t>
            </a:r>
            <a:r>
              <a:rPr lang="en-US" dirty="0"/>
              <a:t> </a:t>
            </a:r>
            <a:r>
              <a:rPr lang="en-US" dirty="0" err="1"/>
              <a:t>vuote</a:t>
            </a:r>
            <a:r>
              <a:rPr lang="en-US" dirty="0"/>
              <a:t> </a:t>
            </a:r>
            <a:r>
              <a:rPr lang="en-US" dirty="0" err="1"/>
              <a:t>significano</a:t>
            </a:r>
            <a:r>
              <a:rPr lang="en-US" dirty="0"/>
              <a:t> </a:t>
            </a:r>
            <a:r>
              <a:rPr lang="en-US" dirty="0" err="1"/>
              <a:t>deframmentazione</a:t>
            </a:r>
            <a:r>
              <a:rPr lang="en-US" dirty="0"/>
              <a:t> del </a:t>
            </a:r>
            <a:r>
              <a:rPr lang="en-US" dirty="0" err="1"/>
              <a:t>dato</a:t>
            </a:r>
            <a:endParaRPr lang="en-US" dirty="0"/>
          </a:p>
          <a:p>
            <a:r>
              <a:rPr lang="en-US" dirty="0"/>
              <a:t>Le </a:t>
            </a:r>
            <a:r>
              <a:rPr lang="en-US" dirty="0" err="1"/>
              <a:t>pagine</a:t>
            </a:r>
            <a:r>
              <a:rPr lang="en-US" dirty="0"/>
              <a:t> non </a:t>
            </a:r>
            <a:r>
              <a:rPr lang="en-US" dirty="0" err="1"/>
              <a:t>sono</a:t>
            </a:r>
            <a:r>
              <a:rPr lang="en-US" dirty="0"/>
              <a:t> sempre </a:t>
            </a:r>
            <a:r>
              <a:rPr lang="en-US" dirty="0" err="1"/>
              <a:t>piene</a:t>
            </a:r>
            <a:r>
              <a:rPr lang="en-US" dirty="0"/>
              <a:t>, </a:t>
            </a:r>
            <a:r>
              <a:rPr lang="en-US" dirty="0" err="1"/>
              <a:t>dipende</a:t>
            </a:r>
            <a:r>
              <a:rPr lang="en-US" dirty="0"/>
              <a:t> da FILLFACTOR </a:t>
            </a:r>
            <a:r>
              <a:rPr lang="en-US" dirty="0" err="1"/>
              <a:t>definito</a:t>
            </a:r>
            <a:r>
              <a:rPr lang="en-US" dirty="0"/>
              <a:t>.</a:t>
            </a:r>
            <a:br>
              <a:rPr lang="en-US" dirty="0"/>
            </a:b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6480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616C4-98F5-3E3A-1BAF-43DA3857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69FD05E-A67D-B9E9-5F46-125AADC15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A53881D-30C3-E99F-B912-225BB9144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Cosa </a:t>
            </a:r>
            <a:r>
              <a:rPr lang="en-US" dirty="0" err="1"/>
              <a:t>succede</a:t>
            </a:r>
            <a:r>
              <a:rPr lang="en-US" dirty="0"/>
              <a:t> </a:t>
            </a:r>
            <a:r>
              <a:rPr lang="en-US" dirty="0" err="1"/>
              <a:t>fisicamente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SQL Server </a:t>
            </a:r>
            <a:r>
              <a:rPr lang="en-US" dirty="0" err="1"/>
              <a:t>cerca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AA92C99-DB93-6DE7-D06C-178256783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6119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B85E-9561-E4C7-2B86-6367CCC7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5531B43-CE96-1CEA-CFDB-C9D7ADAED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08F429A-92BD-7BE6-22C6-3F401638C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chiave</a:t>
            </a:r>
            <a:r>
              <a:rPr lang="en-US" dirty="0"/>
              <a:t> clustered e' </a:t>
            </a:r>
            <a:r>
              <a:rPr lang="en-US" dirty="0" err="1"/>
              <a:t>pagata</a:t>
            </a:r>
            <a:r>
              <a:rPr lang="en-US" dirty="0"/>
              <a:t> da tutti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indici</a:t>
            </a:r>
            <a:r>
              <a:rPr lang="en-US" dirty="0"/>
              <a:t> non clustered, </a:t>
            </a:r>
            <a:r>
              <a:rPr lang="en-US" dirty="0" err="1"/>
              <a:t>perche</a:t>
            </a:r>
            <a:r>
              <a:rPr lang="en-US" dirty="0"/>
              <a:t>' e' il loro </a:t>
            </a:r>
            <a:r>
              <a:rPr lang="en-US" dirty="0" err="1"/>
              <a:t>puntatore</a:t>
            </a:r>
            <a:r>
              <a:rPr lang="en-US" dirty="0"/>
              <a:t> alla </a:t>
            </a:r>
            <a:r>
              <a:rPr lang="en-US" dirty="0" err="1"/>
              <a:t>riga</a:t>
            </a:r>
            <a:r>
              <a:rPr lang="en-US" dirty="0"/>
              <a:t>.
</a:t>
            </a:r>
            <a:r>
              <a:rPr lang="en-US" dirty="0" err="1"/>
              <a:t>Esempio</a:t>
            </a:r>
            <a:r>
              <a:rPr lang="en-US" dirty="0"/>
              <a:t> classico: clustered </a:t>
            </a:r>
            <a:r>
              <a:rPr lang="en-US" dirty="0" err="1"/>
              <a:t>su</a:t>
            </a:r>
            <a:r>
              <a:rPr lang="en-US" dirty="0"/>
              <a:t> UNIQUEIDENTIFIER da NEWID(). 16 byte e </a:t>
            </a:r>
            <a:r>
              <a:rPr lang="en-US" dirty="0" err="1"/>
              <a:t>casuale</a:t>
            </a:r>
            <a:r>
              <a:rPr lang="en-US" dirty="0"/>
              <a:t>: </a:t>
            </a:r>
            <a:r>
              <a:rPr lang="en-US" dirty="0" err="1"/>
              <a:t>frammenta</a:t>
            </a:r>
            <a:r>
              <a:rPr lang="en-US" dirty="0"/>
              <a:t> e </a:t>
            </a:r>
            <a:r>
              <a:rPr lang="en-US" dirty="0" err="1"/>
              <a:t>appesantisce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.
</a:t>
            </a:r>
            <a:r>
              <a:rPr lang="en-US" dirty="0" err="1"/>
              <a:t>Uniquifier</a:t>
            </a:r>
            <a:r>
              <a:rPr lang="en-US" dirty="0"/>
              <a:t>: se il clustered non e' UNIQUE, SQL </a:t>
            </a:r>
            <a:r>
              <a:rPr lang="en-US" dirty="0" err="1"/>
              <a:t>aggiunge</a:t>
            </a:r>
            <a:r>
              <a:rPr lang="en-US" dirty="0"/>
              <a:t> 4 byte ai </a:t>
            </a:r>
            <a:r>
              <a:rPr lang="en-US" dirty="0" err="1"/>
              <a:t>duplicati</a:t>
            </a:r>
            <a:r>
              <a:rPr lang="en-US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CF4ECC2-F6B1-2C28-8BAB-96B9099FC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3372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C5865-3B1D-8A09-F8C2-9971E5A1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39289B5-DA7D-F28D-1700-B285F4326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A21BE21-6372-1D8B-1255-AE1AD8801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duplicati</a:t>
            </a:r>
            <a:r>
              <a:rPr lang="en-US" dirty="0"/>
              <a:t> (</a:t>
            </a:r>
            <a:r>
              <a:rPr lang="en-US" dirty="0" err="1"/>
              <a:t>chiave</a:t>
            </a:r>
            <a:r>
              <a:rPr lang="en-US" dirty="0"/>
              <a:t> piu' </a:t>
            </a:r>
            <a:r>
              <a:rPr lang="en-US" dirty="0" err="1"/>
              <a:t>puntatore</a:t>
            </a:r>
            <a:r>
              <a:rPr lang="en-US" dirty="0"/>
              <a:t>): costa </a:t>
            </a:r>
            <a:r>
              <a:rPr lang="en-US" dirty="0" err="1"/>
              <a:t>spazio</a:t>
            </a:r>
            <a:r>
              <a:rPr lang="en-US" dirty="0"/>
              <a:t> e costa </a:t>
            </a:r>
            <a:r>
              <a:rPr lang="en-US" dirty="0" err="1"/>
              <a:t>scritture</a:t>
            </a:r>
            <a:r>
              <a:rPr lang="en-US" dirty="0"/>
              <a:t>.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separata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puntatore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alla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</a:t>
            </a:r>
            <a:endParaRPr lang="en-US" sz="1200" dirty="0"/>
          </a:p>
          <a:p>
            <a:r>
              <a:rPr lang="en-US" dirty="0"/>
              <a:t>La </a:t>
            </a:r>
            <a:r>
              <a:rPr lang="en-US" dirty="0" err="1"/>
              <a:t>selettività</a:t>
            </a:r>
            <a:r>
              <a:rPr lang="en-US" dirty="0"/>
              <a:t> è il </a:t>
            </a:r>
            <a:r>
              <a:rPr lang="en-US" dirty="0" err="1"/>
              <a:t>criterio</a:t>
            </a:r>
            <a:r>
              <a:rPr lang="en-US" dirty="0"/>
              <a:t> </a:t>
            </a:r>
            <a:r>
              <a:rPr lang="en-US" dirty="0" err="1"/>
              <a:t>guida</a:t>
            </a:r>
            <a:r>
              <a:rPr lang="en-US" dirty="0"/>
              <a:t>: se la </a:t>
            </a:r>
            <a:r>
              <a:rPr lang="en-US" dirty="0" err="1"/>
              <a:t>colonna</a:t>
            </a:r>
            <a:r>
              <a:rPr lang="en-US" dirty="0"/>
              <a:t> filtra il 90% delle </a:t>
            </a:r>
            <a:r>
              <a:rPr lang="en-US" dirty="0" err="1"/>
              <a:t>righe</a:t>
            </a:r>
            <a:r>
              <a:rPr lang="en-US" dirty="0"/>
              <a:t> </a:t>
            </a:r>
            <a:r>
              <a:rPr lang="en-US" dirty="0" err="1"/>
              <a:t>l'indice</a:t>
            </a:r>
            <a:r>
              <a:rPr lang="en-US" dirty="0"/>
              <a:t> non verra' </a:t>
            </a:r>
            <a:r>
              <a:rPr lang="en-US" dirty="0" err="1"/>
              <a:t>usato</a:t>
            </a:r>
            <a:r>
              <a:rPr lang="en-US" dirty="0"/>
              <a:t> in seek ma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scelta</a:t>
            </a:r>
            <a:r>
              <a:rPr lang="en-US" dirty="0"/>
              <a:t> scan </a:t>
            </a:r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veloce</a:t>
            </a:r>
          </a:p>
          <a:p>
            <a:r>
              <a:rPr lang="en-US" dirty="0"/>
              <a:t>Un </a:t>
            </a:r>
            <a:r>
              <a:rPr lang="en-US" dirty="0" err="1"/>
              <a:t>indice</a:t>
            </a:r>
            <a:r>
              <a:rPr lang="en-US" dirty="0"/>
              <a:t> UNIQUE e' </a:t>
            </a:r>
            <a:r>
              <a:rPr lang="en-US" dirty="0" err="1"/>
              <a:t>anche</a:t>
            </a:r>
            <a:r>
              <a:rPr lang="en-US" dirty="0"/>
              <a:t> un </a:t>
            </a:r>
            <a:r>
              <a:rPr lang="en-US" dirty="0" err="1"/>
              <a:t>vincolo</a:t>
            </a:r>
            <a:r>
              <a:rPr lang="en-US" dirty="0"/>
              <a:t> di </a:t>
            </a:r>
            <a:r>
              <a:rPr lang="en-US" dirty="0" err="1"/>
              <a:t>integrita</a:t>
            </a:r>
            <a:r>
              <a:rPr lang="en-US" dirty="0"/>
              <a:t>’.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66BAF9-AF25-087E-1789-C915CF1E1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7362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FD8E-205D-78CF-9C85-6454331F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FBC8CBF-C82A-CC76-8B26-AD739B9EB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D4A6D0E-C11E-E060-F407-6C6BEFC30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duplicati</a:t>
            </a:r>
            <a:r>
              <a:rPr lang="en-US" dirty="0"/>
              <a:t> (</a:t>
            </a:r>
            <a:r>
              <a:rPr lang="en-US" dirty="0" err="1"/>
              <a:t>chiave</a:t>
            </a:r>
            <a:r>
              <a:rPr lang="en-US" dirty="0"/>
              <a:t> piu' </a:t>
            </a:r>
            <a:r>
              <a:rPr lang="en-US" dirty="0" err="1"/>
              <a:t>puntatore</a:t>
            </a:r>
            <a:r>
              <a:rPr lang="en-US" dirty="0"/>
              <a:t>): costa </a:t>
            </a:r>
            <a:r>
              <a:rPr lang="en-US" dirty="0" err="1"/>
              <a:t>spazio</a:t>
            </a:r>
            <a:r>
              <a:rPr lang="en-US" dirty="0"/>
              <a:t> e costa </a:t>
            </a:r>
            <a:r>
              <a:rPr lang="en-US" dirty="0" err="1"/>
              <a:t>scritture</a:t>
            </a:r>
            <a:r>
              <a:rPr lang="en-US" dirty="0"/>
              <a:t>.
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separata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puntatore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alla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</a:t>
            </a:r>
            <a:endParaRPr lang="en-US" sz="1200" dirty="0"/>
          </a:p>
          <a:p>
            <a:r>
              <a:rPr lang="en-US" dirty="0"/>
              <a:t>La </a:t>
            </a:r>
            <a:r>
              <a:rPr lang="en-US" dirty="0" err="1"/>
              <a:t>selettività</a:t>
            </a:r>
            <a:r>
              <a:rPr lang="en-US" dirty="0"/>
              <a:t> è il </a:t>
            </a:r>
            <a:r>
              <a:rPr lang="en-US" dirty="0" err="1"/>
              <a:t>criterio</a:t>
            </a:r>
            <a:r>
              <a:rPr lang="en-US" dirty="0"/>
              <a:t> </a:t>
            </a:r>
            <a:r>
              <a:rPr lang="en-US" dirty="0" err="1"/>
              <a:t>guida</a:t>
            </a:r>
            <a:r>
              <a:rPr lang="en-US" dirty="0"/>
              <a:t>: se la </a:t>
            </a:r>
            <a:r>
              <a:rPr lang="en-US" dirty="0" err="1"/>
              <a:t>colonna</a:t>
            </a:r>
            <a:r>
              <a:rPr lang="en-US" dirty="0"/>
              <a:t> filtra il 90% delle </a:t>
            </a:r>
            <a:r>
              <a:rPr lang="en-US" dirty="0" err="1"/>
              <a:t>righe</a:t>
            </a:r>
            <a:r>
              <a:rPr lang="en-US" dirty="0"/>
              <a:t> </a:t>
            </a:r>
            <a:r>
              <a:rPr lang="en-US" dirty="0" err="1"/>
              <a:t>l'indice</a:t>
            </a:r>
            <a:r>
              <a:rPr lang="en-US" dirty="0"/>
              <a:t> non verra' </a:t>
            </a:r>
            <a:r>
              <a:rPr lang="en-US" dirty="0" err="1"/>
              <a:t>usato</a:t>
            </a:r>
            <a:r>
              <a:rPr lang="en-US" dirty="0"/>
              <a:t> in seek ma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scelta</a:t>
            </a:r>
            <a:r>
              <a:rPr lang="en-US" dirty="0"/>
              <a:t> scan </a:t>
            </a:r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veloce</a:t>
            </a:r>
          </a:p>
          <a:p>
            <a:r>
              <a:rPr lang="en-US" dirty="0"/>
              <a:t>Un </a:t>
            </a:r>
            <a:r>
              <a:rPr lang="en-US" dirty="0" err="1"/>
              <a:t>indice</a:t>
            </a:r>
            <a:r>
              <a:rPr lang="en-US" dirty="0"/>
              <a:t> UNIQUE e' </a:t>
            </a:r>
            <a:r>
              <a:rPr lang="en-US" dirty="0" err="1"/>
              <a:t>anche</a:t>
            </a:r>
            <a:r>
              <a:rPr lang="en-US" dirty="0"/>
              <a:t> un </a:t>
            </a:r>
            <a:r>
              <a:rPr lang="en-US" dirty="0" err="1"/>
              <a:t>vincolo</a:t>
            </a:r>
            <a:r>
              <a:rPr lang="en-US" dirty="0"/>
              <a:t> di </a:t>
            </a:r>
            <a:r>
              <a:rPr lang="en-US" dirty="0" err="1"/>
              <a:t>integrita</a:t>
            </a:r>
            <a:r>
              <a:rPr lang="en-US" dirty="0"/>
              <a:t>’.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049FE7-C69F-0A87-450B-A6E1ACE19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4141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Indici compositi sono quelli in cui l’indice prevede più colonne</a:t>
            </a:r>
            <a:br>
              <a:rPr lang="it-IT" dirty="0"/>
            </a:br>
            <a:r>
              <a:rPr lang="it-IT" dirty="0"/>
              <a:t>L'esempio di riferimento è un indice sulla coppia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ProductID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ModifiedDate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it-IT" dirty="0"/>
              <a:t>. Importante! Le righe dell'indice sono ordinate prima per prodotto e, a parità di prodotto, per data.</a:t>
            </a:r>
            <a:br>
              <a:rPr lang="it-IT" dirty="0"/>
            </a:br>
            <a:r>
              <a:rPr lang="it-IT" dirty="0"/>
              <a:t>1) </a:t>
            </a:r>
            <a:r>
              <a:rPr lang="it-I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</a:t>
            </a:r>
            <a:r>
              <a:rPr lang="it-I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ProductID</a:t>
            </a:r>
            <a:r>
              <a:rPr lang="it-I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707</a:t>
            </a:r>
            <a:r>
              <a:rPr lang="it-IT" b="1" dirty="0"/>
              <a:t>.</a:t>
            </a:r>
            <a:r>
              <a:rPr lang="it-IT" dirty="0"/>
              <a:t> Seek efficiente. Il valore cercato è quello della prima colonna, quindi tutte le righe del prodotto 707 stanno in un blocco contiguo: SQL Server scende l'albero una volta, si posiziona all'inizio del blocco e legge solo quello</a:t>
            </a:r>
          </a:p>
          <a:p>
            <a:r>
              <a:rPr lang="it-IT" dirty="0"/>
              <a:t>2) </a:t>
            </a:r>
            <a:r>
              <a:rPr lang="it-I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</a:t>
            </a:r>
            <a:r>
              <a:rPr lang="it-I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ProductID</a:t>
            </a:r>
            <a:r>
              <a:rPr lang="it-I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707 AND </a:t>
            </a:r>
            <a:r>
              <a:rPr lang="it-I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ModifiedDate</a:t>
            </a:r>
            <a:r>
              <a:rPr lang="it-I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&gt;= '…'</a:t>
            </a:r>
            <a:r>
              <a:rPr lang="it-IT" b="1" dirty="0"/>
              <a:t>.</a:t>
            </a:r>
            <a:r>
              <a:rPr lang="it-IT" dirty="0"/>
              <a:t> È il caso ideale, quello per cui l'indice è stato costruito. La prima colonna fissa il punto di partenza, la seconda restringe ulteriormente </a:t>
            </a:r>
            <a:r>
              <a:rPr lang="it-IT" i="1" dirty="0"/>
              <a:t>dentro</a:t>
            </a:r>
            <a:r>
              <a:rPr lang="it-IT" dirty="0"/>
              <a:t> quel blocco. Entrambe le colonne compaiono nel piano tra i </a:t>
            </a:r>
            <a:r>
              <a:rPr lang="it-IT" i="1" dirty="0"/>
              <a:t>Seek </a:t>
            </a:r>
            <a:r>
              <a:rPr lang="it-IT" i="1" dirty="0" err="1"/>
              <a:t>Predicates</a:t>
            </a:r>
            <a:r>
              <a:rPr lang="it-IT" dirty="0"/>
              <a:t>.</a:t>
            </a:r>
          </a:p>
          <a:p>
            <a:r>
              <a:rPr lang="it-IT" dirty="0"/>
              <a:t>3) </a:t>
            </a:r>
            <a:r>
              <a:rPr lang="it-I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</a:t>
            </a:r>
            <a:r>
              <a:rPr lang="it-IT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ModifiedDate</a:t>
            </a:r>
            <a:r>
              <a:rPr lang="it-I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&gt;= '…'</a:t>
            </a:r>
            <a:r>
              <a:rPr lang="it-IT" b="1" dirty="0"/>
              <a:t>.</a:t>
            </a:r>
            <a:r>
              <a:rPr lang="it-IT" dirty="0"/>
              <a:t> Qui casca il ragionamento intuitivo. La colonna c'è, nell'indice, ma è la seconda: le righe con una certa data sono sparse in tutti i blocchi, uno per ogni prodotto. Non esiste un intervallo contiguo da agganciare, quindi il </a:t>
            </a:r>
            <a:r>
              <a:rPr lang="it-IT" dirty="0" err="1"/>
              <a:t>seek</a:t>
            </a:r>
            <a:r>
              <a:rPr lang="it-IT" dirty="0"/>
              <a:t> è impossibile. L'indice può ancora essere usato, ma solo come scansione — e lo sarà solo se è più stretto della tabella, cioè se conviene leggerlo tutto invece di leggere tutta la tabella.</a:t>
            </a:r>
            <a:br>
              <a:rPr lang="it-IT" dirty="0"/>
            </a:br>
            <a:r>
              <a:rPr lang="it-IT" dirty="0"/>
              <a:t>4) </a:t>
            </a:r>
            <a:r>
              <a:rPr lang="it-IT" b="1" dirty="0"/>
              <a:t>gli ORDER BY.</a:t>
            </a:r>
            <a:r>
              <a:rPr lang="it-IT" dirty="0"/>
              <a:t> Lo stesso principio applicato all'ordinamento.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 BY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ProductID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ModifiedDate</a:t>
            </a:r>
            <a:r>
              <a:rPr lang="it-IT" dirty="0"/>
              <a:t> chiede esattamente l'ordine in cui l'indice è già scritto: SQL Server legge le foglie nell'ordine in cui stanno e restituisce. Nel piano non si vedrà operatore sort</a:t>
            </a:r>
          </a:p>
          <a:p>
            <a:r>
              <a:rPr lang="it-IT" dirty="0"/>
              <a:t>5) Richiede sort per ordinare fisicamente dati letti</a:t>
            </a:r>
          </a:p>
          <a:p>
            <a:br>
              <a:rPr lang="it-IT" dirty="0"/>
            </a:br>
            <a:r>
              <a:rPr lang="it-IT" b="1" dirty="0"/>
              <a:t>"Un indice su (A, B) serve anche le query sul solo A"</a:t>
            </a:r>
            <a:r>
              <a:rPr lang="it-IT" dirty="0"/>
              <a:t>. </a:t>
            </a:r>
            <a:br>
              <a:rPr lang="it-IT" dirty="0"/>
            </a:br>
            <a:r>
              <a:rPr lang="it-IT" b="1" dirty="0"/>
              <a:t>"Prima le uguaglianze, poi i range"</a:t>
            </a:r>
            <a:r>
              <a:rPr lang="it-IT" dirty="0"/>
              <a:t>. Se metti in chiave prima una colonna confrontata per intervallo, il </a:t>
            </a:r>
            <a:r>
              <a:rPr lang="it-IT" dirty="0" err="1"/>
              <a:t>seek</a:t>
            </a:r>
            <a:r>
              <a:rPr lang="it-IT" dirty="0"/>
              <a:t> si ferma lì e tutte le colonne successive smettono di essere utilizzabili per la ricerca, nel caso specifico invertendo colonne nel caso 2 </a:t>
            </a:r>
            <a:r>
              <a:rPr lang="it-IT" dirty="0" err="1"/>
              <a:t>ProductID</a:t>
            </a:r>
            <a:r>
              <a:rPr lang="it-IT" dirty="0"/>
              <a:t> diventerebbe un predicate con cui cercare sul risultato del </a:t>
            </a:r>
            <a:r>
              <a:rPr lang="it-IT" dirty="0" err="1"/>
              <a:t>seek</a:t>
            </a:r>
            <a:r>
              <a:rPr lang="it-IT" dirty="0"/>
              <a:t> predicate su </a:t>
            </a:r>
            <a:r>
              <a:rPr lang="it-IT" dirty="0" err="1"/>
              <a:t>ModifiedDate</a:t>
            </a:r>
            <a:br>
              <a:rPr lang="it-IT" dirty="0"/>
            </a:br>
            <a:br>
              <a:rPr lang="it-IT" dirty="0"/>
            </a:br>
            <a:br>
              <a:rPr lang="it-IT" dirty="0"/>
            </a:br>
            <a:r>
              <a:rPr lang="en-US" dirty="0"/>
              <a:t>
</a:t>
            </a:r>
            <a:r>
              <a:rPr lang="en-US" dirty="0" err="1"/>
              <a:t>Errore</a:t>
            </a:r>
            <a:r>
              <a:rPr lang="en-US" dirty="0"/>
              <a:t> </a:t>
            </a:r>
            <a:r>
              <a:rPr lang="en-US" dirty="0" err="1"/>
              <a:t>comune</a:t>
            </a:r>
            <a:r>
              <a:rPr lang="en-US" dirty="0"/>
              <a:t>: 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indici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(A), (A,B) e (A,B,C). I </a:t>
            </a:r>
            <a:r>
              <a:rPr lang="en-US" dirty="0" err="1"/>
              <a:t>primi</a:t>
            </a:r>
            <a:r>
              <a:rPr lang="en-US" dirty="0"/>
              <a:t> due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ridondanti</a:t>
            </a:r>
            <a:r>
              <a:rPr lang="en-US" dirty="0"/>
              <a:t>: se ne </a:t>
            </a:r>
            <a:r>
              <a:rPr lang="en-US" dirty="0" err="1"/>
              <a:t>riparla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slide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consolidamento</a:t>
            </a:r>
            <a:r>
              <a:rPr lang="en-US" dirty="0"/>
              <a:t>.
Equality-first: se </a:t>
            </a:r>
            <a:r>
              <a:rPr lang="en-US" dirty="0" err="1"/>
              <a:t>metti</a:t>
            </a:r>
            <a:r>
              <a:rPr lang="en-US" dirty="0"/>
              <a:t> prima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di range, le successive non </a:t>
            </a:r>
            <a:r>
              <a:rPr lang="en-US" dirty="0" err="1"/>
              <a:t>sono</a:t>
            </a:r>
            <a:r>
              <a:rPr lang="en-US" dirty="0"/>
              <a:t> piu' </a:t>
            </a:r>
            <a:r>
              <a:rPr lang="en-US" dirty="0" err="1"/>
              <a:t>usabili</a:t>
            </a:r>
            <a:r>
              <a:rPr lang="en-US" dirty="0"/>
              <a:t> per il seek.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6FD55-4913-F966-9C49-F5B3924C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3E84C74-D4E7-07BB-6AB2-75D80C61F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799250-876E-33D1-4136-6ABC4762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Cosa </a:t>
            </a:r>
            <a:r>
              <a:rPr lang="en-US" dirty="0" err="1"/>
              <a:t>succede</a:t>
            </a:r>
            <a:r>
              <a:rPr lang="en-US" dirty="0"/>
              <a:t> </a:t>
            </a:r>
            <a:r>
              <a:rPr lang="en-US" dirty="0" err="1"/>
              <a:t>fisicamente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SQL Server </a:t>
            </a:r>
            <a:r>
              <a:rPr lang="en-US" dirty="0" err="1"/>
              <a:t>cerca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812F051-BE8F-EA9E-56DC-48936862F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3097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9C506-71E7-99B3-C070-FCCFC727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504EAE8-1FD8-D141-82FF-FE75BE72B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1FD72BE-431D-1BBE-91D0-363CA9F7A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Regola</a:t>
            </a:r>
            <a:r>
              <a:rPr lang="en-US" dirty="0"/>
              <a:t> </a:t>
            </a:r>
            <a:r>
              <a:rPr lang="en-US" dirty="0" err="1"/>
              <a:t>operativa</a:t>
            </a:r>
            <a:r>
              <a:rPr lang="en-US" dirty="0"/>
              <a:t>: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usata</a:t>
            </a:r>
            <a:r>
              <a:rPr lang="en-US" dirty="0"/>
              <a:t> in WHERE, JOIN o ORDER BY </a:t>
            </a:r>
            <a:r>
              <a:rPr lang="en-US" dirty="0" err="1"/>
              <a:t>va</a:t>
            </a:r>
            <a:r>
              <a:rPr lang="en-US" dirty="0"/>
              <a:t> in </a:t>
            </a:r>
            <a:r>
              <a:rPr lang="en-US" dirty="0" err="1"/>
              <a:t>chiave</a:t>
            </a:r>
            <a:r>
              <a:rPr lang="en-US" dirty="0"/>
              <a:t>; </a:t>
            </a:r>
            <a:r>
              <a:rPr lang="en-US" dirty="0" err="1"/>
              <a:t>colonna</a:t>
            </a:r>
            <a:r>
              <a:rPr lang="en-US" dirty="0"/>
              <a:t> solo </a:t>
            </a:r>
            <a:r>
              <a:rPr lang="en-US" dirty="0" err="1"/>
              <a:t>restituita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andare</a:t>
            </a:r>
            <a:r>
              <a:rPr lang="en-US" dirty="0"/>
              <a:t> in INCLUDE.
Se </a:t>
            </a:r>
            <a:r>
              <a:rPr lang="en-US" dirty="0" err="1"/>
              <a:t>l'INCLUDE</a:t>
            </a:r>
            <a:r>
              <a:rPr lang="en-US" dirty="0"/>
              <a:t> </a:t>
            </a:r>
            <a:r>
              <a:rPr lang="en-US" dirty="0" err="1"/>
              <a:t>diventa</a:t>
            </a:r>
            <a:r>
              <a:rPr lang="en-US" dirty="0"/>
              <a:t> </a:t>
            </a:r>
            <a:r>
              <a:rPr lang="en-US" dirty="0" err="1"/>
              <a:t>lunghissimo</a:t>
            </a:r>
            <a:r>
              <a:rPr lang="en-US" dirty="0"/>
              <a:t>, </a:t>
            </a:r>
            <a:r>
              <a:rPr lang="en-US" dirty="0" err="1"/>
              <a:t>probabilmente</a:t>
            </a:r>
            <a:r>
              <a:rPr lang="en-US" dirty="0"/>
              <a:t> la query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rivista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C3576C-FB1D-071A-2F61-28E44347A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772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9246-D1E4-56B9-C6D6-129A803B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C6F535D-305E-A2D3-3ED4-B9BE0017D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F1FFFDD-36A0-D7BA-C331-61709C152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due </a:t>
            </a:r>
            <a:r>
              <a:rPr lang="en-US" dirty="0" err="1"/>
              <a:t>opzioni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risolvono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casi</a:t>
            </a:r>
            <a:r>
              <a:rPr lang="en-US" dirty="0"/>
              <a:t> di tuning.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D2984D8-009F-B09E-0185-F6A7B5981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0086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E8AC0-9594-42F8-7212-F3F3DCC6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51D5901-DB36-C406-67C5-E9E245B9E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DB17056-63EF-74E1-3426-496D272AC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Fin qui </a:t>
            </a:r>
            <a:r>
              <a:rPr lang="en-US" dirty="0" err="1"/>
              <a:t>abbiamo</a:t>
            </a:r>
            <a:r>
              <a:rPr lang="en-US" dirty="0"/>
              <a:t> visto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strumenti</a:t>
            </a:r>
            <a:r>
              <a:rPr lang="en-US" dirty="0"/>
              <a:t>; ora il </a:t>
            </a:r>
            <a:r>
              <a:rPr lang="en-US" dirty="0" err="1"/>
              <a:t>metodo</a:t>
            </a:r>
            <a:r>
              <a:rPr lang="en-US" dirty="0"/>
              <a:t> per </a:t>
            </a:r>
            <a:r>
              <a:rPr lang="en-US" dirty="0" err="1"/>
              <a:t>decidere</a:t>
            </a:r>
            <a:r>
              <a:rPr lang="en-US" dirty="0"/>
              <a:t> quale </a:t>
            </a:r>
            <a:r>
              <a:rPr lang="en-US" dirty="0" err="1"/>
              <a:t>usare</a:t>
            </a:r>
            <a:r>
              <a:rPr lang="en-US" dirty="0"/>
              <a:t>, in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ordine</a:t>
            </a:r>
            <a:r>
              <a:rPr lang="en-US" dirty="0"/>
              <a:t>, e </a:t>
            </a:r>
            <a:r>
              <a:rPr lang="en-US" dirty="0" err="1"/>
              <a:t>quando</a:t>
            </a:r>
            <a:r>
              <a:rPr lang="en-US" dirty="0"/>
              <a:t> non </a:t>
            </a:r>
            <a:r>
              <a:rPr lang="en-US" dirty="0" err="1"/>
              <a:t>usarne</a:t>
            </a:r>
            <a:r>
              <a:rPr lang="en-US" dirty="0"/>
              <a:t> </a:t>
            </a:r>
            <a:r>
              <a:rPr lang="en-US" dirty="0" err="1"/>
              <a:t>nessuno</a:t>
            </a:r>
            <a:r>
              <a:rPr lang="en-US" dirty="0"/>
              <a:t>.
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FBA7A94-AA83-A292-4104-5BF01BEBA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8485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BBCAF-4361-30CF-6129-2BAF2932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F15DE-8406-DC1B-C350-FF860459D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2B99D-55AE-DB36-8453-2DAB0E9FB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arenR"/>
            </a:pPr>
            <a:r>
              <a:rPr lang="en-US" dirty="0"/>
              <a:t>Non è "</a:t>
            </a:r>
            <a:r>
              <a:rPr lang="en-US" dirty="0" err="1"/>
              <a:t>questa</a:t>
            </a:r>
            <a:r>
              <a:rPr lang="en-US" dirty="0"/>
              <a:t> query è lenta,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indice</a:t>
            </a:r>
            <a:r>
              <a:rPr lang="en-US" dirty="0"/>
              <a:t> le </a:t>
            </a:r>
            <a:r>
              <a:rPr lang="en-US" dirty="0" err="1"/>
              <a:t>metto</a:t>
            </a:r>
            <a:r>
              <a:rPr lang="en-US" dirty="0"/>
              <a:t>", ma "</a:t>
            </a:r>
            <a:r>
              <a:rPr lang="en-US" dirty="0" err="1"/>
              <a:t>quali</a:t>
            </a:r>
            <a:r>
              <a:rPr lang="en-US" dirty="0"/>
              <a:t> query </a:t>
            </a:r>
            <a:r>
              <a:rPr lang="en-US" dirty="0" err="1"/>
              <a:t>pesano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server e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in </a:t>
            </a:r>
            <a:r>
              <a:rPr lang="en-US" dirty="0" err="1"/>
              <a:t>comune</a:t>
            </a:r>
            <a:r>
              <a:rPr lang="en-US" dirty="0"/>
              <a:t>".
Il </a:t>
            </a:r>
            <a:r>
              <a:rPr lang="en-US" dirty="0" err="1"/>
              <a:t>costo</a:t>
            </a:r>
            <a:r>
              <a:rPr lang="en-US" dirty="0"/>
              <a:t> </a:t>
            </a:r>
            <a:r>
              <a:rPr lang="en-US" dirty="0" err="1"/>
              <a:t>totale</a:t>
            </a:r>
            <a:r>
              <a:rPr lang="en-US" dirty="0"/>
              <a:t> e' il </a:t>
            </a:r>
            <a:r>
              <a:rPr lang="en-US" dirty="0" err="1"/>
              <a:t>criterio</a:t>
            </a:r>
            <a:r>
              <a:rPr lang="en-US" dirty="0"/>
              <a:t> </a:t>
            </a:r>
            <a:r>
              <a:rPr lang="en-US" dirty="0" err="1"/>
              <a:t>corretto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query da 50 </a:t>
            </a:r>
            <a:r>
              <a:rPr lang="en-US" dirty="0" err="1"/>
              <a:t>ms</a:t>
            </a:r>
            <a:r>
              <a:rPr lang="en-US" dirty="0"/>
              <a:t> </a:t>
            </a:r>
            <a:r>
              <a:rPr lang="en-US" dirty="0" err="1"/>
              <a:t>eseguita</a:t>
            </a:r>
            <a:r>
              <a:rPr lang="en-US" dirty="0"/>
              <a:t> 200.000 volte al </a:t>
            </a:r>
            <a:r>
              <a:rPr lang="en-US" dirty="0" err="1"/>
              <a:t>giorno</a:t>
            </a:r>
            <a:r>
              <a:rPr lang="en-US" dirty="0"/>
              <a:t> </a:t>
            </a:r>
            <a:r>
              <a:rPr lang="en-US" dirty="0" err="1"/>
              <a:t>pesa</a:t>
            </a:r>
            <a:r>
              <a:rPr lang="en-US" dirty="0"/>
              <a:t> piu' di </a:t>
            </a:r>
            <a:r>
              <a:rPr lang="en-US" dirty="0" err="1"/>
              <a:t>una</a:t>
            </a:r>
            <a:r>
              <a:rPr lang="en-US" dirty="0"/>
              <a:t> da 8 secondi </a:t>
            </a:r>
            <a:r>
              <a:rPr lang="en-US" dirty="0" err="1"/>
              <a:t>eseguita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volta.
Query diverse </a:t>
            </a:r>
            <a:r>
              <a:rPr lang="en-US" dirty="0" err="1"/>
              <a:t>condividono</a:t>
            </a:r>
            <a:r>
              <a:rPr lang="en-US" dirty="0"/>
              <a:t> </a:t>
            </a:r>
            <a:r>
              <a:rPr lang="en-US" dirty="0" err="1"/>
              <a:t>spesso</a:t>
            </a:r>
            <a:r>
              <a:rPr lang="en-US" dirty="0"/>
              <a:t> lo </a:t>
            </a:r>
            <a:r>
              <a:rPr lang="en-US" dirty="0" err="1"/>
              <a:t>stesso</a:t>
            </a:r>
            <a:r>
              <a:rPr lang="en-US" dirty="0"/>
              <a:t> </a:t>
            </a:r>
            <a:r>
              <a:rPr lang="en-US" dirty="0" err="1"/>
              <a:t>predicato</a:t>
            </a:r>
            <a:r>
              <a:rPr lang="en-US" dirty="0"/>
              <a:t>: un solo </a:t>
            </a:r>
            <a:r>
              <a:rPr lang="en-US" dirty="0" err="1"/>
              <a:t>indice</a:t>
            </a:r>
            <a:r>
              <a:rPr lang="en-US" dirty="0"/>
              <a:t> ben </a:t>
            </a:r>
            <a:r>
              <a:rPr lang="en-US" dirty="0" err="1"/>
              <a:t>progettato</a:t>
            </a:r>
            <a:r>
              <a:rPr lang="en-US" dirty="0"/>
              <a:t> ne serve cinque. </a:t>
            </a:r>
            <a:r>
              <a:rPr lang="en-US" dirty="0" err="1"/>
              <a:t>Cercare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pattern prima di </a:t>
            </a:r>
            <a:r>
              <a:rPr lang="en-US" dirty="0" err="1"/>
              <a:t>progettare</a:t>
            </a:r>
            <a:r>
              <a:rPr lang="en-US" dirty="0"/>
              <a:t>.
Il </a:t>
            </a:r>
            <a:r>
              <a:rPr lang="en-US" dirty="0" err="1"/>
              <a:t>rapporto</a:t>
            </a:r>
            <a:r>
              <a:rPr lang="en-US" dirty="0"/>
              <a:t> </a:t>
            </a:r>
            <a:r>
              <a:rPr lang="en-US" dirty="0" err="1"/>
              <a:t>letture</a:t>
            </a:r>
            <a:r>
              <a:rPr lang="en-US" dirty="0"/>
              <a:t>/</a:t>
            </a:r>
            <a:r>
              <a:rPr lang="en-US" dirty="0" err="1"/>
              <a:t>scritture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letto</a:t>
            </a:r>
            <a:r>
              <a:rPr lang="en-US" dirty="0"/>
              <a:t> per </a:t>
            </a:r>
            <a:r>
              <a:rPr lang="en-US" dirty="0" err="1"/>
              <a:t>tabella</a:t>
            </a:r>
            <a:r>
              <a:rPr lang="en-US" dirty="0"/>
              <a:t>: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di log o di staging </a:t>
            </a:r>
            <a:r>
              <a:rPr lang="en-US" dirty="0" err="1"/>
              <a:t>aggiungere</a:t>
            </a:r>
            <a:r>
              <a:rPr lang="en-US" dirty="0"/>
              <a:t> </a:t>
            </a:r>
            <a:r>
              <a:rPr lang="en-US" dirty="0" err="1"/>
              <a:t>indici</a:t>
            </a:r>
            <a:r>
              <a:rPr lang="en-US" dirty="0"/>
              <a:t> e' quasi sempre un </a:t>
            </a:r>
            <a:r>
              <a:rPr lang="en-US" dirty="0" err="1"/>
              <a:t>errore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DF681-B113-391E-16C8-A8564125C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354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490C-FC43-201C-BAD6-B3858A44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C64DA-14EC-0722-F247-2C94335F2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79A23-1CE1-B9A5-9F1D-FEFA6F28D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Ragionamenti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selettività</a:t>
            </a:r>
            <a:r>
              <a:rPr lang="en-US" dirty="0"/>
              <a:t> per </a:t>
            </a:r>
            <a:r>
              <a:rPr lang="en-US" dirty="0" err="1"/>
              <a:t>capire</a:t>
            </a:r>
            <a:r>
              <a:rPr lang="en-US" dirty="0"/>
              <a:t> se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merita</a:t>
            </a:r>
            <a:r>
              <a:rPr lang="en-US" dirty="0"/>
              <a:t> un </a:t>
            </a:r>
            <a:r>
              <a:rPr lang="en-US" dirty="0" err="1"/>
              <a:t>indice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Formula </a:t>
            </a:r>
            <a:r>
              <a:rPr lang="en-US" dirty="0" err="1"/>
              <a:t>selettività</a:t>
            </a:r>
            <a:r>
              <a:rPr lang="en-US" dirty="0"/>
              <a:t> </a:t>
            </a:r>
            <a:r>
              <a:rPr lang="en-US" dirty="0" err="1"/>
              <a:t>determina</a:t>
            </a:r>
            <a:r>
              <a:rPr lang="en-US" dirty="0"/>
              <a:t> </a:t>
            </a:r>
            <a:r>
              <a:rPr lang="en-US" dirty="0" err="1"/>
              <a:t>percentuale</a:t>
            </a:r>
            <a:endParaRPr lang="en-US" dirty="0"/>
          </a:p>
          <a:p>
            <a:r>
              <a:rPr lang="en-US" dirty="0" err="1"/>
              <a:t>Più</a:t>
            </a:r>
            <a:r>
              <a:rPr lang="en-US" dirty="0"/>
              <a:t> è </a:t>
            </a:r>
            <a:r>
              <a:rPr lang="en-US" dirty="0" err="1"/>
              <a:t>bassa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è </a:t>
            </a:r>
            <a:r>
              <a:rPr lang="en-US" dirty="0" err="1"/>
              <a:t>probabile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optimizer </a:t>
            </a:r>
            <a:r>
              <a:rPr lang="en-US" dirty="0" err="1"/>
              <a:t>scelga</a:t>
            </a:r>
            <a:r>
              <a:rPr lang="en-US" dirty="0"/>
              <a:t> di fare seek se ho un </a:t>
            </a:r>
            <a:r>
              <a:rPr lang="en-US" dirty="0" err="1"/>
              <a:t>indice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quella</a:t>
            </a:r>
            <a:r>
              <a:rPr lang="en-US" dirty="0"/>
              <a:t> Colonna</a:t>
            </a:r>
          </a:p>
          <a:p>
            <a:r>
              <a:rPr lang="en-US" dirty="0" err="1"/>
              <a:t>Oltre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</a:t>
            </a:r>
            <a:r>
              <a:rPr lang="en-US" dirty="0" err="1"/>
              <a:t>soglia</a:t>
            </a:r>
            <a:r>
              <a:rPr lang="en-US" dirty="0"/>
              <a:t> </a:t>
            </a:r>
            <a:r>
              <a:rPr lang="en-US" dirty="0" err="1"/>
              <a:t>sceglie</a:t>
            </a:r>
            <a:r>
              <a:rPr lang="en-US" dirty="0"/>
              <a:t> scan del clustered </a:t>
            </a:r>
            <a:r>
              <a:rPr lang="en-US" dirty="0" err="1"/>
              <a:t>perchè</a:t>
            </a:r>
            <a:r>
              <a:rPr lang="en-US" dirty="0"/>
              <a:t> il </a:t>
            </a:r>
            <a:r>
              <a:rPr lang="en-US" dirty="0" err="1"/>
              <a:t>costo</a:t>
            </a:r>
            <a:r>
              <a:rPr lang="en-US" dirty="0"/>
              <a:t> del lookup </a:t>
            </a:r>
            <a:r>
              <a:rPr lang="en-US" dirty="0" err="1"/>
              <a:t>sarebbe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alto. La </a:t>
            </a:r>
            <a:r>
              <a:rPr lang="en-US" dirty="0" err="1"/>
              <a:t>soglia</a:t>
            </a:r>
            <a:r>
              <a:rPr lang="en-US" dirty="0"/>
              <a:t> </a:t>
            </a:r>
            <a:r>
              <a:rPr lang="en-US" dirty="0" err="1"/>
              <a:t>diepnde</a:t>
            </a:r>
            <a:r>
              <a:rPr lang="en-US" dirty="0"/>
              <a:t> da </a:t>
            </a:r>
            <a:r>
              <a:rPr lang="en-US" dirty="0" err="1"/>
              <a:t>larghezza</a:t>
            </a:r>
            <a:r>
              <a:rPr lang="en-US" dirty="0"/>
              <a:t> della </a:t>
            </a:r>
            <a:r>
              <a:rPr lang="en-US" dirty="0" err="1"/>
              <a:t>riga</a:t>
            </a:r>
            <a:r>
              <a:rPr lang="en-US" dirty="0"/>
              <a:t> in byte e da memoria </a:t>
            </a:r>
            <a:r>
              <a:rPr lang="en-US" dirty="0" err="1"/>
              <a:t>disponibile</a:t>
            </a:r>
            <a:r>
              <a:rPr lang="en-US" dirty="0"/>
              <a:t>.</a:t>
            </a:r>
          </a:p>
          <a:p>
            <a:r>
              <a:rPr lang="en-US" dirty="0" err="1"/>
              <a:t>Indice</a:t>
            </a:r>
            <a:r>
              <a:rPr lang="en-US" dirty="0"/>
              <a:t> di </a:t>
            </a:r>
            <a:r>
              <a:rPr lang="en-US" dirty="0" err="1"/>
              <a:t>copertura</a:t>
            </a:r>
            <a:r>
              <a:rPr lang="en-US" dirty="0"/>
              <a:t> </a:t>
            </a:r>
            <a:r>
              <a:rPr lang="en-US" dirty="0" err="1"/>
              <a:t>sposta</a:t>
            </a:r>
            <a:r>
              <a:rPr lang="en-US" dirty="0"/>
              <a:t> la </a:t>
            </a:r>
            <a:r>
              <a:rPr lang="en-US" dirty="0" err="1"/>
              <a:t>soglia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in alto </a:t>
            </a:r>
            <a:r>
              <a:rPr lang="en-US" dirty="0" err="1"/>
              <a:t>perchè</a:t>
            </a:r>
            <a:r>
              <a:rPr lang="en-US" dirty="0"/>
              <a:t> non  </a:t>
            </a:r>
            <a:r>
              <a:rPr lang="en-US" dirty="0" err="1"/>
              <a:t>prevede</a:t>
            </a:r>
            <a:r>
              <a:rPr lang="en-US" dirty="0"/>
              <a:t> lookup by design.</a:t>
            </a:r>
          </a:p>
          <a:p>
            <a:pPr rtl="0"/>
            <a:br>
              <a:rPr lang="en-US" dirty="0"/>
            </a:br>
            <a:r>
              <a:rPr lang="it-IT" dirty="0"/>
              <a:t>Il </a:t>
            </a:r>
            <a:r>
              <a:rPr lang="it-IT" dirty="0" err="1"/>
              <a:t>tipping</a:t>
            </a:r>
            <a:r>
              <a:rPr lang="it-IT" dirty="0"/>
              <a:t> point definisce la quantità di righe per la quale è probabile che </a:t>
            </a:r>
            <a:r>
              <a:rPr lang="it-IT" dirty="0" err="1"/>
              <a:t>optimizer</a:t>
            </a:r>
            <a:r>
              <a:rPr lang="it-IT" dirty="0"/>
              <a:t> scelga </a:t>
            </a:r>
            <a:r>
              <a:rPr lang="it-IT" dirty="0" err="1"/>
              <a:t>scan</a:t>
            </a:r>
            <a:r>
              <a:rPr lang="it-IT" dirty="0"/>
              <a:t> della chiave </a:t>
            </a:r>
            <a:r>
              <a:rPr lang="it-IT" dirty="0" err="1"/>
              <a:t>clustered</a:t>
            </a:r>
            <a:r>
              <a:rPr lang="it-IT" dirty="0"/>
              <a:t> invece dell’indice definito.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Le righe per valore sono un calcolo medio, nel piano dipendono da statistiche che danno stima righe, rispetto a quella stima </a:t>
            </a:r>
            <a:r>
              <a:rPr lang="it-IT" dirty="0" err="1"/>
              <a:t>optimizer</a:t>
            </a:r>
            <a:r>
              <a:rPr lang="it-IT" dirty="0"/>
              <a:t> decide cosa fare. Per definire indici che l’</a:t>
            </a:r>
            <a:r>
              <a:rPr lang="it-IT" dirty="0" err="1"/>
              <a:t>optimizer</a:t>
            </a:r>
            <a:r>
              <a:rPr lang="it-IT" dirty="0"/>
              <a:t> utilizzerà </a:t>
            </a:r>
            <a:r>
              <a:rPr lang="it-IT" dirty="0" err="1"/>
              <a:t>tipping</a:t>
            </a:r>
            <a:r>
              <a:rPr lang="it-IT" dirty="0"/>
              <a:t> point dà una mano perché consente di analizzare preventivamente se è probabile che un indice venga usato.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In presenza di più colonne e di indicazione delle stesse nella </a:t>
            </a:r>
            <a:r>
              <a:rPr lang="it-IT" dirty="0" err="1"/>
              <a:t>where</a:t>
            </a:r>
            <a:r>
              <a:rPr lang="it-IT" dirty="0"/>
              <a:t> la selettività aumenta, quindi indice che ricalca fedelmente la </a:t>
            </a:r>
            <a:r>
              <a:rPr lang="it-IT" dirty="0" err="1"/>
              <a:t>where</a:t>
            </a:r>
            <a:r>
              <a:rPr lang="it-IT" dirty="0"/>
              <a:t> o la join è molto più probabile che venga usato. Es. (se metto </a:t>
            </a:r>
            <a:r>
              <a:rPr lang="it-IT" dirty="0" err="1"/>
              <a:t>territoryID+OnlineOrderFlag</a:t>
            </a:r>
            <a:r>
              <a:rPr lang="it-IT" dirty="0"/>
              <a:t> ho 20 combinazioni possibili e un numero di righe per valore inferiore, quindi più selettivo)</a:t>
            </a:r>
          </a:p>
          <a:p>
            <a:br>
              <a:rPr lang="en-US" dirty="0"/>
            </a:br>
            <a:r>
              <a:rPr lang="en-US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0B26C-4835-7703-9099-AD306B1CC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03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8904-E22E-011E-E782-00EF7E7C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FA477-59F7-B6EC-FC5C-01946E9B2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19A59-2F73-6FBF-19A3-21F9E9717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Come </a:t>
            </a:r>
            <a:r>
              <a:rPr lang="en-US" dirty="0" err="1"/>
              <a:t>scelgo</a:t>
            </a:r>
            <a:r>
              <a:rPr lang="en-US" dirty="0"/>
              <a:t> </a:t>
            </a:r>
            <a:r>
              <a:rPr lang="en-US" dirty="0" err="1"/>
              <a:t>l’indice</a:t>
            </a:r>
            <a:r>
              <a:rPr lang="en-US" dirty="0"/>
              <a:t> rispetto a come è </a:t>
            </a:r>
            <a:r>
              <a:rPr lang="en-US" dirty="0" err="1"/>
              <a:t>fatta</a:t>
            </a:r>
            <a:r>
              <a:rPr lang="en-US" dirty="0"/>
              <a:t> </a:t>
            </a:r>
            <a:r>
              <a:rPr lang="en-US" dirty="0" err="1"/>
              <a:t>l’applicazione</a:t>
            </a:r>
            <a:r>
              <a:rPr lang="en-US" dirty="0"/>
              <a:t>? </a:t>
            </a:r>
          </a:p>
          <a:p>
            <a:pPr marL="0" indent="0">
              <a:buNone/>
            </a:pPr>
            <a:r>
              <a:rPr lang="en-US" dirty="0"/>
              <a:t>Il dilemma delle </a:t>
            </a:r>
            <a:r>
              <a:rPr lang="en-US" dirty="0" err="1"/>
              <a:t>maschere</a:t>
            </a:r>
            <a:r>
              <a:rPr lang="en-US" dirty="0"/>
              <a:t> a video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consentono</a:t>
            </a:r>
            <a:r>
              <a:rPr lang="en-US" dirty="0"/>
              <a:t> di </a:t>
            </a:r>
            <a:r>
              <a:rPr lang="en-US" dirty="0" err="1"/>
              <a:t>filtrare</a:t>
            </a:r>
            <a:r>
              <a:rPr lang="en-US" dirty="0"/>
              <a:t> per 20 filtra </a:t>
            </a:r>
            <a:r>
              <a:rPr lang="en-US" dirty="0" err="1"/>
              <a:t>portando</a:t>
            </a:r>
            <a:r>
              <a:rPr lang="en-US" dirty="0"/>
              <a:t> le </a:t>
            </a:r>
            <a:r>
              <a:rPr lang="en-US" dirty="0" err="1"/>
              <a:t>combinazioni</a:t>
            </a:r>
            <a:r>
              <a:rPr lang="en-US" dirty="0"/>
              <a:t> </a:t>
            </a:r>
            <a:r>
              <a:rPr lang="en-US" dirty="0" err="1"/>
              <a:t>possibili</a:t>
            </a:r>
            <a:r>
              <a:rPr lang="en-US" dirty="0"/>
              <a:t> a numeri </a:t>
            </a:r>
            <a:r>
              <a:rPr lang="en-US" dirty="0" err="1"/>
              <a:t>elevatissimi</a:t>
            </a:r>
            <a:r>
              <a:rPr lang="en-US" dirty="0"/>
              <a:t>. (20 filtra -&gt; 2alla </a:t>
            </a:r>
            <a:r>
              <a:rPr lang="en-US" dirty="0" err="1"/>
              <a:t>ventesima</a:t>
            </a:r>
            <a:r>
              <a:rPr lang="en-US" dirty="0"/>
              <a:t>)</a:t>
            </a:r>
          </a:p>
          <a:p>
            <a:pPr rtl="0"/>
            <a:r>
              <a:rPr lang="en-US" dirty="0" err="1"/>
              <a:t>Facciamo</a:t>
            </a:r>
            <a:r>
              <a:rPr lang="en-US" dirty="0"/>
              <a:t> </a:t>
            </a:r>
            <a:r>
              <a:rPr lang="en-US" dirty="0" err="1"/>
              <a:t>esempio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Maschera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articoli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it-IT" b="1" dirty="0"/>
              <a:t>Classifica</a:t>
            </a:r>
            <a:r>
              <a:rPr lang="it-IT" dirty="0"/>
              <a:t>: i 20 filtri raggruppati in cinque famiglie, con chip colorati (costanti, identificativi, selettivi, poco selettivi, range).</a:t>
            </a:r>
          </a:p>
          <a:p>
            <a:pPr rtl="0"/>
            <a:r>
              <a:rPr lang="it-IT" b="1" dirty="0"/>
              <a:t>Misura</a:t>
            </a:r>
            <a:r>
              <a:rPr lang="it-IT" dirty="0"/>
              <a:t>: Determino combinazioni più diffuse</a:t>
            </a:r>
          </a:p>
          <a:p>
            <a:pPr rtl="0"/>
            <a:r>
              <a:rPr lang="it-IT" b="1" dirty="0"/>
              <a:t>Indici</a:t>
            </a:r>
            <a:r>
              <a:rPr lang="it-IT" dirty="0"/>
              <a:t>: uno per famiglia, con le costanti sempre in testa, il range per ultimo e un indice univoco a parte per codice ed EAN.</a:t>
            </a:r>
          </a:p>
          <a:p>
            <a:pPr rtl="0"/>
            <a:r>
              <a:rPr lang="it-IT" b="1" dirty="0"/>
              <a:t>Query</a:t>
            </a:r>
            <a:r>
              <a:rPr lang="it-IT" dirty="0"/>
              <a:t>: SQL dinamico con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sp_executesql</a:t>
            </a:r>
            <a:r>
              <a:rPr lang="it-IT" dirty="0"/>
              <a:t>, la query in due passi (chiavi, poi dettaglio) e il catch-</a:t>
            </a:r>
            <a:r>
              <a:rPr lang="it-IT" dirty="0" err="1"/>
              <a:t>all</a:t>
            </a:r>
            <a:r>
              <a:rPr lang="it-IT" dirty="0"/>
              <a:t> barrato.</a:t>
            </a:r>
          </a:p>
          <a:p>
            <a:pPr rtl="0"/>
            <a:r>
              <a:rPr lang="it-IT" b="1" dirty="0"/>
              <a:t>Vincola</a:t>
            </a:r>
            <a:r>
              <a:rPr lang="it-IT" dirty="0"/>
              <a:t>: almeno un filtro selettivo obbligatorio, limite ai risultati, niente conteggio esatto, scansione accettata per le ricerche rare.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4C5A6-5F50-C0B3-BFF4-9E5540BD0B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63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C531F-0FC1-60DD-33DA-A2F0867E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6D94AA7-A6AB-1F15-6A3A-E58B27CB5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6474634-B71A-9A3C-7A43-F640A5E50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La </a:t>
            </a:r>
            <a:r>
              <a:rPr lang="en-US" sz="1600" dirty="0" err="1"/>
              <a:t>scelta</a:t>
            </a:r>
            <a:r>
              <a:rPr lang="en-US" sz="1600" dirty="0"/>
              <a:t> </a:t>
            </a:r>
            <a:r>
              <a:rPr lang="en-US" sz="1600" dirty="0" err="1"/>
              <a:t>dell'indice</a:t>
            </a:r>
            <a:r>
              <a:rPr lang="en-US" sz="1600" dirty="0"/>
              <a:t> non </a:t>
            </a:r>
            <a:r>
              <a:rPr lang="en-US" sz="1600" dirty="0" err="1"/>
              <a:t>dipende</a:t>
            </a:r>
            <a:r>
              <a:rPr lang="en-US" sz="1600" dirty="0"/>
              <a:t> </a:t>
            </a:r>
            <a:r>
              <a:rPr lang="en-US" sz="1600" dirty="0" err="1"/>
              <a:t>dai</a:t>
            </a:r>
            <a:r>
              <a:rPr lang="en-US" sz="1600" dirty="0"/>
              <a:t> </a:t>
            </a:r>
            <a:r>
              <a:rPr lang="en-US" sz="1600" dirty="0" err="1"/>
              <a:t>dati</a:t>
            </a:r>
            <a:r>
              <a:rPr lang="en-US" sz="1600" dirty="0"/>
              <a:t>, </a:t>
            </a:r>
            <a:r>
              <a:rPr lang="en-US" sz="1600" dirty="0" err="1"/>
              <a:t>dipende</a:t>
            </a:r>
            <a:r>
              <a:rPr lang="en-US" sz="1600" dirty="0"/>
              <a:t> </a:t>
            </a:r>
            <a:r>
              <a:rPr lang="en-US" sz="1600" dirty="0" err="1"/>
              <a:t>dalla</a:t>
            </a:r>
            <a:r>
              <a:rPr lang="en-US" sz="1600" dirty="0"/>
              <a:t> </a:t>
            </a:r>
            <a:r>
              <a:rPr lang="en-US" sz="1600" dirty="0" err="1"/>
              <a:t>fotografia</a:t>
            </a:r>
            <a:r>
              <a:rPr lang="en-US" sz="1600" dirty="0"/>
              <a:t> </a:t>
            </a:r>
            <a:r>
              <a:rPr lang="en-US" sz="1600" dirty="0" err="1"/>
              <a:t>dei</a:t>
            </a:r>
            <a:r>
              <a:rPr lang="en-US" sz="1600" dirty="0"/>
              <a:t> </a:t>
            </a:r>
            <a:r>
              <a:rPr lang="en-US" sz="1600" dirty="0" err="1"/>
              <a:t>dati</a:t>
            </a:r>
            <a:r>
              <a:rPr lang="en-US" sz="1600" dirty="0"/>
              <a:t>. Se la </a:t>
            </a:r>
            <a:r>
              <a:rPr lang="en-US" sz="1600" dirty="0" err="1"/>
              <a:t>fotografia</a:t>
            </a:r>
            <a:r>
              <a:rPr lang="en-US" sz="1600" dirty="0"/>
              <a:t> e' </a:t>
            </a:r>
            <a:r>
              <a:rPr lang="en-US" sz="1600" dirty="0" err="1"/>
              <a:t>vecchia</a:t>
            </a:r>
            <a:r>
              <a:rPr lang="en-US" sz="1600" dirty="0"/>
              <a:t>, la </a:t>
            </a:r>
            <a:r>
              <a:rPr lang="en-US" sz="1600" dirty="0" err="1"/>
              <a:t>scelta</a:t>
            </a:r>
            <a:r>
              <a:rPr lang="en-US" sz="1600" dirty="0"/>
              <a:t> e' </a:t>
            </a:r>
            <a:r>
              <a:rPr lang="en-US" sz="1600" dirty="0" err="1"/>
              <a:t>sbagliata</a:t>
            </a:r>
            <a:r>
              <a:rPr lang="en-US" sz="1600" dirty="0"/>
              <a:t> </a:t>
            </a:r>
            <a:r>
              <a:rPr lang="en-US" sz="1600" dirty="0" err="1"/>
              <a:t>anche</a:t>
            </a:r>
            <a:r>
              <a:rPr lang="en-US" sz="1600" dirty="0"/>
              <a:t> con </a:t>
            </a:r>
            <a:r>
              <a:rPr lang="en-US" sz="1600" dirty="0" err="1"/>
              <a:t>l'indice</a:t>
            </a:r>
            <a:r>
              <a:rPr lang="en-US" sz="1600" dirty="0"/>
              <a:t> </a:t>
            </a:r>
            <a:r>
              <a:rPr lang="en-US" sz="1600" dirty="0" err="1"/>
              <a:t>perfetto</a:t>
            </a:r>
            <a:r>
              <a:rPr lang="en-US" sz="1600" dirty="0"/>
              <a:t>.
</a:t>
            </a:r>
            <a:r>
              <a:rPr lang="en-US" sz="1600" dirty="0" err="1"/>
              <a:t>L'istogramma</a:t>
            </a:r>
            <a:r>
              <a:rPr lang="en-US" sz="1600" dirty="0"/>
              <a:t> </a:t>
            </a:r>
            <a:r>
              <a:rPr lang="en-US" sz="1600" dirty="0" err="1"/>
              <a:t>esiste</a:t>
            </a:r>
            <a:r>
              <a:rPr lang="en-US" sz="1600" dirty="0"/>
              <a:t> solo </a:t>
            </a:r>
            <a:r>
              <a:rPr lang="en-US" sz="1600" dirty="0" err="1"/>
              <a:t>sulla</a:t>
            </a:r>
            <a:r>
              <a:rPr lang="en-US" sz="1600" dirty="0"/>
              <a:t> PRIMA </a:t>
            </a:r>
            <a:r>
              <a:rPr lang="en-US" sz="1600" dirty="0" err="1"/>
              <a:t>colonna</a:t>
            </a:r>
            <a:r>
              <a:rPr lang="en-US" sz="1600" dirty="0"/>
              <a:t> della </a:t>
            </a:r>
            <a:r>
              <a:rPr lang="en-US" sz="1600" dirty="0" err="1"/>
              <a:t>chiave</a:t>
            </a:r>
            <a:r>
              <a:rPr lang="en-US" sz="1600" dirty="0"/>
              <a:t>: </a:t>
            </a:r>
            <a:r>
              <a:rPr lang="en-US" sz="1600" dirty="0" err="1"/>
              <a:t>un'altra</a:t>
            </a:r>
            <a:r>
              <a:rPr lang="en-US" sz="1600" dirty="0"/>
              <a:t> </a:t>
            </a:r>
            <a:r>
              <a:rPr lang="en-US" sz="1600" dirty="0" err="1"/>
              <a:t>ragione</a:t>
            </a:r>
            <a:r>
              <a:rPr lang="en-US" sz="1600" dirty="0"/>
              <a:t> per cui </a:t>
            </a:r>
            <a:r>
              <a:rPr lang="en-US" sz="1600" dirty="0" err="1"/>
              <a:t>l'ordine</a:t>
            </a:r>
            <a:r>
              <a:rPr lang="en-US" sz="1600" dirty="0"/>
              <a:t> </a:t>
            </a:r>
            <a:r>
              <a:rPr lang="en-US" sz="1600" dirty="0" err="1"/>
              <a:t>conta</a:t>
            </a:r>
            <a:r>
              <a:rPr lang="en-US" sz="160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
Parameter sniffing: piano </a:t>
            </a:r>
            <a:r>
              <a:rPr lang="en-US" sz="1600" dirty="0" err="1"/>
              <a:t>compilato</a:t>
            </a:r>
            <a:r>
              <a:rPr lang="en-US" sz="1600" dirty="0"/>
              <a:t> </a:t>
            </a:r>
            <a:r>
              <a:rPr lang="en-US" sz="1600" dirty="0" err="1"/>
              <a:t>sul</a:t>
            </a:r>
            <a:r>
              <a:rPr lang="en-US" sz="1600" dirty="0"/>
              <a:t> primo </a:t>
            </a:r>
            <a:r>
              <a:rPr lang="en-US" sz="1600" dirty="0" err="1"/>
              <a:t>valore</a:t>
            </a:r>
            <a:r>
              <a:rPr lang="en-US" sz="1600" dirty="0"/>
              <a:t> e </a:t>
            </a:r>
            <a:r>
              <a:rPr lang="en-US" sz="1600" dirty="0" err="1"/>
              <a:t>riusato</a:t>
            </a:r>
            <a:r>
              <a:rPr lang="en-US" sz="1600" dirty="0"/>
              <a:t> per tutti. Se il primo e' </a:t>
            </a:r>
            <a:r>
              <a:rPr lang="en-US" sz="1600" dirty="0" err="1"/>
              <a:t>raro</a:t>
            </a:r>
            <a:r>
              <a:rPr lang="en-US" sz="1600" dirty="0"/>
              <a:t> e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successivi</a:t>
            </a:r>
            <a:r>
              <a:rPr lang="en-US" sz="1600" dirty="0"/>
              <a:t> </a:t>
            </a:r>
            <a:r>
              <a:rPr lang="en-US" sz="1600" dirty="0" err="1"/>
              <a:t>frequenti</a:t>
            </a:r>
            <a:r>
              <a:rPr lang="en-US" sz="1600" dirty="0"/>
              <a:t>,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ottiene</a:t>
            </a:r>
            <a:r>
              <a:rPr lang="en-US" sz="1600" dirty="0"/>
              <a:t> un seek con </a:t>
            </a:r>
            <a:r>
              <a:rPr lang="en-US" sz="1600" dirty="0" err="1"/>
              <a:t>milioni</a:t>
            </a:r>
            <a:r>
              <a:rPr lang="en-US" sz="1600" dirty="0"/>
              <a:t> di lookup.
</a:t>
            </a:r>
            <a:br>
              <a:rPr lang="en-US" sz="1600" dirty="0"/>
            </a:br>
            <a:r>
              <a:rPr lang="en-US" sz="1600" dirty="0" err="1"/>
              <a:t>Oltre</a:t>
            </a:r>
            <a:r>
              <a:rPr lang="en-US" sz="1600" dirty="0"/>
              <a:t> un </a:t>
            </a:r>
            <a:r>
              <a:rPr lang="en-US" sz="1600" dirty="0" err="1"/>
              <a:t>fattore</a:t>
            </a:r>
            <a:r>
              <a:rPr lang="en-US" sz="1600" dirty="0"/>
              <a:t> 10 o </a:t>
            </a:r>
            <a:r>
              <a:rPr lang="en-US" sz="1600" dirty="0" err="1"/>
              <a:t>più</a:t>
            </a:r>
            <a:r>
              <a:rPr lang="en-US" sz="1600" dirty="0"/>
              <a:t> </a:t>
            </a:r>
            <a:r>
              <a:rPr lang="en-US" sz="1600" dirty="0" err="1"/>
              <a:t>tra</a:t>
            </a:r>
            <a:r>
              <a:rPr lang="en-US" sz="1600" dirty="0"/>
              <a:t> </a:t>
            </a:r>
            <a:r>
              <a:rPr lang="en-US" sz="1600" dirty="0" err="1"/>
              <a:t>stimato</a:t>
            </a:r>
            <a:r>
              <a:rPr lang="en-US" sz="1600" dirty="0"/>
              <a:t> ed </a:t>
            </a:r>
            <a:r>
              <a:rPr lang="en-US" sz="1600" dirty="0" err="1"/>
              <a:t>effettivo</a:t>
            </a:r>
            <a:r>
              <a:rPr lang="en-US" sz="1600" dirty="0"/>
              <a:t>, il </a:t>
            </a:r>
            <a:r>
              <a:rPr lang="en-US" sz="1600" dirty="0" err="1"/>
              <a:t>problema</a:t>
            </a:r>
            <a:r>
              <a:rPr lang="en-US" sz="1600" dirty="0"/>
              <a:t> e' la </a:t>
            </a:r>
            <a:r>
              <a:rPr lang="en-US" sz="1600" dirty="0" err="1"/>
              <a:t>stima</a:t>
            </a:r>
            <a:r>
              <a:rPr lang="en-US" sz="1600" dirty="0"/>
              <a:t>, non </a:t>
            </a:r>
            <a:r>
              <a:rPr lang="en-US" sz="1600" dirty="0" err="1"/>
              <a:t>l'indice</a:t>
            </a:r>
            <a:r>
              <a:rPr lang="en-US" sz="1600" dirty="0"/>
              <a:t>. Per </a:t>
            </a:r>
            <a:r>
              <a:rPr lang="en-US" sz="1600" dirty="0" err="1"/>
              <a:t>questa</a:t>
            </a:r>
            <a:r>
              <a:rPr lang="en-US" sz="1600" dirty="0"/>
              <a:t> </a:t>
            </a:r>
            <a:r>
              <a:rPr lang="en-US" sz="1600" dirty="0" err="1"/>
              <a:t>ragione</a:t>
            </a:r>
            <a:r>
              <a:rPr lang="en-US" sz="1600" dirty="0"/>
              <a:t> </a:t>
            </a:r>
            <a:r>
              <a:rPr lang="en-US" sz="1600" dirty="0" err="1"/>
              <a:t>occorre</a:t>
            </a:r>
            <a:r>
              <a:rPr lang="en-US" sz="1600" dirty="0"/>
              <a:t> </a:t>
            </a:r>
            <a:r>
              <a:rPr lang="en-US" sz="1600" dirty="0" err="1"/>
              <a:t>che</a:t>
            </a:r>
            <a:r>
              <a:rPr lang="en-US" sz="1600" dirty="0"/>
              <a:t> le </a:t>
            </a:r>
            <a:r>
              <a:rPr lang="en-US" sz="1600" dirty="0" err="1"/>
              <a:t>statistiche</a:t>
            </a:r>
            <a:r>
              <a:rPr lang="en-US" sz="1600" dirty="0"/>
              <a:t> </a:t>
            </a:r>
            <a:r>
              <a:rPr lang="en-US" sz="1600" dirty="0" err="1"/>
              <a:t>vengano</a:t>
            </a:r>
            <a:r>
              <a:rPr lang="en-US" sz="1600" dirty="0"/>
              <a:t> </a:t>
            </a:r>
            <a:r>
              <a:rPr lang="en-US" sz="1600" dirty="0" err="1"/>
              <a:t>mantenute</a:t>
            </a:r>
            <a:r>
              <a:rPr lang="en-US" sz="1600" dirty="0"/>
              <a:t> </a:t>
            </a:r>
            <a:r>
              <a:rPr lang="en-US" sz="1600" dirty="0" err="1"/>
              <a:t>costantemente</a:t>
            </a:r>
            <a:r>
              <a:rPr lang="en-US" sz="1600" dirty="0"/>
              <a:t> in </a:t>
            </a:r>
            <a:r>
              <a:rPr lang="en-US" sz="1600" dirty="0" err="1"/>
              <a:t>efficienza</a:t>
            </a:r>
            <a:r>
              <a:rPr lang="en-US" sz="1600" dirty="0"/>
              <a:t>, con aggiornamenti </a:t>
            </a:r>
            <a:r>
              <a:rPr lang="en-US" sz="1600" dirty="0" err="1"/>
              <a:t>frequenti</a:t>
            </a:r>
            <a:r>
              <a:rPr lang="en-US" sz="1600" dirty="0"/>
              <a:t> </a:t>
            </a:r>
            <a:r>
              <a:rPr lang="en-US" sz="1600" dirty="0" err="1"/>
              <a:t>manuali</a:t>
            </a:r>
            <a:r>
              <a:rPr lang="en-US" sz="1600" dirty="0"/>
              <a:t> o </a:t>
            </a:r>
            <a:r>
              <a:rPr lang="en-US" sz="1600" dirty="0" err="1"/>
              <a:t>automatici</a:t>
            </a:r>
            <a:r>
              <a:rPr lang="en-US" sz="1600" dirty="0"/>
              <a:t> da </a:t>
            </a:r>
            <a:r>
              <a:rPr lang="en-US" sz="1600" dirty="0" err="1"/>
              <a:t>parte</a:t>
            </a:r>
            <a:r>
              <a:rPr lang="en-US" sz="1600" dirty="0"/>
              <a:t> di SQL.</a:t>
            </a:r>
          </a:p>
          <a:p>
            <a:r>
              <a:rPr lang="en-US" sz="1600" dirty="0"/>
              <a:t>
</a:t>
            </a:r>
            <a:br>
              <a:rPr lang="it-IT" dirty="0"/>
            </a:br>
            <a:endParaRPr lang="it-IT" dirty="0"/>
          </a:p>
          <a:p>
            <a:r>
              <a:rPr lang="en-US" dirty="0"/>
              <a:t>
</a:t>
            </a:r>
            <a:br>
              <a:rPr lang="it-IT" dirty="0"/>
            </a:b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9C8274-F3E2-681C-D6F1-50D44405B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8205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Contro</a:t>
            </a:r>
            <a:r>
              <a:rPr lang="en-US" dirty="0"/>
              <a:t>-checklist: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errori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comuni</a:t>
            </a:r>
            <a:br>
              <a:rPr lang="en-US" dirty="0"/>
            </a:br>
            <a:r>
              <a:rPr lang="en-US" dirty="0"/>
              <a:t>Il primo e' il piu' </a:t>
            </a:r>
            <a:r>
              <a:rPr lang="en-US" dirty="0" err="1"/>
              <a:t>frequente</a:t>
            </a:r>
            <a:r>
              <a:rPr lang="en-US" dirty="0"/>
              <a:t> in </a:t>
            </a:r>
            <a:r>
              <a:rPr lang="en-US" dirty="0" err="1"/>
              <a:t>assoluto</a:t>
            </a:r>
            <a:r>
              <a:rPr lang="en-US" dirty="0"/>
              <a:t>: </a:t>
            </a:r>
            <a:r>
              <a:rPr lang="en-US" dirty="0" err="1"/>
              <a:t>prendere</a:t>
            </a:r>
            <a:r>
              <a:rPr lang="en-US" dirty="0"/>
              <a:t> missing index e </a:t>
            </a:r>
            <a:r>
              <a:rPr lang="en-US" dirty="0" err="1"/>
              <a:t>applicarlo</a:t>
            </a:r>
            <a:br>
              <a:rPr lang="en-US" dirty="0"/>
            </a:br>
            <a:r>
              <a:rPr lang="en-US" dirty="0" err="1"/>
              <a:t>L'ultimo</a:t>
            </a:r>
            <a:r>
              <a:rPr lang="en-US" dirty="0"/>
              <a:t> </a:t>
            </a:r>
            <a:r>
              <a:rPr lang="en-US" dirty="0" err="1"/>
              <a:t>pesa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tempo: </a:t>
            </a:r>
            <a:r>
              <a:rPr lang="en-US" dirty="0" err="1"/>
              <a:t>nessuno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criticato</a:t>
            </a:r>
            <a:r>
              <a:rPr lang="en-US" dirty="0"/>
              <a:t> per aver </a:t>
            </a:r>
            <a:r>
              <a:rPr lang="en-US" dirty="0" err="1"/>
              <a:t>creato</a:t>
            </a:r>
            <a:r>
              <a:rPr lang="en-US" dirty="0"/>
              <a:t> un </a:t>
            </a:r>
            <a:r>
              <a:rPr lang="en-US" dirty="0" err="1"/>
              <a:t>indice</a:t>
            </a:r>
            <a:r>
              <a:rPr lang="en-US" dirty="0"/>
              <a:t>,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indici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accumulano</a:t>
            </a:r>
            <a:r>
              <a:rPr lang="en-US" dirty="0"/>
              <a:t> e </a:t>
            </a:r>
            <a:r>
              <a:rPr lang="en-US" dirty="0" err="1"/>
              <a:t>nessuno</a:t>
            </a:r>
            <a:r>
              <a:rPr lang="en-US" dirty="0"/>
              <a:t> li </a:t>
            </a:r>
            <a:r>
              <a:rPr lang="en-US" dirty="0" err="1"/>
              <a:t>toglie</a:t>
            </a:r>
            <a:r>
              <a:rPr lang="en-US" dirty="0"/>
              <a:t>. Serve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revisione</a:t>
            </a:r>
            <a:r>
              <a:rPr lang="en-US" dirty="0"/>
              <a:t> </a:t>
            </a:r>
            <a:r>
              <a:rPr lang="en-US" dirty="0" err="1"/>
              <a:t>periodica</a:t>
            </a:r>
            <a:r>
              <a:rPr lang="en-US" dirty="0"/>
              <a:t> </a:t>
            </a:r>
            <a:r>
              <a:rPr lang="en-US" dirty="0" err="1"/>
              <a:t>pianificata</a:t>
            </a:r>
            <a:r>
              <a:rPr lang="en-US" dirty="0"/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6123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9352-FF72-6F9E-6C0C-C1708BD6D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F5CFF64-1890-2FBE-8E9D-AD092C1F1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25C5ED-F678-D5A5-0600-609C590CA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Il </a:t>
            </a:r>
            <a:r>
              <a:rPr lang="en-US" dirty="0" err="1"/>
              <a:t>conto</a:t>
            </a:r>
            <a:r>
              <a:rPr lang="en-US" dirty="0"/>
              <a:t> da </a:t>
            </a:r>
            <a:r>
              <a:rPr lang="en-US" dirty="0" err="1"/>
              <a:t>pagare</a:t>
            </a:r>
            <a:r>
              <a:rPr lang="en-US" dirty="0"/>
              <a:t> e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strumenti</a:t>
            </a:r>
            <a:r>
              <a:rPr lang="en-US" dirty="0"/>
              <a:t> per </a:t>
            </a:r>
            <a:r>
              <a:rPr lang="en-US" dirty="0" err="1"/>
              <a:t>tenerlo</a:t>
            </a:r>
            <a:r>
              <a:rPr lang="en-US" dirty="0"/>
              <a:t> sotto </a:t>
            </a:r>
            <a:r>
              <a:rPr lang="en-US" dirty="0" err="1"/>
              <a:t>controllo</a:t>
            </a:r>
            <a:r>
              <a:rPr lang="en-US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4A82F5B-8556-416F-8730-7E6C5C30F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78079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412F-42FC-EC19-4460-A0F6C48C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428DC-FD46-0680-7A52-F1E487100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5F04F-C156-2DDA-352F-92B3C9478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con </a:t>
            </a:r>
            <a:r>
              <a:rPr lang="en-US" dirty="0" err="1"/>
              <a:t>dieci</a:t>
            </a:r>
            <a:r>
              <a:rPr lang="en-US" dirty="0"/>
              <a:t> </a:t>
            </a:r>
            <a:r>
              <a:rPr lang="en-US" dirty="0" err="1"/>
              <a:t>indici</a:t>
            </a:r>
            <a:r>
              <a:rPr lang="en-US" dirty="0"/>
              <a:t>, un UPDATE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presente</a:t>
            </a:r>
            <a:r>
              <a:rPr lang="en-US" dirty="0"/>
              <a:t> in cinque di </a:t>
            </a:r>
            <a:r>
              <a:rPr lang="en-US" dirty="0" err="1"/>
              <a:t>essi</a:t>
            </a:r>
            <a:r>
              <a:rPr lang="en-US" dirty="0"/>
              <a:t> genera sei </a:t>
            </a:r>
            <a:r>
              <a:rPr lang="en-US" dirty="0" err="1"/>
              <a:t>scritture</a:t>
            </a:r>
            <a:r>
              <a:rPr lang="en-US" dirty="0"/>
              <a:t>, non </a:t>
            </a:r>
            <a:r>
              <a:rPr lang="en-US" dirty="0" err="1"/>
              <a:t>una</a:t>
            </a:r>
            <a:r>
              <a:rPr lang="en-US" dirty="0"/>
              <a:t>.
Il </a:t>
            </a:r>
            <a:r>
              <a:rPr lang="en-US" dirty="0" err="1"/>
              <a:t>costo</a:t>
            </a:r>
            <a:r>
              <a:rPr lang="en-US" dirty="0"/>
              <a:t> in memoria e' </a:t>
            </a:r>
            <a:r>
              <a:rPr lang="en-US" dirty="0" err="1"/>
              <a:t>sottovalutato</a:t>
            </a:r>
            <a:r>
              <a:rPr lang="en-US" dirty="0"/>
              <a:t>: le </a:t>
            </a:r>
            <a:r>
              <a:rPr lang="en-US" dirty="0" err="1"/>
              <a:t>pagine</a:t>
            </a:r>
            <a:r>
              <a:rPr lang="en-US" dirty="0"/>
              <a:t> </a:t>
            </a:r>
            <a:r>
              <a:rPr lang="en-US" dirty="0" err="1"/>
              <a:t>dell'indice</a:t>
            </a:r>
            <a:r>
              <a:rPr lang="en-US" dirty="0"/>
              <a:t> </a:t>
            </a:r>
            <a:r>
              <a:rPr lang="en-US" dirty="0" err="1"/>
              <a:t>competono</a:t>
            </a:r>
            <a:r>
              <a:rPr lang="en-US" dirty="0"/>
              <a:t> con quelle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buffer pool.
</a:t>
            </a:r>
            <a:r>
              <a:rPr lang="en-US" dirty="0" err="1"/>
              <a:t>Collegamento</a:t>
            </a:r>
            <a:r>
              <a:rPr lang="en-US" dirty="0"/>
              <a:t> al modulo </a:t>
            </a:r>
            <a:r>
              <a:rPr lang="en-US" dirty="0" err="1"/>
              <a:t>precedente</a:t>
            </a:r>
            <a:r>
              <a:rPr lang="en-US" dirty="0"/>
              <a:t>: piu' </a:t>
            </a:r>
            <a:r>
              <a:rPr lang="en-US" dirty="0" err="1"/>
              <a:t>indici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piu'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bloccati</a:t>
            </a:r>
            <a:r>
              <a:rPr lang="en-US" dirty="0"/>
              <a:t>, </a:t>
            </a:r>
            <a:r>
              <a:rPr lang="en-US" dirty="0" err="1"/>
              <a:t>quindi</a:t>
            </a:r>
            <a:r>
              <a:rPr lang="en-US" dirty="0"/>
              <a:t> piu' blocking e deadlock.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7DD3B-4F5A-A852-0C0D-BA6F60F10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341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10449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F364-F471-924E-0468-F4A08D83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BAD532-3891-2A2C-400E-9CFF405E5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B6A5BC3-FE95-2577-4003-674AB0BC3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CA0AB7-BE15-867A-078A-B26E081E2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751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99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  <p:sldLayoutId id="2147483724" r:id="rId18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sv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Definizione indici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Clustered, non clustered, included columns 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indici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filtrati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F11E5-C10D-D44C-0194-64FF27C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BFF772B-8A15-9994-B0EE-F4836F067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1349968"/>
              </p:ext>
            </p:extLst>
          </p:nvPr>
        </p:nvGraphicFramePr>
        <p:xfrm>
          <a:off x="250825" y="788988"/>
          <a:ext cx="8642350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16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880B918-0CF5-735A-BA31-CEE0BB48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Fondamenti dell’indice</a:t>
            </a:r>
          </a:p>
        </p:txBody>
      </p:sp>
    </p:spTree>
    <p:extLst>
      <p:ext uri="{BB962C8B-B14F-4D97-AF65-F5344CB8AC3E}">
        <p14:creationId xmlns:p14="http://schemas.microsoft.com/office/powerpoint/2010/main" val="276047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2A9F98-495B-0B8C-AFA5-10BDC18F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cosa serve un indice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83BB86-7751-59A8-05CF-1335FF435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7776864" cy="4110593"/>
          </a:xfrm>
        </p:spPr>
        <p:txBody>
          <a:bodyPr/>
          <a:lstStyle/>
          <a:p>
            <a:r>
              <a:rPr lang="it-IT" dirty="0"/>
              <a:t>Struttura ordinata che fa riferimento alle righe</a:t>
            </a:r>
          </a:p>
          <a:p>
            <a:r>
              <a:rPr lang="it-IT" dirty="0"/>
              <a:t>Permette di raggiungere le righe senza leggerle tutte</a:t>
            </a:r>
          </a:p>
          <a:p>
            <a:pPr lvl="1"/>
            <a:r>
              <a:rPr lang="it-IT" dirty="0"/>
              <a:t>Scan: tutte le pagine di una tabella</a:t>
            </a:r>
          </a:p>
          <a:p>
            <a:pPr lvl="1"/>
            <a:r>
              <a:rPr lang="it-IT" dirty="0"/>
              <a:t>Index </a:t>
            </a:r>
            <a:r>
              <a:rPr lang="it-IT" dirty="0" err="1"/>
              <a:t>scan</a:t>
            </a:r>
            <a:r>
              <a:rPr lang="it-IT" dirty="0"/>
              <a:t>: tutte le pagine di un indice</a:t>
            </a:r>
          </a:p>
          <a:p>
            <a:pPr lvl="1"/>
            <a:r>
              <a:rPr lang="it-IT" dirty="0"/>
              <a:t>Index </a:t>
            </a:r>
            <a:r>
              <a:rPr lang="it-IT" dirty="0" err="1"/>
              <a:t>seek</a:t>
            </a:r>
            <a:r>
              <a:rPr lang="it-IT" dirty="0"/>
              <a:t>: naviga l’albero dell’indice e legge pagine utili</a:t>
            </a:r>
          </a:p>
          <a:p>
            <a:r>
              <a:rPr lang="it-IT" dirty="0"/>
              <a:t>Meno pagine lette = meno I/O, meno CPU, meno memoria</a:t>
            </a:r>
          </a:p>
          <a:p>
            <a:r>
              <a:rPr lang="it-IT" dirty="0"/>
              <a:t>Indice aiuta ORDER BY e GROUP BY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i dati sono contigui</a:t>
            </a:r>
          </a:p>
          <a:p>
            <a:r>
              <a:rPr lang="it-IT" dirty="0"/>
              <a:t>Non è gratis </a:t>
            </a:r>
          </a:p>
          <a:p>
            <a:pPr lvl="1"/>
            <a:r>
              <a:rPr lang="it-IT" dirty="0"/>
              <a:t>occupa spazio </a:t>
            </a:r>
          </a:p>
          <a:p>
            <a:pPr lvl="1"/>
            <a:r>
              <a:rPr lang="it-IT" dirty="0"/>
              <a:t>va aggiornato</a:t>
            </a:r>
          </a:p>
        </p:txBody>
      </p:sp>
    </p:spTree>
    <p:extLst>
      <p:ext uri="{BB962C8B-B14F-4D97-AF65-F5344CB8AC3E}">
        <p14:creationId xmlns:p14="http://schemas.microsoft.com/office/powerpoint/2010/main" val="2365468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D684B5-A05A-E1FF-7AC3-A93DBCB3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B-</a:t>
            </a:r>
            <a:r>
              <a:rPr lang="it-IT" dirty="0" err="1"/>
              <a:t>tree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4A3982A-48F4-3380-85FC-EAB7330B1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1586866"/>
            <a:ext cx="5041901" cy="2294064"/>
          </a:xfrm>
          <a:prstGeom prst="rect">
            <a:avLst/>
          </a:prstGeom>
          <a:noFill/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4BC9B66-568A-6168-291B-19580B852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unica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partenza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solo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</a:t>
            </a:r>
            <a:endParaRPr lang="en-US" sz="15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foglia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è il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dell’indice</a:t>
            </a:r>
            <a:endParaRPr lang="en-US" sz="1500" dirty="0"/>
          </a:p>
          <a:p>
            <a:pPr marL="457200" lvl="1" indent="-228600">
              <a:spcAft>
                <a:spcPts val="700"/>
              </a:spcAft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→ le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endParaRPr lang="en-US" sz="1500" dirty="0"/>
          </a:p>
          <a:p>
            <a:pPr marL="457200" lvl="1" indent="-228600">
              <a:spcAft>
                <a:spcPts val="700"/>
              </a:spcAft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clustered →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puntatore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alla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Profondità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tipica 3–4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milioni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seek costa circa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l’albero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pochissime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letture</a:t>
            </a:r>
            <a:endParaRPr lang="en-US" dirty="0"/>
          </a:p>
        </p:txBody>
      </p:sp>
      <p:sp>
        <p:nvSpPr>
          <p:cNvPr id="5" name="AutoShape 2" descr="database normalization">
            <a:extLst>
              <a:ext uri="{FF2B5EF4-FFF2-40B4-BE49-F238E27FC236}">
                <a16:creationId xmlns:a16="http://schemas.microsoft.com/office/drawing/2014/main" id="{C8E08DF9-363E-B086-418F-26B9CA5815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2793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75433-B15C-D036-44E6-95E3E5B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Heap vs tabella indicizzata</a:t>
            </a:r>
          </a:p>
        </p:txBody>
      </p:sp>
      <p:graphicFrame>
        <p:nvGraphicFramePr>
          <p:cNvPr id="9" name="Segnaposto contenuto 4">
            <a:extLst>
              <a:ext uri="{FF2B5EF4-FFF2-40B4-BE49-F238E27FC236}">
                <a16:creationId xmlns:a16="http://schemas.microsoft.com/office/drawing/2014/main" id="{E01AAA7F-9894-E79D-92CD-4EED02B3E97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169796196"/>
              </p:ext>
            </p:extLst>
          </p:nvPr>
        </p:nvGraphicFramePr>
        <p:xfrm>
          <a:off x="341530" y="987574"/>
          <a:ext cx="8118903" cy="366354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6301">
                  <a:extLst>
                    <a:ext uri="{9D8B030D-6E8A-4147-A177-3AD203B41FA5}">
                      <a16:colId xmlns:a16="http://schemas.microsoft.com/office/drawing/2014/main" val="257382681"/>
                    </a:ext>
                  </a:extLst>
                </a:gridCol>
                <a:gridCol w="2706301">
                  <a:extLst>
                    <a:ext uri="{9D8B030D-6E8A-4147-A177-3AD203B41FA5}">
                      <a16:colId xmlns:a16="http://schemas.microsoft.com/office/drawing/2014/main" val="2349371546"/>
                    </a:ext>
                  </a:extLst>
                </a:gridCol>
                <a:gridCol w="2706301">
                  <a:extLst>
                    <a:ext uri="{9D8B030D-6E8A-4147-A177-3AD203B41FA5}">
                      <a16:colId xmlns:a16="http://schemas.microsoft.com/office/drawing/2014/main" val="3200410770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Heap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Tabella con indice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830381"/>
                  </a:ext>
                </a:extLst>
              </a:tr>
              <a:tr h="505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Ordine fisico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Nessuno: righe dove c’e’ spazio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Ordinato per chiave clustered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944234643"/>
                  </a:ext>
                </a:extLst>
              </a:tr>
              <a:tr h="45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Identificatore riga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identifier (RID)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della chiave clustered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494589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Ricerca puntuale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Scan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Index Seek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072647093"/>
                  </a:ext>
                </a:extLst>
              </a:tr>
              <a:tr h="5394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Molto veloce, scrive dove capita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Ordinata: possibili page split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854885585"/>
                  </a:ext>
                </a:extLst>
              </a:tr>
              <a:tr h="4309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</a:t>
                      </a:r>
                      <a:r>
                        <a:rPr lang="en-US" sz="135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</a:t>
                      </a: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aumenta</a:t>
                      </a: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byte della riga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nuova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riferimento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all’indirizzo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della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nuova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split, gestito dal fill factor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250192041"/>
                  </a:ext>
                </a:extLst>
              </a:tr>
              <a:tr h="4309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tipico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Staging, carichi bulk, tabelle usa e getta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per tabelle OLTP interrogate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639048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36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0A46C-8FBE-132C-82C0-75B5FDFD6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AFAE5C1-DEE7-C6AF-A534-41BCC901E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 err="1"/>
              <a:t>Clustered</a:t>
            </a:r>
            <a:r>
              <a:rPr lang="it-IT" sz="3800" spc="0" dirty="0"/>
              <a:t> e non </a:t>
            </a:r>
            <a:r>
              <a:rPr lang="it-IT" sz="3800" spc="0" dirty="0" err="1"/>
              <a:t>clustered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4140911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09AC6-B9C4-98C0-1192-A3A99C1F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AF1D10-7A89-B13B-4692-207CD3E3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Indice </a:t>
            </a:r>
            <a:r>
              <a:rPr lang="it-IT" dirty="0" err="1"/>
              <a:t>clustered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09689C-3235-9DAA-2728-3B56760B73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068452" cy="3888083"/>
          </a:xfrm>
        </p:spPr>
        <p:txBody>
          <a:bodyPr>
            <a:normAutofit/>
          </a:bodyPr>
          <a:lstStyle/>
          <a:p>
            <a:pPr marL="228600" indent="-228600">
              <a:spcAft>
                <a:spcPts val="700"/>
              </a:spcAft>
              <a:buSzPct val="10000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solo per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l’ordine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foglia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la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endParaRPr lang="en-US" sz="15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PRIMARY KEY lo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default</a:t>
            </a: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clustered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ripetuta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ogni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clustered</a:t>
            </a:r>
            <a:endParaRPr lang="en-US" sz="15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7F06FAA-85FA-FE08-BBF7-A9F29BF5EFA2}"/>
              </a:ext>
            </a:extLst>
          </p:cNvPr>
          <p:cNvSpPr txBox="1"/>
          <p:nvPr/>
        </p:nvSpPr>
        <p:spPr>
          <a:xfrm>
            <a:off x="4581799" y="729000"/>
            <a:ext cx="4500500" cy="3642950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La PK non e'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obbligatoriamente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clustered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dbo.Vendite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VenditaID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IDENTITY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PK_Vendite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NONCLUSTERED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VenditaID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);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fisico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modo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esplicito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IX_Vendite_OrderDate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dbo.Vendite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VenditaID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
</a:t>
            </a:r>
            <a:endParaRPr lang="en-US" sz="1600" dirty="0"/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15D814AC-CCDB-DB16-E9EA-00042BDBBB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5446" y="3219822"/>
            <a:ext cx="446348" cy="446348"/>
          </a:xfrm>
          <a:prstGeom prst="rect">
            <a:avLst/>
          </a:prstGeom>
        </p:spPr>
      </p:pic>
      <p:graphicFrame>
        <p:nvGraphicFramePr>
          <p:cNvPr id="5" name="Diagramma 4">
            <a:extLst>
              <a:ext uri="{FF2B5EF4-FFF2-40B4-BE49-F238E27FC236}">
                <a16:creationId xmlns:a16="http://schemas.microsoft.com/office/drawing/2014/main" id="{CBFA52FF-761F-5A41-2505-4EBEFA8675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6654208"/>
              </p:ext>
            </p:extLst>
          </p:nvPr>
        </p:nvGraphicFramePr>
        <p:xfrm>
          <a:off x="453111" y="2708821"/>
          <a:ext cx="3861181" cy="1914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Elemento grafico 6" descr="Libro chiuso con riempimento a tinta unita">
            <a:extLst>
              <a:ext uri="{FF2B5EF4-FFF2-40B4-BE49-F238E27FC236}">
                <a16:creationId xmlns:a16="http://schemas.microsoft.com/office/drawing/2014/main" id="{F6BB5FCB-6AE6-6AE8-B568-6EE235AB65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275" y="2442780"/>
            <a:ext cx="532082" cy="53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57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B0D5A-DA05-60FD-75EF-A596B5AC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09109-6F3F-5349-3E8D-01072397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Indice non </a:t>
            </a:r>
            <a:r>
              <a:rPr lang="it-IT" dirty="0" err="1"/>
              <a:t>clustered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AFA93E-A834-AFCE-D275-7D6B16CA1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068452" cy="3888083"/>
          </a:xfrm>
        </p:spPr>
        <p:txBody>
          <a:bodyPr>
            <a:normAutofit/>
          </a:bodyPr>
          <a:lstStyle/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Struttura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separata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Fino a 999 per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tabella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limite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tecnico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, non 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obiettivo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! 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</a:t>
            </a:r>
            <a:endParaRPr lang="en-US" sz="2000" dirty="0">
              <a:latin typeface="+mn-lt"/>
            </a:endParaRP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Ideale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su</a:t>
            </a:r>
            <a:endParaRPr lang="en-US" sz="2000" dirty="0">
              <a:solidFill>
                <a:srgbClr val="1A1A1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predicati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selettivi</a:t>
            </a:r>
            <a:endParaRPr lang="en-US" sz="1600" dirty="0">
              <a:solidFill>
                <a:srgbClr val="1A1A1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campi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di JOIN </a:t>
            </a: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ORDER BY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ricorrenti</a:t>
            </a:r>
            <a:endParaRPr lang="en-US" sz="1600" dirty="0">
              <a:latin typeface="+mn-lt"/>
            </a:endParaRP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Poco utile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colonne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bassa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selettività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se da sole (flag,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>
              <a:latin typeface="+mn-lt"/>
            </a:endParaRP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Ogni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mantenuto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a ogni INSERT, UPDATE e DELETE</a:t>
            </a:r>
            <a:endParaRPr lang="en-US" sz="2000" dirty="0">
              <a:latin typeface="+mn-lt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F3F157-3E03-5FB9-637F-33752A915364}"/>
              </a:ext>
            </a:extLst>
          </p:cNvPr>
          <p:cNvSpPr txBox="1"/>
          <p:nvPr/>
        </p:nvSpPr>
        <p:spPr>
          <a:xfrm>
            <a:off x="4581799" y="729000"/>
            <a:ext cx="4500500" cy="3102890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NONCLUSTERED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IX_SOD_ProductID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Sales.SalesOrderDetail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Predicato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selettivo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Index Seek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OrderQty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Sales.SalesOrderDetail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6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707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
</a:t>
            </a:r>
            <a:endParaRPr lang="en-US" sz="1600" dirty="0"/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8D5377F5-C977-0623-E757-AD173A65F3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5446" y="3219822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9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62BB-401A-3B1D-997F-1ACD1DE9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9B0278-3B34-1294-838C-D761B25AB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Key </a:t>
            </a:r>
            <a:r>
              <a:rPr lang="it-IT" dirty="0" err="1"/>
              <a:t>lookup</a:t>
            </a:r>
            <a:r>
              <a:rPr lang="it-IT" dirty="0"/>
              <a:t> e </a:t>
            </a:r>
            <a:r>
              <a:rPr lang="it-IT" dirty="0" err="1"/>
              <a:t>covering</a:t>
            </a:r>
            <a:r>
              <a:rPr lang="it-IT" dirty="0"/>
              <a:t> index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09D272-8F80-BE74-3C2E-F84B18CE1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068452" cy="3888083"/>
          </a:xfrm>
        </p:spPr>
        <p:txBody>
          <a:bodyPr>
            <a:normAutofit/>
          </a:bodyPr>
          <a:lstStyle/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Key lookup =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lettura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clustered dopo index seek </a:t>
            </a: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Ha un peso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volume elevate</a:t>
            </a: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Oltre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limite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optimizer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scegliere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scan del clustered</a:t>
            </a: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Covering index =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contiene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tutte le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colonne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richieste</a:t>
            </a:r>
            <a:endParaRPr lang="en-US" sz="2000" dirty="0">
              <a:solidFill>
                <a:srgbClr val="1A1A1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Ottime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performance</a:t>
            </a: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>
                <a:latin typeface="+mn-lt"/>
              </a:rPr>
              <a:t>Da </a:t>
            </a:r>
            <a:r>
              <a:rPr lang="en-US" sz="1600" dirty="0" err="1">
                <a:latin typeface="+mn-lt"/>
              </a:rPr>
              <a:t>usare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su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casistiche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specifiche</a:t>
            </a:r>
            <a:r>
              <a:rPr lang="en-US" sz="1600" dirty="0">
                <a:latin typeface="+mn-lt"/>
              </a:rPr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173D6BB-4EB2-FE08-7BA8-787596E11289}"/>
              </a:ext>
            </a:extLst>
          </p:cNvPr>
          <p:cNvSpPr txBox="1"/>
          <p:nvPr/>
        </p:nvSpPr>
        <p:spPr>
          <a:xfrm>
            <a:off x="4581799" y="729000"/>
            <a:ext cx="4500500" cy="4002990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OrderQty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Sales.SalesOrderDetail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6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707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  <a:p>
            <a:b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KEY LOOKUP</a:t>
            </a:r>
            <a:b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NONCLUSTERED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IX_SOD_ProductID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Sales.SalesOrderDetail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COVERING INDEX</a:t>
            </a:r>
          </a:p>
          <a:p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L'indice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copre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tutta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query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NONCLUSTERED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IX_SOD_ProductID_Cover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Sales.SalesOrderDetail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OrderQty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
</a:t>
            </a:r>
            <a:endParaRPr lang="en-US" sz="1600" dirty="0"/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4346A13F-FC90-0B7F-90C2-E1E6DA793E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8444" y="4119922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59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746" y="0"/>
            <a:ext cx="8661654" cy="89154"/>
          </a:xfrm>
          <a:prstGeom prst="rect">
            <a:avLst/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 sz="1350"/>
          </a:p>
        </p:txBody>
      </p:sp>
      <p:sp>
        <p:nvSpPr>
          <p:cNvPr id="3" name="Text 1"/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INDICI COMPOSITI: L’ORDINE DELLE COLONNE</a:t>
            </a:r>
            <a:endParaRPr lang="en-US" sz="3200" dirty="0"/>
          </a:p>
        </p:txBody>
      </p:sp>
      <p:pic>
        <p:nvPicPr>
          <p:cNvPr id="4" name="Image 0" descr="assets/sistem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4684014"/>
            <a:ext cx="768096" cy="2880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" y="877824"/>
            <a:ext cx="5143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IX su (ProductID, ModifiedDate)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349685"/>
              </p:ext>
            </p:extLst>
          </p:nvPr>
        </p:nvGraphicFramePr>
        <p:xfrm>
          <a:off x="308610" y="1491630"/>
          <a:ext cx="5177790" cy="2871216"/>
        </p:xfrm>
        <a:graphic>
          <a:graphicData uri="http://schemas.openxmlformats.org/drawingml/2006/table">
            <a:tbl>
              <a:tblPr/>
              <a:tblGrid>
                <a:gridCol w="2983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Predicato della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dell’indice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ProductID = 707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Seek efficiente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ProductID = 707 AND ModifiedDate &gt;= ‘…’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Seek ottimale su entrambe le colonne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ModifiedDate &gt;= ‘…’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seek: al massimo scansione dell’indice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ProductID, ModifiedDate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operatore 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ModifiedDate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necessario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726430" y="1491630"/>
            <a:ext cx="3086100" cy="2636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25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Comanda la prima colonna: vale solo il prefisso sinistro della chiave</a:t>
            </a:r>
            <a:endParaRPr lang="en-US" sz="1400" dirty="0"/>
          </a:p>
          <a:p>
            <a:pPr marL="171450" indent="-171450">
              <a:spcAft>
                <a:spcPts val="525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(A, B) serve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query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A: non serve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crearlo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due volte</a:t>
            </a:r>
          </a:p>
          <a:p>
            <a:pPr marL="171450" indent="-171450">
              <a:spcAft>
                <a:spcPts val="525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le colonne confrontate per uguaglianza, poi quelle di range</a:t>
            </a:r>
            <a:endParaRPr lang="en-US" sz="1400" b="1" dirty="0"/>
          </a:p>
          <a:p>
            <a:pPr marL="171450" indent="-171450">
              <a:spcAft>
                <a:spcPts val="525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chiave definisce anche l’ordinamento disponibile senza Sort (ASC/DESC default ASC)</a:t>
            </a:r>
            <a:endParaRPr lang="en-US" sz="1400" dirty="0"/>
          </a:p>
          <a:p>
            <a:pPr marL="171450" indent="-171450">
              <a:spcAft>
                <a:spcPts val="525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Massimo 32 colonne di chiave e 1.700 byte (900 per il clustered)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0E3AB-6C54-A9DC-7993-400D9D40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BB63F9E-3BB6-8835-72AF-82F554DB5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INCLUDED COLUMNS E INDICI FILTRATI</a:t>
            </a:r>
          </a:p>
        </p:txBody>
      </p:sp>
    </p:spTree>
    <p:extLst>
      <p:ext uri="{BB962C8B-B14F-4D97-AF65-F5344CB8AC3E}">
        <p14:creationId xmlns:p14="http://schemas.microsoft.com/office/powerpoint/2010/main" val="557180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87F73-B6EC-6B61-D592-F002369D7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069520-5031-8621-C48F-557B4B12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 err="1"/>
              <a:t>Included</a:t>
            </a:r>
            <a:r>
              <a:rPr lang="it-IT" dirty="0"/>
              <a:t> </a:t>
            </a:r>
            <a:r>
              <a:rPr lang="it-IT" dirty="0" err="1"/>
              <a:t>columns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37BF08-6175-ADCB-1B5B-CA4EE43D3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068452" cy="3888083"/>
          </a:xfrm>
        </p:spPr>
        <p:txBody>
          <a:bodyPr>
            <a:normAutofit/>
          </a:bodyPr>
          <a:lstStyle/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CREATE INDEX …INCLUDE</a:t>
            </a: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Colonne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included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livello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foglia</a:t>
            </a:r>
            <a:endParaRPr lang="en-US" sz="2000" dirty="0">
              <a:solidFill>
                <a:srgbClr val="1A1A1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Non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fanno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chiave</a:t>
            </a:r>
            <a:endParaRPr lang="en-US" sz="2000" dirty="0">
              <a:solidFill>
                <a:srgbClr val="1A1A1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latin typeface="+mn-lt"/>
              </a:rPr>
              <a:t>Non </a:t>
            </a:r>
            <a:r>
              <a:rPr lang="en-US" sz="2000" dirty="0" err="1">
                <a:latin typeface="+mn-lt"/>
              </a:rPr>
              <a:t>sono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utilizzabili</a:t>
            </a:r>
            <a:r>
              <a:rPr lang="en-US" sz="2000" dirty="0">
                <a:latin typeface="+mn-lt"/>
              </a:rPr>
              <a:t> per il seek</a:t>
            </a: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 err="1">
                <a:latin typeface="+mn-lt"/>
              </a:rPr>
              <a:t>Servono</a:t>
            </a:r>
            <a:r>
              <a:rPr lang="en-US" sz="2000" dirty="0">
                <a:latin typeface="+mn-lt"/>
              </a:rPr>
              <a:t> a </a:t>
            </a:r>
            <a:r>
              <a:rPr lang="en-US" sz="2000" dirty="0" err="1">
                <a:latin typeface="+mn-lt"/>
              </a:rPr>
              <a:t>evitare</a:t>
            </a:r>
            <a:r>
              <a:rPr lang="en-US" sz="2000" dirty="0">
                <a:latin typeface="+mn-lt"/>
              </a:rPr>
              <a:t> Key lookup</a:t>
            </a: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latin typeface="+mn-lt"/>
              </a:rPr>
              <a:t>Costo:</a:t>
            </a: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latin typeface="+mn-lt"/>
              </a:rPr>
              <a:t>Allargano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pagine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foglia</a:t>
            </a:r>
            <a:endParaRPr lang="en-US" sz="1600" dirty="0">
              <a:latin typeface="+mn-lt"/>
            </a:endParaRP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latin typeface="+mn-lt"/>
              </a:rPr>
              <a:t>Più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pagine</a:t>
            </a:r>
            <a:r>
              <a:rPr lang="en-US" sz="1600" dirty="0">
                <a:latin typeface="+mn-lt"/>
              </a:rPr>
              <a:t> da </a:t>
            </a:r>
            <a:r>
              <a:rPr lang="en-US" sz="1600" dirty="0" err="1">
                <a:latin typeface="+mn-lt"/>
              </a:rPr>
              <a:t>leggere</a:t>
            </a:r>
            <a:endParaRPr lang="en-US" sz="1600" dirty="0">
              <a:latin typeface="+mn-lt"/>
            </a:endParaRP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latin typeface="+mn-lt"/>
              </a:rPr>
              <a:t>Più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spazio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su</a:t>
            </a:r>
            <a:r>
              <a:rPr lang="en-US" sz="1600" dirty="0">
                <a:latin typeface="+mn-lt"/>
              </a:rPr>
              <a:t> disco e in memoria</a:t>
            </a: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latin typeface="+mn-lt"/>
              </a:rPr>
              <a:t>Aggiornate</a:t>
            </a:r>
            <a:r>
              <a:rPr lang="en-US" sz="1600" dirty="0">
                <a:latin typeface="+mn-lt"/>
              </a:rPr>
              <a:t> ad ogni </a:t>
            </a:r>
            <a:r>
              <a:rPr lang="en-US" sz="1600" dirty="0" err="1">
                <a:latin typeface="+mn-lt"/>
              </a:rPr>
              <a:t>modifica</a:t>
            </a:r>
            <a:endParaRPr lang="en-US" sz="1600" dirty="0">
              <a:latin typeface="+mn-lt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D44AFCD-7CD3-5AAB-6748-123940860DF7}"/>
              </a:ext>
            </a:extLst>
          </p:cNvPr>
          <p:cNvSpPr txBox="1"/>
          <p:nvPr/>
        </p:nvSpPr>
        <p:spPr>
          <a:xfrm>
            <a:off x="4581799" y="729000"/>
            <a:ext cx="4500500" cy="3102890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NONCLUSTERED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IX_Product_SubCat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Production.Product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ProductSubcategoryID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(Name,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ListPrice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StandardCost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seek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non serve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lookup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ListPrice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StandardCost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Production.Product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ProductSubcategoryID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6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
</a:t>
            </a:r>
            <a:endParaRPr lang="en-US" sz="1600" dirty="0"/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628ABD30-F011-24E8-68B0-74FF9233E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5446" y="3219822"/>
            <a:ext cx="446348" cy="446348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1C873417-5A5A-09B1-2DE0-C755CB589793}"/>
              </a:ext>
            </a:extLst>
          </p:cNvPr>
          <p:cNvSpPr/>
          <p:nvPr/>
        </p:nvSpPr>
        <p:spPr bwMode="auto">
          <a:xfrm>
            <a:off x="246793" y="4461989"/>
            <a:ext cx="5249727" cy="5400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          </a:t>
            </a:r>
            <a:r>
              <a:rPr lang="en-US" sz="2400" dirty="0"/>
              <a:t>A </a:t>
            </a:r>
            <a:r>
              <a:rPr lang="en-US" sz="2400" dirty="0" err="1"/>
              <a:t>cambio</a:t>
            </a:r>
            <a:r>
              <a:rPr lang="en-US" sz="2400" dirty="0"/>
              <a:t> </a:t>
            </a:r>
            <a:r>
              <a:rPr lang="en-US" sz="2400" dirty="0" err="1"/>
              <a:t>dati</a:t>
            </a:r>
            <a:r>
              <a:rPr lang="en-US" sz="2400" dirty="0"/>
              <a:t> </a:t>
            </a:r>
            <a:r>
              <a:rPr lang="en-US" sz="2400" dirty="0" err="1"/>
              <a:t>restituiti</a:t>
            </a:r>
            <a:r>
              <a:rPr lang="en-US" sz="2400" dirty="0"/>
              <a:t> </a:t>
            </a:r>
            <a:r>
              <a:rPr lang="en-US" sz="2400" dirty="0" err="1"/>
              <a:t>salta</a:t>
            </a:r>
            <a:r>
              <a:rPr lang="en-US" sz="2400" dirty="0"/>
              <a:t> </a:t>
            </a:r>
            <a:r>
              <a:rPr lang="en-US" sz="2400" dirty="0" err="1"/>
              <a:t>l’indice</a:t>
            </a:r>
            <a:endParaRPr lang="it-IT" sz="2400" dirty="0"/>
          </a:p>
        </p:txBody>
      </p:sp>
      <p:pic>
        <p:nvPicPr>
          <p:cNvPr id="7" name="Elemento grafico 6" descr="Avviso con riempimento a tinta unita">
            <a:extLst>
              <a:ext uri="{FF2B5EF4-FFF2-40B4-BE49-F238E27FC236}">
                <a16:creationId xmlns:a16="http://schemas.microsoft.com/office/drawing/2014/main" id="{CD68A9E3-2ED9-251F-39C7-5CD7D31FF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956" y="4461990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90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81D97-4E3A-333A-AF27-01024E0F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A5C37B-E34A-D636-E313-F48C528C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INDICI FILTRATI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58FFF0-F411-13A3-1544-40339A22C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068452" cy="3888083"/>
          </a:xfrm>
        </p:spPr>
        <p:txBody>
          <a:bodyPr>
            <a:normAutofit/>
          </a:bodyPr>
          <a:lstStyle/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CREATE INDEX…WHERE</a:t>
            </a: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sottoinsieme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righe</a:t>
            </a:r>
            <a:endParaRPr lang="en-US" sz="2000" dirty="0">
              <a:solidFill>
                <a:srgbClr val="1A1A1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Meno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pagine</a:t>
            </a:r>
            <a:endParaRPr lang="en-US" sz="1600" dirty="0">
              <a:solidFill>
                <a:srgbClr val="1A1A1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Meno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manutenzione</a:t>
            </a:r>
            <a:endParaRPr lang="en-US" sz="1600" dirty="0">
              <a:solidFill>
                <a:srgbClr val="1A1A1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Statistiche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precise</a:t>
            </a: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Casi </a:t>
            </a: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tipici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Flag di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pochi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valori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totale</a:t>
            </a:r>
            <a:endParaRPr lang="en-US" sz="1600" dirty="0">
              <a:solidFill>
                <a:srgbClr val="1A1A1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Righe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attive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di storico</a:t>
            </a:r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 err="1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Predicato</a:t>
            </a:r>
            <a:r>
              <a:rPr lang="en-US" sz="2000" dirty="0">
                <a:solidFill>
                  <a:srgbClr val="1A1A1A"/>
                </a:solidFill>
                <a:latin typeface="+mn-lt"/>
                <a:ea typeface="Calibri" pitchFamily="34" charset="-122"/>
                <a:cs typeface="Calibri" pitchFamily="34" charset="-120"/>
              </a:rPr>
              <a:t> semplice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F76DC2-B33E-C9AE-BB63-3DE8607C67AE}"/>
              </a:ext>
            </a:extLst>
          </p:cNvPr>
          <p:cNvSpPr txBox="1"/>
          <p:nvPr/>
        </p:nvSpPr>
        <p:spPr>
          <a:xfrm>
            <a:off x="4549845" y="271322"/>
            <a:ext cx="4500500" cy="407499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Autofit/>
          </a:bodyPr>
          <a:lstStyle/>
          <a:p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Solo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ordini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online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NONCLUSTERED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IX_SOH_Online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Sales.SalesOrderHeader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TotalDue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OnlineOrderFlag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6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Usa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l'indice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filtrato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TotalDue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Sales.SalesOrderHeader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OnlineOrderFlag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6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&gt;= </a:t>
            </a:r>
            <a:r>
              <a:rPr lang="en-US" sz="1600" dirty="0">
                <a:solidFill>
                  <a:srgbClr val="CE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'2013-01-01'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NON lo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predicato</a:t>
            </a:r>
            <a:r>
              <a:rPr lang="en-US" sz="16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TotalDue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Sales.SalesOrderHeader</a:t>
            </a:r>
            <a:endParaRPr lang="en-US" sz="1600" dirty="0"/>
          </a:p>
          <a:p>
            <a:r>
              <a:rPr lang="en-US" sz="1600" b="1" dirty="0">
                <a:solidFill>
                  <a:srgbClr val="F0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&gt;= </a:t>
            </a:r>
            <a:r>
              <a:rPr lang="en-US" sz="1600" dirty="0">
                <a:solidFill>
                  <a:srgbClr val="CE9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'2013-01-01'</a:t>
            </a: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r>
              <a:rPr lang="en-US" sz="1600" dirty="0">
                <a:solidFill>
                  <a:srgbClr val="CE9178"/>
                </a:solidFill>
                <a:ea typeface="Courier New" pitchFamily="34" charset="-122"/>
                <a:cs typeface="Courier New" pitchFamily="34" charset="-120"/>
              </a:rPr>
              <a:t>
</a:t>
            </a:r>
            <a:endParaRPr lang="en-US" sz="1600" dirty="0"/>
          </a:p>
        </p:txBody>
      </p:sp>
      <p:pic>
        <p:nvPicPr>
          <p:cNvPr id="6" name="Elemento grafico 5" descr="Programmatore (maschile) con riempimento a tinta unita">
            <a:extLst>
              <a:ext uri="{FF2B5EF4-FFF2-40B4-BE49-F238E27FC236}">
                <a16:creationId xmlns:a16="http://schemas.microsoft.com/office/drawing/2014/main" id="{F1D85EAC-844C-E7BD-A179-44001CB83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6530" y="3733648"/>
            <a:ext cx="446348" cy="446348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EE7BFE74-C055-4467-1E00-35E051331584}"/>
              </a:ext>
            </a:extLst>
          </p:cNvPr>
          <p:cNvSpPr/>
          <p:nvPr/>
        </p:nvSpPr>
        <p:spPr bwMode="auto">
          <a:xfrm>
            <a:off x="251520" y="4461989"/>
            <a:ext cx="6516724" cy="5400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          </a:t>
            </a:r>
            <a:r>
              <a:rPr lang="en-US" sz="2400" dirty="0"/>
              <a:t>Query </a:t>
            </a:r>
            <a:r>
              <a:rPr lang="en-US" sz="2400" dirty="0" err="1"/>
              <a:t>parametrica</a:t>
            </a:r>
            <a:r>
              <a:rPr lang="en-US" sz="2400" dirty="0"/>
              <a:t> </a:t>
            </a:r>
            <a:r>
              <a:rPr lang="en-US" sz="2400" dirty="0" err="1"/>
              <a:t>può</a:t>
            </a:r>
            <a:r>
              <a:rPr lang="en-US" sz="2400" dirty="0"/>
              <a:t> </a:t>
            </a:r>
            <a:r>
              <a:rPr lang="en-US" sz="2400" dirty="0" err="1"/>
              <a:t>ignorare</a:t>
            </a:r>
            <a:r>
              <a:rPr lang="en-US" sz="2400" dirty="0"/>
              <a:t> </a:t>
            </a:r>
            <a:r>
              <a:rPr lang="en-US" sz="2400" dirty="0" err="1"/>
              <a:t>indice</a:t>
            </a:r>
            <a:r>
              <a:rPr lang="en-US" sz="2400" dirty="0"/>
              <a:t> </a:t>
            </a:r>
            <a:r>
              <a:rPr lang="en-US" sz="2400" dirty="0" err="1"/>
              <a:t>filtrato</a:t>
            </a:r>
            <a:endParaRPr lang="it-IT" sz="2400" dirty="0"/>
          </a:p>
        </p:txBody>
      </p:sp>
      <p:pic>
        <p:nvPicPr>
          <p:cNvPr id="13" name="Elemento grafico 12" descr="Avviso con riempimento a tinta unita">
            <a:extLst>
              <a:ext uri="{FF2B5EF4-FFF2-40B4-BE49-F238E27FC236}">
                <a16:creationId xmlns:a16="http://schemas.microsoft.com/office/drawing/2014/main" id="{3AB7A0ED-1D4E-4B1E-7954-C77962A088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683" y="4461990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97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5E77-9067-F2C3-B867-79F07681D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CB2EBD9-F5C8-E13A-5A24-E5050D488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Strategia di scelta dell’indice</a:t>
            </a:r>
          </a:p>
        </p:txBody>
      </p:sp>
    </p:spTree>
    <p:extLst>
      <p:ext uri="{BB962C8B-B14F-4D97-AF65-F5344CB8AC3E}">
        <p14:creationId xmlns:p14="http://schemas.microsoft.com/office/powerpoint/2010/main" val="3784282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9135B-7B90-7589-705E-AB0E2DC5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B9FC78-C2BB-91AC-B897-B400DBCD80DF}"/>
              </a:ext>
            </a:extLst>
          </p:cNvPr>
          <p:cNvSpPr/>
          <p:nvPr/>
        </p:nvSpPr>
        <p:spPr>
          <a:xfrm>
            <a:off x="253746" y="0"/>
            <a:ext cx="8661654" cy="89154"/>
          </a:xfrm>
          <a:prstGeom prst="rect">
            <a:avLst/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86D6AF-7262-EFC0-CE65-7CB48D0039CD}"/>
              </a:ext>
            </a:extLst>
          </p:cNvPr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IL WORKLOAD</a:t>
            </a:r>
            <a:endParaRPr lang="en-US" sz="3200" dirty="0">
              <a:solidFill>
                <a:srgbClr val="C20E1A"/>
              </a:solidFill>
            </a:endParaRPr>
          </a:p>
        </p:txBody>
      </p:sp>
      <p:pic>
        <p:nvPicPr>
          <p:cNvPr id="4" name="Image 0" descr="assets/sistemi_dark.png">
            <a:extLst>
              <a:ext uri="{FF2B5EF4-FFF2-40B4-BE49-F238E27FC236}">
                <a16:creationId xmlns:a16="http://schemas.microsoft.com/office/drawing/2014/main" id="{50BA8417-4EC1-7BBF-BCF0-9333118C4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4684014"/>
            <a:ext cx="768096" cy="288036"/>
          </a:xfrm>
          <a:prstGeom prst="rect">
            <a:avLst/>
          </a:prstGeom>
        </p:spPr>
      </p:pic>
      <p:graphicFrame>
        <p:nvGraphicFramePr>
          <p:cNvPr id="10" name="Segnaposto contenuto 4">
            <a:extLst>
              <a:ext uri="{FF2B5EF4-FFF2-40B4-BE49-F238E27FC236}">
                <a16:creationId xmlns:a16="http://schemas.microsoft.com/office/drawing/2014/main" id="{CD230C26-083D-901B-3559-6247D9B683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7278287"/>
              </p:ext>
            </p:extLst>
          </p:nvPr>
        </p:nvGraphicFramePr>
        <p:xfrm>
          <a:off x="125506" y="1504477"/>
          <a:ext cx="8892988" cy="2134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94280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355B-D7C3-4642-EFF3-3D6BFBD1D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4303F5-C72E-63B9-7231-B175F6E7C27D}"/>
              </a:ext>
            </a:extLst>
          </p:cNvPr>
          <p:cNvSpPr/>
          <p:nvPr/>
        </p:nvSpPr>
        <p:spPr>
          <a:xfrm>
            <a:off x="253746" y="0"/>
            <a:ext cx="8661654" cy="89154"/>
          </a:xfrm>
          <a:prstGeom prst="rect">
            <a:avLst/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FA8C6B-61E8-7542-3B5E-B3286E839E76}"/>
              </a:ext>
            </a:extLst>
          </p:cNvPr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SELETTIVITA</a:t>
            </a:r>
            <a:r>
              <a:rPr lang="en-US" sz="3200" dirty="0">
                <a:solidFill>
                  <a:srgbClr val="E5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endParaRPr lang="en-US" sz="3200" dirty="0">
              <a:solidFill>
                <a:srgbClr val="E51420"/>
              </a:solidFill>
            </a:endParaRPr>
          </a:p>
        </p:txBody>
      </p:sp>
      <p:pic>
        <p:nvPicPr>
          <p:cNvPr id="4" name="Image 0" descr="assets/sistemi_dark.png">
            <a:extLst>
              <a:ext uri="{FF2B5EF4-FFF2-40B4-BE49-F238E27FC236}">
                <a16:creationId xmlns:a16="http://schemas.microsoft.com/office/drawing/2014/main" id="{658D4E65-2852-5C89-A7E0-9D856D312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4684014"/>
            <a:ext cx="768096" cy="288036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21B9D16-EBA6-4D52-9EF4-80ED76B35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474410"/>
              </p:ext>
            </p:extLst>
          </p:nvPr>
        </p:nvGraphicFramePr>
        <p:xfrm>
          <a:off x="4031940" y="1199641"/>
          <a:ext cx="5004556" cy="3179572"/>
        </p:xfrm>
        <a:graphic>
          <a:graphicData uri="http://schemas.openxmlformats.org/drawingml/2006/table">
            <a:tbl>
              <a:tblPr/>
              <a:tblGrid>
                <a:gridCol w="1548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4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Tabella</a:t>
                      </a:r>
                      <a:b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Colonna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Valori distinti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Righe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per valore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Selettività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SalesOrderHeader</a:t>
                      </a:r>
                      <a:b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4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SalesOrderID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it-IT" sz="1400" dirty="0"/>
                        <a:t>0,003%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seek molto </a:t>
                      </a: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SalesOrderDetail</a:t>
                      </a:r>
                      <a:b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4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0,4% </a:t>
                      </a:r>
                      <a:b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Buon candidato, </a:t>
                      </a: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meglio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 in </a:t>
                      </a: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covering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SalesOrderHeader</a:t>
                      </a:r>
                      <a:b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4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TerritoryID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come prima colonna di un composito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SalesOrderHeader</a:t>
                      </a:r>
                      <a:b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4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OnlineOrderFlag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sola inutile: ha senso come filtro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7E855BB7-9CD0-486E-E7CC-6282638F34E7}"/>
              </a:ext>
            </a:extLst>
          </p:cNvPr>
          <p:cNvSpPr txBox="1">
            <a:spLocks/>
          </p:cNvSpPr>
          <p:nvPr/>
        </p:nvSpPr>
        <p:spPr>
          <a:xfrm>
            <a:off x="143508" y="1453629"/>
            <a:ext cx="3888432" cy="3258845"/>
          </a:xfrm>
          <a:prstGeom prst="rect">
            <a:avLst/>
          </a:prstGeom>
        </p:spPr>
        <p:txBody>
          <a:bodyPr>
            <a:normAutofit/>
          </a:bodyPr>
          <a:lstStyle>
            <a:lvl1pPr marL="361950" indent="-36195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selettività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l’indice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</a:t>
            </a:r>
            <a:endParaRPr lang="en-US" sz="2000" dirty="0"/>
          </a:p>
          <a:p>
            <a:pPr marL="228600" indent="-228600">
              <a:spcAft>
                <a:spcPts val="700"/>
              </a:spcAft>
              <a:buSzPct val="100000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 point</a:t>
            </a: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it-IT" sz="1600" dirty="0"/>
              <a:t>¼–⅓ delle </a:t>
            </a:r>
            <a:r>
              <a:rPr lang="it-IT" sz="1600" b="1" dirty="0"/>
              <a:t>pagine</a:t>
            </a:r>
            <a:r>
              <a:rPr lang="it-IT" sz="1600" dirty="0"/>
              <a:t> della tabella, espressa in righe (es. tabella con 121k righe e 1500 pagine è tra le 375/500 righe)</a:t>
            </a:r>
          </a:p>
          <a:p>
            <a:pPr marL="609600" lvl="1" indent="-228600">
              <a:spcAft>
                <a:spcPts val="700"/>
              </a:spcAft>
              <a:buSzPct val="100000"/>
            </a:pPr>
            <a:r>
              <a:rPr lang="it-IT" sz="1600" dirty="0"/>
              <a:t>sotto soglia conviene </a:t>
            </a:r>
            <a:r>
              <a:rPr lang="it-IT" sz="1600" dirty="0" err="1"/>
              <a:t>seek</a:t>
            </a:r>
            <a:r>
              <a:rPr lang="it-IT" sz="1600" dirty="0"/>
              <a:t> + </a:t>
            </a:r>
            <a:r>
              <a:rPr lang="it-IT" sz="1600" dirty="0" err="1"/>
              <a:t>lookup</a:t>
            </a:r>
            <a:r>
              <a:rPr lang="it-IT" sz="1600" dirty="0"/>
              <a:t>, sopra conviene la scansione, salvo indice </a:t>
            </a:r>
            <a:r>
              <a:rPr lang="it-IT" sz="1600" dirty="0" err="1"/>
              <a:t>covering</a:t>
            </a:r>
            <a:endParaRPr lang="it-IT" sz="1600" dirty="0"/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2B2A05B5-5803-09FA-C824-860B43B7A2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25487"/>
              </p:ext>
            </p:extLst>
          </p:nvPr>
        </p:nvGraphicFramePr>
        <p:xfrm>
          <a:off x="342900" y="816101"/>
          <a:ext cx="2968960" cy="637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Elemento grafico 7" descr="Libro chiuso con riempimento a tinta unita">
            <a:extLst>
              <a:ext uri="{FF2B5EF4-FFF2-40B4-BE49-F238E27FC236}">
                <a16:creationId xmlns:a16="http://schemas.microsoft.com/office/drawing/2014/main" id="{3555507C-5F03-BD4A-942D-167A75580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855" y="657357"/>
            <a:ext cx="532082" cy="53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81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029A-E531-0752-357D-8C2C0402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F21543-B490-784C-0826-F6917825149F}"/>
              </a:ext>
            </a:extLst>
          </p:cNvPr>
          <p:cNvSpPr/>
          <p:nvPr/>
        </p:nvSpPr>
        <p:spPr>
          <a:xfrm>
            <a:off x="253746" y="0"/>
            <a:ext cx="8661654" cy="89154"/>
          </a:xfrm>
          <a:prstGeom prst="rect">
            <a:avLst/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EC4F63-E651-E232-2B30-FDA4674F9113}"/>
              </a:ext>
            </a:extLst>
          </p:cNvPr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DALL’APPLICAZIONE ALL’INDICE</a:t>
            </a:r>
            <a:endParaRPr lang="en-US" sz="3200" dirty="0">
              <a:solidFill>
                <a:srgbClr val="C20E1A"/>
              </a:solidFill>
            </a:endParaRPr>
          </a:p>
        </p:txBody>
      </p:sp>
      <p:graphicFrame>
        <p:nvGraphicFramePr>
          <p:cNvPr id="10" name="Segnaposto contenuto 4">
            <a:extLst>
              <a:ext uri="{FF2B5EF4-FFF2-40B4-BE49-F238E27FC236}">
                <a16:creationId xmlns:a16="http://schemas.microsoft.com/office/drawing/2014/main" id="{0110CB87-89FA-BB2E-FFCD-63D21A6642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29739"/>
              </p:ext>
            </p:extLst>
          </p:nvPr>
        </p:nvGraphicFramePr>
        <p:xfrm>
          <a:off x="148366" y="665226"/>
          <a:ext cx="8892988" cy="4272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9645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78E4D-9BD0-6357-B012-D660A377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85FD87-9028-03F3-CB69-15DCF8E91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statistiche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3D7AC6-143F-AADE-1A2E-D55764663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7776864" cy="4110593"/>
          </a:xfrm>
        </p:spPr>
        <p:txBody>
          <a:bodyPr>
            <a:normAutofit fontScale="92500" lnSpcReduction="20000"/>
          </a:bodyPr>
          <a:lstStyle/>
          <a:p>
            <a:r>
              <a:rPr lang="it-IT" dirty="0" err="1"/>
              <a:t>Optimizer</a:t>
            </a:r>
            <a:r>
              <a:rPr lang="it-IT" dirty="0"/>
              <a:t> non guarda dati ma statistiche sui dati</a:t>
            </a:r>
          </a:p>
          <a:p>
            <a:r>
              <a:rPr lang="it-IT" dirty="0"/>
              <a:t>Dati della prima colonna vengono divisi in 200 step</a:t>
            </a:r>
          </a:p>
          <a:p>
            <a:r>
              <a:rPr lang="it-IT" dirty="0"/>
              <a:t>Stima errata </a:t>
            </a:r>
          </a:p>
          <a:p>
            <a:pPr lvl="1"/>
            <a:r>
              <a:rPr lang="it-IT" dirty="0"/>
              <a:t>indice ignorato </a:t>
            </a:r>
          </a:p>
          <a:p>
            <a:pPr lvl="1"/>
            <a:r>
              <a:rPr lang="it-IT" dirty="0"/>
              <a:t>scelto quando non servirebbe</a:t>
            </a:r>
          </a:p>
          <a:p>
            <a:pPr lvl="1"/>
            <a:r>
              <a:rPr lang="it-IT" dirty="0"/>
              <a:t>Join sbagliati</a:t>
            </a:r>
          </a:p>
          <a:p>
            <a:pPr lvl="1"/>
            <a:r>
              <a:rPr lang="it-IT" dirty="0"/>
              <a:t>Memory </a:t>
            </a:r>
            <a:r>
              <a:rPr lang="it-IT" dirty="0" err="1"/>
              <a:t>grant</a:t>
            </a:r>
            <a:r>
              <a:rPr lang="it-IT" dirty="0"/>
              <a:t> errati</a:t>
            </a:r>
          </a:p>
          <a:p>
            <a:r>
              <a:rPr lang="it-IT" dirty="0"/>
              <a:t>Cause stima errata:</a:t>
            </a:r>
          </a:p>
          <a:p>
            <a:pPr lvl="1"/>
            <a:r>
              <a:rPr lang="it-IT" dirty="0"/>
              <a:t>Obsolescenza</a:t>
            </a:r>
          </a:p>
          <a:p>
            <a:pPr lvl="1"/>
            <a:r>
              <a:rPr lang="it-IT" dirty="0"/>
              <a:t>Colonne correlate stimate come indipendenti</a:t>
            </a:r>
          </a:p>
          <a:p>
            <a:pPr lvl="1"/>
            <a:r>
              <a:rPr lang="it-IT" dirty="0"/>
              <a:t>Predicati non </a:t>
            </a:r>
            <a:r>
              <a:rPr lang="it-IT" dirty="0" err="1"/>
              <a:t>sargable</a:t>
            </a:r>
            <a:endParaRPr lang="it-IT" dirty="0"/>
          </a:p>
          <a:p>
            <a:pPr lvl="1"/>
            <a:r>
              <a:rPr lang="it-IT" dirty="0" err="1"/>
              <a:t>Parameter</a:t>
            </a:r>
            <a:r>
              <a:rPr lang="it-IT" dirty="0"/>
              <a:t> sniffing</a:t>
            </a:r>
          </a:p>
          <a:p>
            <a:r>
              <a:rPr lang="it-IT" dirty="0"/>
              <a:t>Righe stimate vs effettive</a:t>
            </a:r>
          </a:p>
        </p:txBody>
      </p:sp>
    </p:spTree>
    <p:extLst>
      <p:ext uri="{BB962C8B-B14F-4D97-AF65-F5344CB8AC3E}">
        <p14:creationId xmlns:p14="http://schemas.microsoft.com/office/powerpoint/2010/main" val="3901028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E9076E-C233-A3A2-C6C4-4955081E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Errori comuni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CB302A9-20EF-1B50-99E7-3708DA3B511F}"/>
              </a:ext>
            </a:extLst>
          </p:cNvPr>
          <p:cNvSpPr/>
          <p:nvPr/>
        </p:nvSpPr>
        <p:spPr>
          <a:xfrm>
            <a:off x="262640" y="944702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1" descr="Avviso con riempimento a tinta unita">
            <a:extLst>
              <a:ext uri="{FF2B5EF4-FFF2-40B4-BE49-F238E27FC236}">
                <a16:creationId xmlns:a16="http://schemas.microsoft.com/office/drawing/2014/main" id="{443CDC09-ED48-6989-591C-EBD21E9278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8380" y="1150442"/>
            <a:ext cx="411480" cy="41148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C4454593-FC36-FCED-7804-DA31979AFF6B}"/>
              </a:ext>
            </a:extLst>
          </p:cNvPr>
          <p:cNvSpPr/>
          <p:nvPr/>
        </p:nvSpPr>
        <p:spPr>
          <a:xfrm>
            <a:off x="1222760" y="880694"/>
            <a:ext cx="2557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index </a:t>
            </a:r>
            <a:endParaRPr lang="en-US" sz="16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89FE3DB-2BCA-C20C-6E2D-FE9A12659768}"/>
              </a:ext>
            </a:extLst>
          </p:cNvPr>
          <p:cNvSpPr/>
          <p:nvPr/>
        </p:nvSpPr>
        <p:spPr>
          <a:xfrm>
            <a:off x="1222760" y="1292174"/>
            <a:ext cx="284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suggerimento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bene le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chiavi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scrittura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valutato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attentamente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3222374-02C1-1C2B-05F6-530C77615E1D}"/>
              </a:ext>
            </a:extLst>
          </p:cNvPr>
          <p:cNvSpPr/>
          <p:nvPr/>
        </p:nvSpPr>
        <p:spPr>
          <a:xfrm>
            <a:off x="262640" y="2480894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0115CD9-AE66-31DB-8FAA-EBD8858E0C29}"/>
              </a:ext>
            </a:extLst>
          </p:cNvPr>
          <p:cNvSpPr/>
          <p:nvPr/>
        </p:nvSpPr>
        <p:spPr>
          <a:xfrm>
            <a:off x="1222760" y="2416886"/>
            <a:ext cx="26334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ogni query</a:t>
            </a:r>
            <a:endParaRPr lang="en-US" sz="16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5F2BFA5-26A9-9816-C72F-7F203CFF1559}"/>
              </a:ext>
            </a:extLst>
          </p:cNvPr>
          <p:cNvSpPr/>
          <p:nvPr/>
        </p:nvSpPr>
        <p:spPr>
          <a:xfrm>
            <a:off x="1222760" y="2828366"/>
            <a:ext cx="284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diverse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condividono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spesso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 serve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DE840BE3-3967-AC55-E137-E86CFEBCE6D5}"/>
              </a:ext>
            </a:extLst>
          </p:cNvPr>
          <p:cNvSpPr/>
          <p:nvPr/>
        </p:nvSpPr>
        <p:spPr>
          <a:xfrm>
            <a:off x="5077742" y="944702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9050C49-83D1-9DFC-4F59-13132BE608F5}"/>
              </a:ext>
            </a:extLst>
          </p:cNvPr>
          <p:cNvSpPr/>
          <p:nvPr/>
        </p:nvSpPr>
        <p:spPr>
          <a:xfrm>
            <a:off x="6037862" y="880694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casual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chiavi</a:t>
            </a:r>
            <a:endParaRPr lang="en-US" sz="16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304409F-8AD0-F280-3ED7-17752719DDA8}"/>
              </a:ext>
            </a:extLst>
          </p:cNvPr>
          <p:cNvSpPr/>
          <p:nvPr/>
        </p:nvSpPr>
        <p:spPr>
          <a:xfrm>
            <a:off x="6037862" y="1292174"/>
            <a:ext cx="284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Mettere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range prima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dell’uguaglianza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annulla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seek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successive.</a:t>
            </a:r>
            <a:endParaRPr lang="en-US" sz="14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84330DC-BB6F-D731-681F-3029BB83A70E}"/>
              </a:ext>
            </a:extLst>
          </p:cNvPr>
          <p:cNvSpPr/>
          <p:nvPr/>
        </p:nvSpPr>
        <p:spPr>
          <a:xfrm>
            <a:off x="262640" y="3945666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5" descr="assets/icon_order.png">
            <a:extLst>
              <a:ext uri="{FF2B5EF4-FFF2-40B4-BE49-F238E27FC236}">
                <a16:creationId xmlns:a16="http://schemas.microsoft.com/office/drawing/2014/main" id="{FAB7F6C9-0C3F-3B81-2812-491170153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80" y="4151406"/>
            <a:ext cx="411480" cy="411480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950D9F19-01C9-BFDC-9246-CBA1A69F9F38}"/>
              </a:ext>
            </a:extLst>
          </p:cNvPr>
          <p:cNvSpPr/>
          <p:nvPr/>
        </p:nvSpPr>
        <p:spPr>
          <a:xfrm>
            <a:off x="1222760" y="3881658"/>
            <a:ext cx="2917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considerare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</a:t>
            </a:r>
            <a:endParaRPr lang="en-US" sz="165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5CD3F713-CC9D-EF78-5E63-35D61492A8E3}"/>
              </a:ext>
            </a:extLst>
          </p:cNvPr>
          <p:cNvSpPr/>
          <p:nvPr/>
        </p:nvSpPr>
        <p:spPr>
          <a:xfrm>
            <a:off x="1222760" y="4293138"/>
            <a:ext cx="284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stimate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effettive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divergono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l’indice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18FF8D25-63D7-7061-FA7B-E70B819330FF}"/>
              </a:ext>
            </a:extLst>
          </p:cNvPr>
          <p:cNvSpPr/>
          <p:nvPr/>
        </p:nvSpPr>
        <p:spPr>
          <a:xfrm>
            <a:off x="5077742" y="2480894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68FEA27F-5B27-60C6-E529-94F676CAF243}"/>
              </a:ext>
            </a:extLst>
          </p:cNvPr>
          <p:cNvSpPr/>
          <p:nvPr/>
        </p:nvSpPr>
        <p:spPr>
          <a:xfrm>
            <a:off x="6037862" y="2416886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INCLUDE</a:t>
            </a:r>
            <a:endParaRPr lang="en-US" sz="165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3E5D27F4-A87C-14A2-262D-C160D60FDC06}"/>
              </a:ext>
            </a:extLst>
          </p:cNvPr>
          <p:cNvSpPr/>
          <p:nvPr/>
        </p:nvSpPr>
        <p:spPr>
          <a:xfrm>
            <a:off x="6037862" y="2828366"/>
            <a:ext cx="29998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Gonfia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allunga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puntatore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migliorare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3" name="Image 3" descr="assets/icon_layers.png">
            <a:extLst>
              <a:ext uri="{FF2B5EF4-FFF2-40B4-BE49-F238E27FC236}">
                <a16:creationId xmlns:a16="http://schemas.microsoft.com/office/drawing/2014/main" id="{00616235-C98E-78EF-B7ED-D74B24184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4" y="2723768"/>
            <a:ext cx="347472" cy="347472"/>
          </a:xfrm>
          <a:prstGeom prst="rect">
            <a:avLst/>
          </a:prstGeom>
        </p:spPr>
      </p:pic>
      <p:pic>
        <p:nvPicPr>
          <p:cNvPr id="9" name="Image 2" descr="assets/icon_sort.png">
            <a:extLst>
              <a:ext uri="{FF2B5EF4-FFF2-40B4-BE49-F238E27FC236}">
                <a16:creationId xmlns:a16="http://schemas.microsoft.com/office/drawing/2014/main" id="{54B896DE-027A-7F9C-EA6D-046B0EC68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5486" y="1182446"/>
            <a:ext cx="347472" cy="347472"/>
          </a:xfrm>
          <a:prstGeom prst="rect">
            <a:avLst/>
          </a:prstGeom>
        </p:spPr>
      </p:pic>
      <p:pic>
        <p:nvPicPr>
          <p:cNvPr id="10" name="Image 4" descr="assets/icon_compress.png">
            <a:extLst>
              <a:ext uri="{FF2B5EF4-FFF2-40B4-BE49-F238E27FC236}">
                <a16:creationId xmlns:a16="http://schemas.microsoft.com/office/drawing/2014/main" id="{5D9B01B1-D780-2802-DEE4-CACFE2CF0A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403" y="2723936"/>
            <a:ext cx="347472" cy="347472"/>
          </a:xfrm>
          <a:prstGeom prst="rect">
            <a:avLst/>
          </a:prstGeom>
        </p:spPr>
      </p:pic>
      <p:sp>
        <p:nvSpPr>
          <p:cNvPr id="11" name="Shape 17">
            <a:extLst>
              <a:ext uri="{FF2B5EF4-FFF2-40B4-BE49-F238E27FC236}">
                <a16:creationId xmlns:a16="http://schemas.microsoft.com/office/drawing/2014/main" id="{A30E004C-D0E9-0137-28CB-A52527572EDE}"/>
              </a:ext>
            </a:extLst>
          </p:cNvPr>
          <p:cNvSpPr/>
          <p:nvPr/>
        </p:nvSpPr>
        <p:spPr>
          <a:xfrm>
            <a:off x="5112060" y="3931902"/>
            <a:ext cx="822960" cy="822960"/>
          </a:xfrm>
          <a:prstGeom prst="ellipse">
            <a:avLst/>
          </a:prstGeom>
          <a:solidFill>
            <a:srgbClr val="FBE9EB"/>
          </a:solidFill>
          <a:ln w="1587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CA267DEB-4163-3917-1040-318CC55FD66E}"/>
              </a:ext>
            </a:extLst>
          </p:cNvPr>
          <p:cNvSpPr/>
          <p:nvPr/>
        </p:nvSpPr>
        <p:spPr>
          <a:xfrm>
            <a:off x="6072180" y="3867894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r>
              <a:rPr lang="en-US" sz="165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b="1" dirty="0" err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rimuovere</a:t>
            </a:r>
            <a:endParaRPr lang="en-US" sz="165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212EA8B5-A9D5-673D-1C2A-E0371492ED63}"/>
              </a:ext>
            </a:extLst>
          </p:cNvPr>
          <p:cNvSpPr/>
          <p:nvPr/>
        </p:nvSpPr>
        <p:spPr>
          <a:xfrm>
            <a:off x="6072180" y="4279374"/>
            <a:ext cx="29998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indici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accumulano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senza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scrittura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solo.</a:t>
            </a:r>
            <a:endParaRPr lang="en-US" sz="1400" dirty="0"/>
          </a:p>
        </p:txBody>
      </p:sp>
      <p:pic>
        <p:nvPicPr>
          <p:cNvPr id="30" name="Image 4" descr="assets/icon_compress.png">
            <a:extLst>
              <a:ext uri="{FF2B5EF4-FFF2-40B4-BE49-F238E27FC236}">
                <a16:creationId xmlns:a16="http://schemas.microsoft.com/office/drawing/2014/main" id="{FC209729-4EA7-8AA8-35B6-6B376FEC6A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4721" y="4174944"/>
            <a:ext cx="347472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79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C74A-1A31-C852-0D5C-E8A97492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CBD7E99-DE0B-EA35-8511-7C7536792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Costi e manutenzione</a:t>
            </a:r>
          </a:p>
        </p:txBody>
      </p:sp>
    </p:spTree>
    <p:extLst>
      <p:ext uri="{BB962C8B-B14F-4D97-AF65-F5344CB8AC3E}">
        <p14:creationId xmlns:p14="http://schemas.microsoft.com/office/powerpoint/2010/main" val="873557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6046-228C-F07A-48B7-854C3DA1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042241-187C-50A5-1BAF-70DB6190F2AC}"/>
              </a:ext>
            </a:extLst>
          </p:cNvPr>
          <p:cNvSpPr/>
          <p:nvPr/>
        </p:nvSpPr>
        <p:spPr>
          <a:xfrm>
            <a:off x="253746" y="0"/>
            <a:ext cx="8661654" cy="89154"/>
          </a:xfrm>
          <a:prstGeom prst="rect">
            <a:avLst/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it-IT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B1D769-10D1-AEE6-FD8E-C3FF719EFD40}"/>
              </a:ext>
            </a:extLst>
          </p:cNvPr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DI UN INDICE</a:t>
            </a:r>
            <a:endParaRPr lang="en-US" sz="3200" dirty="0">
              <a:solidFill>
                <a:srgbClr val="C20E1A"/>
              </a:solidFill>
            </a:endParaRPr>
          </a:p>
        </p:txBody>
      </p:sp>
      <p:pic>
        <p:nvPicPr>
          <p:cNvPr id="4" name="Image 0" descr="assets/sistemi_dark.png">
            <a:extLst>
              <a:ext uri="{FF2B5EF4-FFF2-40B4-BE49-F238E27FC236}">
                <a16:creationId xmlns:a16="http://schemas.microsoft.com/office/drawing/2014/main" id="{DE3EC4C2-A3EE-14C3-7305-ED01F612D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4684014"/>
            <a:ext cx="768096" cy="288036"/>
          </a:xfrm>
          <a:prstGeom prst="rect">
            <a:avLst/>
          </a:prstGeom>
        </p:spPr>
      </p:pic>
      <p:graphicFrame>
        <p:nvGraphicFramePr>
          <p:cNvPr id="10" name="Segnaposto contenuto 4">
            <a:extLst>
              <a:ext uri="{FF2B5EF4-FFF2-40B4-BE49-F238E27FC236}">
                <a16:creationId xmlns:a16="http://schemas.microsoft.com/office/drawing/2014/main" id="{E11A7100-6038-52DE-683D-BB8691B7D1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4460680"/>
              </p:ext>
            </p:extLst>
          </p:nvPr>
        </p:nvGraphicFramePr>
        <p:xfrm>
          <a:off x="405534" y="922446"/>
          <a:ext cx="8125818" cy="3151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Rettangolo 4">
            <a:extLst>
              <a:ext uri="{FF2B5EF4-FFF2-40B4-BE49-F238E27FC236}">
                <a16:creationId xmlns:a16="http://schemas.microsoft.com/office/drawing/2014/main" id="{774ACBBD-C792-090C-1AF3-FD908DA35AAF}"/>
              </a:ext>
            </a:extLst>
          </p:cNvPr>
          <p:cNvSpPr/>
          <p:nvPr/>
        </p:nvSpPr>
        <p:spPr bwMode="auto">
          <a:xfrm>
            <a:off x="683568" y="4335946"/>
            <a:ext cx="7164796" cy="5400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          </a:t>
            </a:r>
            <a:r>
              <a:rPr lang="en-US" sz="2400" dirty="0"/>
              <a:t>Un </a:t>
            </a:r>
            <a:r>
              <a:rPr lang="en-US" sz="2400" dirty="0" err="1"/>
              <a:t>indice</a:t>
            </a:r>
            <a:r>
              <a:rPr lang="en-US" sz="2400" dirty="0"/>
              <a:t> non </a:t>
            </a:r>
            <a:r>
              <a:rPr lang="en-US" sz="2400" dirty="0" err="1"/>
              <a:t>usato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rimosso</a:t>
            </a:r>
            <a:r>
              <a:rPr lang="en-US" sz="2400" dirty="0"/>
              <a:t> per </a:t>
            </a:r>
            <a:r>
              <a:rPr lang="en-US" sz="2400" dirty="0" err="1"/>
              <a:t>ridurre</a:t>
            </a:r>
            <a:r>
              <a:rPr lang="en-US" sz="2400" dirty="0"/>
              <a:t> </a:t>
            </a:r>
            <a:r>
              <a:rPr lang="en-US" sz="2400" dirty="0" err="1"/>
              <a:t>costi</a:t>
            </a:r>
            <a:endParaRPr lang="it-IT" sz="2400" dirty="0"/>
          </a:p>
        </p:txBody>
      </p:sp>
      <p:pic>
        <p:nvPicPr>
          <p:cNvPr id="6" name="Elemento grafico 5" descr="Avviso con riempimento a tinta unita">
            <a:extLst>
              <a:ext uri="{FF2B5EF4-FFF2-40B4-BE49-F238E27FC236}">
                <a16:creationId xmlns:a16="http://schemas.microsoft.com/office/drawing/2014/main" id="{01CAE6DA-AC9E-E983-C4B4-56E331CFAB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6731" y="4335947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64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CEB3E2-2A3F-351C-4F81-304C9B6C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checklist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B67D8B25-D8A9-3A93-8ADC-C1EC97F25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163890"/>
              </p:ext>
            </p:extLst>
          </p:nvPr>
        </p:nvGraphicFramePr>
        <p:xfrm>
          <a:off x="467544" y="807555"/>
          <a:ext cx="8424936" cy="37804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5778">
                  <a:extLst>
                    <a:ext uri="{9D8B030D-6E8A-4147-A177-3AD203B41FA5}">
                      <a16:colId xmlns:a16="http://schemas.microsoft.com/office/drawing/2014/main" val="775866638"/>
                    </a:ext>
                  </a:extLst>
                </a:gridCol>
                <a:gridCol w="7459158">
                  <a:extLst>
                    <a:ext uri="{9D8B030D-6E8A-4147-A177-3AD203B41FA5}">
                      <a16:colId xmlns:a16="http://schemas.microsoft.com/office/drawing/2014/main" val="2377615157"/>
                    </a:ext>
                  </a:extLst>
                </a:gridCol>
              </a:tblGrid>
              <a:tr h="356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#</a:t>
                      </a:r>
                    </a:p>
                  </a:txBody>
                  <a:tcPr marL="72471" marR="72471" marT="36236" marB="36236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Domanda</a:t>
                      </a:r>
                    </a:p>
                  </a:txBody>
                  <a:tcPr marL="72471" marR="72471" marT="36236" marB="36236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714678"/>
                  </a:ext>
                </a:extLst>
              </a:tr>
              <a:tr h="38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 identificato le query che pesano davvero, per costo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prima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per lentezza?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693386679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chiave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clustered è stretta, crescente e stabile?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78474845"/>
                  </a:ext>
                </a:extLst>
              </a:tr>
              <a:tr h="38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 verificato la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selettività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delle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nell’indice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568214551"/>
                  </a:ext>
                </a:extLst>
              </a:tr>
              <a:tr h="364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Righe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stimate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vs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effettive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è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dell’indice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sono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le statistiche?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372481749"/>
                  </a:ext>
                </a:extLst>
              </a:tr>
              <a:tr h="38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Esiste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già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un indice da estendere invece di crearne uno nuovo?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153661363"/>
                  </a:ext>
                </a:extLst>
              </a:tr>
              <a:tr h="38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sono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coinvolte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indici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possono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essere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consolidate in uno?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467758707"/>
                  </a:ext>
                </a:extLst>
              </a:tr>
              <a:tr h="38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rapporto letture / scritture della tabella giustifica un indice in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62001824"/>
                  </a:ext>
                </a:extLst>
              </a:tr>
              <a:tr h="38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indici mai usati sono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rimossi</a:t>
                      </a: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527166500"/>
                  </a:ext>
                </a:extLst>
              </a:tr>
              <a:tr h="38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 misurato prima e dopo con piano di esecuzione e SET STATISTICS IO?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114341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467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4868F-A9C3-335D-C350-A31043B2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5B8786F-65F6-B080-E402-0ED9D2567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Prossima lezione</a:t>
            </a:r>
            <a:br>
              <a:rPr lang="it-IT" sz="3800" spc="0" dirty="0"/>
            </a:br>
            <a:r>
              <a:rPr lang="it-IT" sz="3800" spc="0" dirty="0"/>
              <a:t>vincoli</a:t>
            </a:r>
          </a:p>
        </p:txBody>
      </p:sp>
    </p:spTree>
    <p:extLst>
      <p:ext uri="{BB962C8B-B14F-4D97-AF65-F5344CB8AC3E}">
        <p14:creationId xmlns:p14="http://schemas.microsoft.com/office/powerpoint/2010/main" val="32767678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26729</TotalTime>
  <Words>3452</Words>
  <Application>Microsoft Office PowerPoint</Application>
  <PresentationFormat>Presentazione su schermo (16:9)</PresentationFormat>
  <Paragraphs>377</Paragraphs>
  <Slides>24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0" baseType="lpstr">
      <vt:lpstr>Arial</vt:lpstr>
      <vt:lpstr>Arial Narrow</vt:lpstr>
      <vt:lpstr>Calibri</vt:lpstr>
      <vt:lpstr>Courier New</vt:lpstr>
      <vt:lpstr>Wingdings</vt:lpstr>
      <vt:lpstr>Sistemi</vt:lpstr>
      <vt:lpstr>Presentazione standard di PowerPoint</vt:lpstr>
      <vt:lpstr>agenda</vt:lpstr>
      <vt:lpstr>Fondamenti dell’indice</vt:lpstr>
      <vt:lpstr>A cosa serve un indice</vt:lpstr>
      <vt:lpstr>B-tree</vt:lpstr>
      <vt:lpstr>Heap vs tabella indicizzata</vt:lpstr>
      <vt:lpstr>Clustered e non clustered</vt:lpstr>
      <vt:lpstr>Indice clustered</vt:lpstr>
      <vt:lpstr>Indice non clustered</vt:lpstr>
      <vt:lpstr>Key lookup e covering index</vt:lpstr>
      <vt:lpstr>Presentazione standard di PowerPoint</vt:lpstr>
      <vt:lpstr>INCLUDED COLUMNS E INDICI FILTRATI</vt:lpstr>
      <vt:lpstr>Included columns</vt:lpstr>
      <vt:lpstr>INDICI FILTRATI</vt:lpstr>
      <vt:lpstr>Strategia di scelta dell’indice</vt:lpstr>
      <vt:lpstr>Presentazione standard di PowerPoint</vt:lpstr>
      <vt:lpstr>Presentazione standard di PowerPoint</vt:lpstr>
      <vt:lpstr>Presentazione standard di PowerPoint</vt:lpstr>
      <vt:lpstr>statistiche</vt:lpstr>
      <vt:lpstr>Errori comuni</vt:lpstr>
      <vt:lpstr>Costi e manutenzione</vt:lpstr>
      <vt:lpstr>Presentazione standard di PowerPoint</vt:lpstr>
      <vt:lpstr>checklist</vt:lpstr>
      <vt:lpstr>Prossima lezione vincoli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2026-10-08T15:00:49Z</dcterms:modified>
</cp:coreProperties>
</file>