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7.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notesMasterIdLst>
    <p:notesMasterId r:id="rId27"/>
  </p:notesMasterIdLst>
  <p:handoutMasterIdLst>
    <p:handoutMasterId r:id="rId28"/>
  </p:handoutMasterIdLst>
  <p:sldIdLst>
    <p:sldId id="398" r:id="rId2"/>
    <p:sldId id="418" r:id="rId3"/>
    <p:sldId id="397" r:id="rId4"/>
    <p:sldId id="406" r:id="rId5"/>
    <p:sldId id="431" r:id="rId6"/>
    <p:sldId id="434" r:id="rId7"/>
    <p:sldId id="419" r:id="rId8"/>
    <p:sldId id="432" r:id="rId9"/>
    <p:sldId id="433" r:id="rId10"/>
    <p:sldId id="435" r:id="rId11"/>
    <p:sldId id="436" r:id="rId12"/>
    <p:sldId id="437" r:id="rId13"/>
    <p:sldId id="267" r:id="rId14"/>
    <p:sldId id="425" r:id="rId15"/>
    <p:sldId id="438" r:id="rId16"/>
    <p:sldId id="439" r:id="rId17"/>
    <p:sldId id="440" r:id="rId18"/>
    <p:sldId id="422" r:id="rId19"/>
    <p:sldId id="441" r:id="rId20"/>
    <p:sldId id="423" r:id="rId21"/>
    <p:sldId id="270" r:id="rId22"/>
    <p:sldId id="442" r:id="rId23"/>
    <p:sldId id="424" r:id="rId24"/>
    <p:sldId id="430" r:id="rId25"/>
    <p:sldId id="417" r:id="rId26"/>
  </p:sldIdLst>
  <p:sldSz cx="9144000" cy="5143500" type="screen16x9"/>
  <p:notesSz cx="6797675" cy="9928225"/>
  <p:custDataLst>
    <p:tags r:id="rId29"/>
  </p:custData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86">
          <p15:clr>
            <a:srgbClr val="A4A3A4"/>
          </p15:clr>
        </p15:guide>
        <p15:guide id="2" pos="2880">
          <p15:clr>
            <a:srgbClr val="A4A3A4"/>
          </p15:clr>
        </p15:guide>
        <p15:guide id="3" orient="horz" pos="515">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andi Enrico" initials="EE" lastIdx="3" clrIdx="0"/>
  <p:cmAuthor id="2" name="Eandi Francesco" initials="EF" lastIdx="1" clrIdx="1"/>
  <p:cmAuthor id="3" name="Rosso Valter" initials="RV"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1E7E8"/>
    <a:srgbClr val="E3CCCD"/>
    <a:srgbClr val="C20E1A"/>
    <a:srgbClr val="231D1B"/>
    <a:srgbClr val="E51420"/>
    <a:srgbClr val="E30613"/>
    <a:srgbClr val="C8473A"/>
    <a:srgbClr val="FFFFCC"/>
    <a:srgbClr val="8C8C8C"/>
    <a:srgbClr val="AC1A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FC4F69-18DC-4AF4-A8C3-AE0D73390F30}" v="32" dt="2026-10-07T08:44:33.728"/>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ssuno stile, griglia tabel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Stile medio 2 - Color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Stile medio 2 - Color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2DE63D5-997A-4646-A377-4702673A728D}" styleName="Stile chiaro 2 - Colore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D5ABB26-0587-4C30-8999-92F81FD0307C}" styleName="Nessuno stile, nessuna grigli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Stile medio 2 - Color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Stile medio 3 - Colore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8A107856-5554-42FB-B03E-39F5DBC370BA}" styleName="Stile medio 4 - Colore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B301B821-A1FF-4177-AEE7-76D212191A09}" styleName="Stile medio 1 - Colore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Stile chiaro 1 - Colore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84E427A-3D55-4303-BF80-6455036E1DE7}" styleName="Stile con tema 1 - Colore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91" autoAdjust="0"/>
    <p:restoredTop sz="78087" autoAdjust="0"/>
  </p:normalViewPr>
  <p:slideViewPr>
    <p:cSldViewPr showGuides="1">
      <p:cViewPr varScale="1">
        <p:scale>
          <a:sx n="109" d="100"/>
          <a:sy n="109" d="100"/>
        </p:scale>
        <p:origin x="1842" y="102"/>
      </p:cViewPr>
      <p:guideLst>
        <p:guide orient="horz" pos="686"/>
        <p:guide pos="2880"/>
        <p:guide orient="horz" pos="515"/>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notesViewPr>
    <p:cSldViewPr>
      <p:cViewPr varScale="1">
        <p:scale>
          <a:sx n="99" d="100"/>
          <a:sy n="99" d="100"/>
        </p:scale>
        <p:origin x="-2580" y="-96"/>
      </p:cViewPr>
      <p:guideLst>
        <p:guide orient="horz" pos="3127"/>
        <p:guide pos="2141"/>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commentAuthors" Target="commentAuthors.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rzio Luca" userId="62ead766-6eaf-4057-bb25-25909a8c13e9" providerId="ADAL" clId="{3FA68CEF-BA90-4830-B164-02BEB71A7E1D}"/>
    <pc:docChg chg="undo redo custSel addSld delSld modSld sldOrd modNotesMaster modHandout">
      <pc:chgData name="Murzio Luca" userId="62ead766-6eaf-4057-bb25-25909a8c13e9" providerId="ADAL" clId="{3FA68CEF-BA90-4830-B164-02BEB71A7E1D}" dt="2026-10-07T14:10:48.803" v="30253" actId="478"/>
      <pc:docMkLst>
        <pc:docMk/>
      </pc:docMkLst>
      <pc:sldChg chg="delSp modSp add mod">
        <pc:chgData name="Murzio Luca" userId="62ead766-6eaf-4057-bb25-25909a8c13e9" providerId="ADAL" clId="{3FA68CEF-BA90-4830-B164-02BEB71A7E1D}" dt="2026-10-07T12:41:19.992" v="30249" actId="478"/>
        <pc:sldMkLst>
          <pc:docMk/>
          <pc:sldMk cId="0" sldId="267"/>
        </pc:sldMkLst>
        <pc:spChg chg="mod">
          <ac:chgData name="Murzio Luca" userId="62ead766-6eaf-4057-bb25-25909a8c13e9" providerId="ADAL" clId="{3FA68CEF-BA90-4830-B164-02BEB71A7E1D}" dt="2026-09-28T08:09:41.946" v="25133" actId="5793"/>
          <ac:spMkLst>
            <pc:docMk/>
            <pc:sldMk cId="0" sldId="267"/>
            <ac:spMk id="5" creationId="{00000000-0000-0000-0000-000000000000}"/>
          </ac:spMkLst>
        </pc:spChg>
        <pc:picChg chg="del">
          <ac:chgData name="Murzio Luca" userId="62ead766-6eaf-4057-bb25-25909a8c13e9" providerId="ADAL" clId="{3FA68CEF-BA90-4830-B164-02BEB71A7E1D}" dt="2026-10-07T12:41:19.992" v="30249" actId="478"/>
          <ac:picMkLst>
            <pc:docMk/>
            <pc:sldMk cId="0" sldId="267"/>
            <ac:picMk id="4" creationId="{00000000-0000-0000-0000-000000000000}"/>
          </ac:picMkLst>
        </pc:picChg>
      </pc:sldChg>
      <pc:sldChg chg="addSp delSp modSp add mod modNotesTx">
        <pc:chgData name="Murzio Luca" userId="62ead766-6eaf-4057-bb25-25909a8c13e9" providerId="ADAL" clId="{3FA68CEF-BA90-4830-B164-02BEB71A7E1D}" dt="2026-10-07T14:10:48.803" v="30253" actId="478"/>
        <pc:sldMkLst>
          <pc:docMk/>
          <pc:sldMk cId="0" sldId="270"/>
        </pc:sldMkLst>
        <pc:spChg chg="add mod">
          <ac:chgData name="Murzio Luca" userId="62ead766-6eaf-4057-bb25-25909a8c13e9" providerId="ADAL" clId="{3FA68CEF-BA90-4830-B164-02BEB71A7E1D}" dt="2026-09-29T08:38:50.075" v="29269" actId="207"/>
          <ac:spMkLst>
            <pc:docMk/>
            <pc:sldMk cId="0" sldId="270"/>
            <ac:spMk id="5" creationId="{E8156502-CF79-20CA-6207-F0FB60123A4D}"/>
          </ac:spMkLst>
        </pc:spChg>
        <pc:spChg chg="add mod">
          <ac:chgData name="Murzio Luca" userId="62ead766-6eaf-4057-bb25-25909a8c13e9" providerId="ADAL" clId="{3FA68CEF-BA90-4830-B164-02BEB71A7E1D}" dt="2026-09-29T08:27:04.046" v="29200" actId="20577"/>
          <ac:spMkLst>
            <pc:docMk/>
            <pc:sldMk cId="0" sldId="270"/>
            <ac:spMk id="6" creationId="{8055B1C0-F6CF-0E62-B845-C09ADA044892}"/>
          </ac:spMkLst>
        </pc:spChg>
        <pc:spChg chg="add mod">
          <ac:chgData name="Murzio Luca" userId="62ead766-6eaf-4057-bb25-25909a8c13e9" providerId="ADAL" clId="{3FA68CEF-BA90-4830-B164-02BEB71A7E1D}" dt="2026-10-01T14:58:26.846" v="29702" actId="207"/>
          <ac:spMkLst>
            <pc:docMk/>
            <pc:sldMk cId="0" sldId="270"/>
            <ac:spMk id="7" creationId="{031D052A-18F8-0255-BEBA-6F0BEBD8CBCF}"/>
          </ac:spMkLst>
        </pc:spChg>
        <pc:spChg chg="add mod">
          <ac:chgData name="Murzio Luca" userId="62ead766-6eaf-4057-bb25-25909a8c13e9" providerId="ADAL" clId="{3FA68CEF-BA90-4830-B164-02BEB71A7E1D}" dt="2026-09-29T08:40:45.695" v="29408" actId="20577"/>
          <ac:spMkLst>
            <pc:docMk/>
            <pc:sldMk cId="0" sldId="270"/>
            <ac:spMk id="8" creationId="{49A96B06-2DBD-7799-83B8-299327F8C3A7}"/>
          </ac:spMkLst>
        </pc:spChg>
        <pc:graphicFrameChg chg="mod modGraphic">
          <ac:chgData name="Murzio Luca" userId="62ead766-6eaf-4057-bb25-25909a8c13e9" providerId="ADAL" clId="{3FA68CEF-BA90-4830-B164-02BEB71A7E1D}" dt="2026-09-29T08:38:38.671" v="29267" actId="1076"/>
          <ac:graphicFrameMkLst>
            <pc:docMk/>
            <pc:sldMk cId="0" sldId="270"/>
            <ac:graphicFrameMk id="16" creationId="{00000000-0000-0000-0000-000000000000}"/>
          </ac:graphicFrameMkLst>
        </pc:graphicFrameChg>
        <pc:picChg chg="del">
          <ac:chgData name="Murzio Luca" userId="62ead766-6eaf-4057-bb25-25909a8c13e9" providerId="ADAL" clId="{3FA68CEF-BA90-4830-B164-02BEB71A7E1D}" dt="2026-10-07T14:10:48.803" v="30253" actId="478"/>
          <ac:picMkLst>
            <pc:docMk/>
            <pc:sldMk cId="0" sldId="270"/>
            <ac:picMk id="4" creationId="{00000000-0000-0000-0000-000000000000}"/>
          </ac:picMkLst>
        </pc:picChg>
      </pc:sldChg>
      <pc:sldChg chg="modSp mod modNotesTx">
        <pc:chgData name="Murzio Luca" userId="62ead766-6eaf-4057-bb25-25909a8c13e9" providerId="ADAL" clId="{3FA68CEF-BA90-4830-B164-02BEB71A7E1D}" dt="2026-09-23T14:43:28.665" v="15998" actId="20577"/>
        <pc:sldMkLst>
          <pc:docMk/>
          <pc:sldMk cId="2760470487" sldId="397"/>
        </pc:sldMkLst>
        <pc:spChg chg="mod">
          <ac:chgData name="Murzio Luca" userId="62ead766-6eaf-4057-bb25-25909a8c13e9" providerId="ADAL" clId="{3FA68CEF-BA90-4830-B164-02BEB71A7E1D}" dt="2026-09-23T14:42:50.329" v="15984" actId="20577"/>
          <ac:spMkLst>
            <pc:docMk/>
            <pc:sldMk cId="2760470487" sldId="397"/>
            <ac:spMk id="4" creationId="{A880B918-0CF5-735A-BA31-CEE0BB487251}"/>
          </ac:spMkLst>
        </pc:spChg>
      </pc:sldChg>
      <pc:sldChg chg="addSp delSp modSp mod setBg modNotesTx">
        <pc:chgData name="Murzio Luca" userId="62ead766-6eaf-4057-bb25-25909a8c13e9" providerId="ADAL" clId="{3FA68CEF-BA90-4830-B164-02BEB71A7E1D}" dt="2026-09-23T13:37:43.199" v="15614" actId="20577"/>
        <pc:sldMkLst>
          <pc:docMk/>
          <pc:sldMk cId="2453220132" sldId="398"/>
        </pc:sldMkLst>
        <pc:spChg chg="mod">
          <ac:chgData name="Murzio Luca" userId="62ead766-6eaf-4057-bb25-25909a8c13e9" providerId="ADAL" clId="{3FA68CEF-BA90-4830-B164-02BEB71A7E1D}" dt="2026-09-23T13:35:19.864" v="15263" actId="20577"/>
          <ac:spMkLst>
            <pc:docMk/>
            <pc:sldMk cId="2453220132" sldId="398"/>
            <ac:spMk id="7" creationId="{202B71B1-14B4-3B1A-B56D-A2CE7F9978E6}"/>
          </ac:spMkLst>
        </pc:spChg>
        <pc:spChg chg="mod">
          <ac:chgData name="Murzio Luca" userId="62ead766-6eaf-4057-bb25-25909a8c13e9" providerId="ADAL" clId="{3FA68CEF-BA90-4830-B164-02BEB71A7E1D}" dt="2026-09-23T13:36:31.080" v="15345" actId="20577"/>
          <ac:spMkLst>
            <pc:docMk/>
            <pc:sldMk cId="2453220132" sldId="398"/>
            <ac:spMk id="8" creationId="{914F1CCD-6988-40EB-8723-4DA122189198}"/>
          </ac:spMkLst>
        </pc:spChg>
      </pc:sldChg>
      <pc:sldChg chg="addSp delSp modSp mod modNotes modNotesTx">
        <pc:chgData name="Murzio Luca" userId="62ead766-6eaf-4057-bb25-25909a8c13e9" providerId="ADAL" clId="{3FA68CEF-BA90-4830-B164-02BEB71A7E1D}" dt="2026-09-25T07:56:02.977" v="19537" actId="27636"/>
        <pc:sldMkLst>
          <pc:docMk/>
          <pc:sldMk cId="57708598" sldId="406"/>
        </pc:sldMkLst>
        <pc:spChg chg="mod">
          <ac:chgData name="Murzio Luca" userId="62ead766-6eaf-4057-bb25-25909a8c13e9" providerId="ADAL" clId="{3FA68CEF-BA90-4830-B164-02BEB71A7E1D}" dt="2026-09-23T14:44:05.841" v="16033" actId="20577"/>
          <ac:spMkLst>
            <pc:docMk/>
            <pc:sldMk cId="57708598" sldId="406"/>
            <ac:spMk id="2" creationId="{49AC77C5-FFE7-8703-2B0B-FB0D072A6E6F}"/>
          </ac:spMkLst>
        </pc:spChg>
        <pc:spChg chg="add mod ord">
          <ac:chgData name="Murzio Luca" userId="62ead766-6eaf-4057-bb25-25909a8c13e9" providerId="ADAL" clId="{3FA68CEF-BA90-4830-B164-02BEB71A7E1D}" dt="2026-09-24T09:01:46.836" v="16159" actId="2711"/>
          <ac:spMkLst>
            <pc:docMk/>
            <pc:sldMk cId="57708598" sldId="406"/>
            <ac:spMk id="13" creationId="{A020B8B2-A862-5796-AEC1-964788515414}"/>
          </ac:spMkLst>
        </pc:spChg>
        <pc:spChg chg="add mod">
          <ac:chgData name="Murzio Luca" userId="62ead766-6eaf-4057-bb25-25909a8c13e9" providerId="ADAL" clId="{3FA68CEF-BA90-4830-B164-02BEB71A7E1D}" dt="2026-09-24T08:59:10.128" v="16128" actId="2085"/>
          <ac:spMkLst>
            <pc:docMk/>
            <pc:sldMk cId="57708598" sldId="406"/>
            <ac:spMk id="14" creationId="{55FCE3C6-8943-2022-64C2-EB09E42AA33E}"/>
          </ac:spMkLst>
        </pc:spChg>
        <pc:picChg chg="add mod">
          <ac:chgData name="Murzio Luca" userId="62ead766-6eaf-4057-bb25-25909a8c13e9" providerId="ADAL" clId="{3FA68CEF-BA90-4830-B164-02BEB71A7E1D}" dt="2026-09-24T08:57:42.282" v="16118" actId="1076"/>
          <ac:picMkLst>
            <pc:docMk/>
            <pc:sldMk cId="57708598" sldId="406"/>
            <ac:picMk id="1034" creationId="{DA813D43-4CF2-FD76-CF90-ABD448E4CF31}"/>
          </ac:picMkLst>
        </pc:picChg>
      </pc:sldChg>
      <pc:sldChg chg="modSp mod">
        <pc:chgData name="Murzio Luca" userId="62ead766-6eaf-4057-bb25-25909a8c13e9" providerId="ADAL" clId="{3FA68CEF-BA90-4830-B164-02BEB71A7E1D}" dt="2026-09-29T09:08:50.872" v="29698" actId="6549"/>
        <pc:sldMkLst>
          <pc:docMk/>
          <pc:sldMk cId="3463856726" sldId="417"/>
        </pc:sldMkLst>
        <pc:spChg chg="mod">
          <ac:chgData name="Murzio Luca" userId="62ead766-6eaf-4057-bb25-25909a8c13e9" providerId="ADAL" clId="{3FA68CEF-BA90-4830-B164-02BEB71A7E1D}" dt="2026-09-29T09:08:50.872" v="29698" actId="6549"/>
          <ac:spMkLst>
            <pc:docMk/>
            <pc:sldMk cId="3463856726" sldId="417"/>
            <ac:spMk id="4" creationId="{16FA2CE1-A017-53FC-3E8E-1CCC0708EAA5}"/>
          </ac:spMkLst>
        </pc:spChg>
      </pc:sldChg>
      <pc:sldChg chg="modSp mod">
        <pc:chgData name="Murzio Luca" userId="62ead766-6eaf-4057-bb25-25909a8c13e9" providerId="ADAL" clId="{3FA68CEF-BA90-4830-B164-02BEB71A7E1D}" dt="2026-09-29T08:51:27.121" v="29623" actId="20577"/>
        <pc:sldMkLst>
          <pc:docMk/>
          <pc:sldMk cId="3540166546" sldId="418"/>
        </pc:sldMkLst>
        <pc:graphicFrameChg chg="mod modGraphic">
          <ac:chgData name="Murzio Luca" userId="62ead766-6eaf-4057-bb25-25909a8c13e9" providerId="ADAL" clId="{3FA68CEF-BA90-4830-B164-02BEB71A7E1D}" dt="2026-09-29T08:51:27.121" v="29623" actId="20577"/>
          <ac:graphicFrameMkLst>
            <pc:docMk/>
            <pc:sldMk cId="3540166546" sldId="418"/>
            <ac:graphicFrameMk id="5" creationId="{6BFF772B-8A15-9994-B0EE-F4836F067C6E}"/>
          </ac:graphicFrameMkLst>
        </pc:graphicFrameChg>
      </pc:sldChg>
      <pc:sldChg chg="addSp delSp modSp mod modNotesTx">
        <pc:chgData name="Murzio Luca" userId="62ead766-6eaf-4057-bb25-25909a8c13e9" providerId="ADAL" clId="{3FA68CEF-BA90-4830-B164-02BEB71A7E1D}" dt="2026-10-05T15:11:40.654" v="29726" actId="20577"/>
        <pc:sldMkLst>
          <pc:docMk/>
          <pc:sldMk cId="3860293861" sldId="419"/>
        </pc:sldMkLst>
        <pc:spChg chg="mod">
          <ac:chgData name="Murzio Luca" userId="62ead766-6eaf-4057-bb25-25909a8c13e9" providerId="ADAL" clId="{3FA68CEF-BA90-4830-B164-02BEB71A7E1D}" dt="2026-09-24T12:57:06.304" v="17857" actId="20577"/>
          <ac:spMkLst>
            <pc:docMk/>
            <pc:sldMk cId="3860293861" sldId="419"/>
            <ac:spMk id="2" creationId="{8780E7EC-E67B-1939-B439-F16DCFFE0ABF}"/>
          </ac:spMkLst>
        </pc:spChg>
        <pc:spChg chg="add mod">
          <ac:chgData name="Murzio Luca" userId="62ead766-6eaf-4057-bb25-25909a8c13e9" providerId="ADAL" clId="{3FA68CEF-BA90-4830-B164-02BEB71A7E1D}" dt="2026-09-25T13:54:10.368" v="22957" actId="20577"/>
          <ac:spMkLst>
            <pc:docMk/>
            <pc:sldMk cId="3860293861" sldId="419"/>
            <ac:spMk id="4" creationId="{1BCA2BBA-4007-E0F3-4A73-E1211AC11733}"/>
          </ac:spMkLst>
        </pc:spChg>
        <pc:spChg chg="add mod">
          <ac:chgData name="Murzio Luca" userId="62ead766-6eaf-4057-bb25-25909a8c13e9" providerId="ADAL" clId="{3FA68CEF-BA90-4830-B164-02BEB71A7E1D}" dt="2026-09-24T13:06:09.344" v="18128" actId="122"/>
          <ac:spMkLst>
            <pc:docMk/>
            <pc:sldMk cId="3860293861" sldId="419"/>
            <ac:spMk id="13" creationId="{F060660C-99F2-B934-2D99-F035FFE4858F}"/>
          </ac:spMkLst>
        </pc:spChg>
        <pc:spChg chg="add mod ord">
          <ac:chgData name="Murzio Luca" userId="62ead766-6eaf-4057-bb25-25909a8c13e9" providerId="ADAL" clId="{3FA68CEF-BA90-4830-B164-02BEB71A7E1D}" dt="2026-09-24T14:09:19.584" v="18736" actId="166"/>
          <ac:spMkLst>
            <pc:docMk/>
            <pc:sldMk cId="3860293861" sldId="419"/>
            <ac:spMk id="14" creationId="{5E65C246-9272-E1B9-8856-9FB5D982A1E9}"/>
          </ac:spMkLst>
        </pc:spChg>
        <pc:spChg chg="add mod">
          <ac:chgData name="Murzio Luca" userId="62ead766-6eaf-4057-bb25-25909a8c13e9" providerId="ADAL" clId="{3FA68CEF-BA90-4830-B164-02BEB71A7E1D}" dt="2026-09-25T13:53:22.072" v="22867" actId="1076"/>
          <ac:spMkLst>
            <pc:docMk/>
            <pc:sldMk cId="3860293861" sldId="419"/>
            <ac:spMk id="20" creationId="{E92C0200-8E68-03CB-88CF-4739B64B9FE6}"/>
          </ac:spMkLst>
        </pc:spChg>
        <pc:graphicFrameChg chg="add mod modGraphic">
          <ac:chgData name="Murzio Luca" userId="62ead766-6eaf-4057-bb25-25909a8c13e9" providerId="ADAL" clId="{3FA68CEF-BA90-4830-B164-02BEB71A7E1D}" dt="2026-09-25T13:44:08.638" v="22651" actId="14100"/>
          <ac:graphicFrameMkLst>
            <pc:docMk/>
            <pc:sldMk cId="3860293861" sldId="419"/>
            <ac:graphicFrameMk id="3" creationId="{5E8F2F2E-AA79-D3F7-2D91-7DEBCB2247D2}"/>
          </ac:graphicFrameMkLst>
        </pc:graphicFrameChg>
        <pc:graphicFrameChg chg="add mod modGraphic">
          <ac:chgData name="Murzio Luca" userId="62ead766-6eaf-4057-bb25-25909a8c13e9" providerId="ADAL" clId="{3FA68CEF-BA90-4830-B164-02BEB71A7E1D}" dt="2026-09-25T08:29:04.608" v="20407" actId="20577"/>
          <ac:graphicFrameMkLst>
            <pc:docMk/>
            <pc:sldMk cId="3860293861" sldId="419"/>
            <ac:graphicFrameMk id="8" creationId="{52877052-2C5D-6E41-63EB-CEB6D268C6F7}"/>
          </ac:graphicFrameMkLst>
        </pc:graphicFrameChg>
        <pc:graphicFrameChg chg="add mod modGraphic">
          <ac:chgData name="Murzio Luca" userId="62ead766-6eaf-4057-bb25-25909a8c13e9" providerId="ADAL" clId="{3FA68CEF-BA90-4830-B164-02BEB71A7E1D}" dt="2026-09-25T13:53:18.696" v="22864" actId="14100"/>
          <ac:graphicFrameMkLst>
            <pc:docMk/>
            <pc:sldMk cId="3860293861" sldId="419"/>
            <ac:graphicFrameMk id="19" creationId="{FF5D1481-CFF3-AD9F-E1B7-F278215A91B7}"/>
          </ac:graphicFrameMkLst>
        </pc:graphicFrameChg>
        <pc:picChg chg="add mod">
          <ac:chgData name="Murzio Luca" userId="62ead766-6eaf-4057-bb25-25909a8c13e9" providerId="ADAL" clId="{3FA68CEF-BA90-4830-B164-02BEB71A7E1D}" dt="2026-09-24T14:41:47.573" v="19055" actId="1037"/>
          <ac:picMkLst>
            <pc:docMk/>
            <pc:sldMk cId="3860293861" sldId="419"/>
            <ac:picMk id="9" creationId="{0DA36CDB-3C0B-8716-63D0-52031696CA7B}"/>
          </ac:picMkLst>
        </pc:picChg>
        <pc:cxnChg chg="add mod">
          <ac:chgData name="Murzio Luca" userId="62ead766-6eaf-4057-bb25-25909a8c13e9" providerId="ADAL" clId="{3FA68CEF-BA90-4830-B164-02BEB71A7E1D}" dt="2026-09-24T13:05:43.227" v="18122" actId="1076"/>
          <ac:cxnSpMkLst>
            <pc:docMk/>
            <pc:sldMk cId="3860293861" sldId="419"/>
            <ac:cxnSpMk id="11" creationId="{38FE7904-04D3-30C1-F73B-7BE90AC46B08}"/>
          </ac:cxnSpMkLst>
        </pc:cxnChg>
      </pc:sldChg>
      <pc:sldChg chg="modSp mod">
        <pc:chgData name="Murzio Luca" userId="62ead766-6eaf-4057-bb25-25909a8c13e9" providerId="ADAL" clId="{3FA68CEF-BA90-4830-B164-02BEB71A7E1D}" dt="2026-09-28T12:50:21.283" v="26465" actId="20577"/>
        <pc:sldMkLst>
          <pc:docMk/>
          <pc:sldMk cId="1208992724" sldId="422"/>
        </pc:sldMkLst>
        <pc:spChg chg="mod">
          <ac:chgData name="Murzio Luca" userId="62ead766-6eaf-4057-bb25-25909a8c13e9" providerId="ADAL" clId="{3FA68CEF-BA90-4830-B164-02BEB71A7E1D}" dt="2026-09-28T12:50:21.283" v="26465" actId="20577"/>
          <ac:spMkLst>
            <pc:docMk/>
            <pc:sldMk cId="1208992724" sldId="422"/>
            <ac:spMk id="4" creationId="{912C24E0-0E03-A3AB-2267-3B8E62D1A342}"/>
          </ac:spMkLst>
        </pc:spChg>
      </pc:sldChg>
      <pc:sldChg chg="addSp delSp modSp mod modNotesTx">
        <pc:chgData name="Murzio Luca" userId="62ead766-6eaf-4057-bb25-25909a8c13e9" providerId="ADAL" clId="{3FA68CEF-BA90-4830-B164-02BEB71A7E1D}" dt="2026-10-05T15:30:54.882" v="30193" actId="20577"/>
        <pc:sldMkLst>
          <pc:docMk/>
          <pc:sldMk cId="958445748" sldId="423"/>
        </pc:sldMkLst>
        <pc:spChg chg="mod">
          <ac:chgData name="Murzio Luca" userId="62ead766-6eaf-4057-bb25-25909a8c13e9" providerId="ADAL" clId="{3FA68CEF-BA90-4830-B164-02BEB71A7E1D}" dt="2026-09-28T13:06:41.505" v="27068" actId="20577"/>
          <ac:spMkLst>
            <pc:docMk/>
            <pc:sldMk cId="958445748" sldId="423"/>
            <ac:spMk id="2" creationId="{D75E04CC-E354-AB7C-512F-756B30F75D05}"/>
          </ac:spMkLst>
        </pc:spChg>
        <pc:spChg chg="add mod">
          <ac:chgData name="Murzio Luca" userId="62ead766-6eaf-4057-bb25-25909a8c13e9" providerId="ADAL" clId="{3FA68CEF-BA90-4830-B164-02BEB71A7E1D}" dt="2026-09-28T13:16:05.912" v="27285" actId="1076"/>
          <ac:spMkLst>
            <pc:docMk/>
            <pc:sldMk cId="958445748" sldId="423"/>
            <ac:spMk id="4" creationId="{53899315-835A-A378-E49B-D4213CB0844A}"/>
          </ac:spMkLst>
        </pc:spChg>
        <pc:spChg chg="add mod">
          <ac:chgData name="Murzio Luca" userId="62ead766-6eaf-4057-bb25-25909a8c13e9" providerId="ADAL" clId="{3FA68CEF-BA90-4830-B164-02BEB71A7E1D}" dt="2026-09-28T13:15:58.591" v="27284" actId="1076"/>
          <ac:spMkLst>
            <pc:docMk/>
            <pc:sldMk cId="958445748" sldId="423"/>
            <ac:spMk id="5" creationId="{188E4DDE-7ED5-34DB-B97F-6491DD99B47B}"/>
          </ac:spMkLst>
        </pc:spChg>
        <pc:spChg chg="add mod">
          <ac:chgData name="Murzio Luca" userId="62ead766-6eaf-4057-bb25-25909a8c13e9" providerId="ADAL" clId="{3FA68CEF-BA90-4830-B164-02BEB71A7E1D}" dt="2026-10-05T15:27:11.416" v="30025" actId="20577"/>
          <ac:spMkLst>
            <pc:docMk/>
            <pc:sldMk cId="958445748" sldId="423"/>
            <ac:spMk id="9" creationId="{AB999493-110C-50BB-E113-F7407952FA7B}"/>
          </ac:spMkLst>
        </pc:spChg>
        <pc:spChg chg="add mod">
          <ac:chgData name="Murzio Luca" userId="62ead766-6eaf-4057-bb25-25909a8c13e9" providerId="ADAL" clId="{3FA68CEF-BA90-4830-B164-02BEB71A7E1D}" dt="2026-10-05T15:27:59.363" v="30060" actId="6549"/>
          <ac:spMkLst>
            <pc:docMk/>
            <pc:sldMk cId="958445748" sldId="423"/>
            <ac:spMk id="11" creationId="{569C430F-FA3C-8025-32CF-32E59B910AAD}"/>
          </ac:spMkLst>
        </pc:spChg>
        <pc:picChg chg="add mod">
          <ac:chgData name="Murzio Luca" userId="62ead766-6eaf-4057-bb25-25909a8c13e9" providerId="ADAL" clId="{3FA68CEF-BA90-4830-B164-02BEB71A7E1D}" dt="2026-09-28T13:13:31.391" v="27205" actId="1076"/>
          <ac:picMkLst>
            <pc:docMk/>
            <pc:sldMk cId="958445748" sldId="423"/>
            <ac:picMk id="10" creationId="{8516C609-52C5-5B89-36A8-D8EF0A7C780B}"/>
          </ac:picMkLst>
        </pc:picChg>
        <pc:picChg chg="add mod">
          <ac:chgData name="Murzio Luca" userId="62ead766-6eaf-4057-bb25-25909a8c13e9" providerId="ADAL" clId="{3FA68CEF-BA90-4830-B164-02BEB71A7E1D}" dt="2026-09-28T13:16:45.014" v="27291" actId="1038"/>
          <ac:picMkLst>
            <pc:docMk/>
            <pc:sldMk cId="958445748" sldId="423"/>
            <ac:picMk id="12" creationId="{1D4762C0-20DA-BA79-C1B6-2164E870E563}"/>
          </ac:picMkLst>
        </pc:picChg>
        <pc:cxnChg chg="add mod">
          <ac:chgData name="Murzio Luca" userId="62ead766-6eaf-4057-bb25-25909a8c13e9" providerId="ADAL" clId="{3FA68CEF-BA90-4830-B164-02BEB71A7E1D}" dt="2026-09-28T13:08:46.159" v="27070"/>
          <ac:cxnSpMkLst>
            <pc:docMk/>
            <pc:sldMk cId="958445748" sldId="423"/>
            <ac:cxnSpMk id="6" creationId="{C8E6FE8C-6E1A-AFFC-8A11-6F325B37D0E1}"/>
          </ac:cxnSpMkLst>
        </pc:cxnChg>
      </pc:sldChg>
      <pc:sldChg chg="modSp mod">
        <pc:chgData name="Murzio Luca" userId="62ead766-6eaf-4057-bb25-25909a8c13e9" providerId="ADAL" clId="{3FA68CEF-BA90-4830-B164-02BEB71A7E1D}" dt="2026-09-29T08:49:40.413" v="29610" actId="6549"/>
        <pc:sldMkLst>
          <pc:docMk/>
          <pc:sldMk cId="1723068466" sldId="424"/>
        </pc:sldMkLst>
        <pc:spChg chg="mod">
          <ac:chgData name="Murzio Luca" userId="62ead766-6eaf-4057-bb25-25909a8c13e9" providerId="ADAL" clId="{3FA68CEF-BA90-4830-B164-02BEB71A7E1D}" dt="2026-09-29T08:45:55.287" v="29497" actId="20577"/>
          <ac:spMkLst>
            <pc:docMk/>
            <pc:sldMk cId="1723068466" sldId="424"/>
            <ac:spMk id="2" creationId="{A3C9000F-2410-678E-67E6-F541000E9337}"/>
          </ac:spMkLst>
        </pc:spChg>
        <pc:spChg chg="mod">
          <ac:chgData name="Murzio Luca" userId="62ead766-6eaf-4057-bb25-25909a8c13e9" providerId="ADAL" clId="{3FA68CEF-BA90-4830-B164-02BEB71A7E1D}" dt="2026-09-29T08:49:40.413" v="29610" actId="6549"/>
          <ac:spMkLst>
            <pc:docMk/>
            <pc:sldMk cId="1723068466" sldId="424"/>
            <ac:spMk id="3" creationId="{881E4851-E39D-0CBA-2071-9B5FE3628597}"/>
          </ac:spMkLst>
        </pc:spChg>
        <pc:spChg chg="mod">
          <ac:chgData name="Murzio Luca" userId="62ead766-6eaf-4057-bb25-25909a8c13e9" providerId="ADAL" clId="{3FA68CEF-BA90-4830-B164-02BEB71A7E1D}" dt="2026-09-29T08:48:07.567" v="29529" actId="1076"/>
          <ac:spMkLst>
            <pc:docMk/>
            <pc:sldMk cId="1723068466" sldId="424"/>
            <ac:spMk id="4" creationId="{9444DA72-BB09-6863-9AF6-F27D1F13F531}"/>
          </ac:spMkLst>
        </pc:spChg>
        <pc:picChg chg="mod">
          <ac:chgData name="Murzio Luca" userId="62ead766-6eaf-4057-bb25-25909a8c13e9" providerId="ADAL" clId="{3FA68CEF-BA90-4830-B164-02BEB71A7E1D}" dt="2026-09-29T08:48:07.567" v="29529" actId="1076"/>
          <ac:picMkLst>
            <pc:docMk/>
            <pc:sldMk cId="1723068466" sldId="424"/>
            <ac:picMk id="6" creationId="{EFA09653-9DF6-2124-5A17-1269A47CD51F}"/>
          </ac:picMkLst>
        </pc:picChg>
      </pc:sldChg>
      <pc:sldChg chg="modSp mod modNotesTx">
        <pc:chgData name="Murzio Luca" userId="62ead766-6eaf-4057-bb25-25909a8c13e9" providerId="ADAL" clId="{3FA68CEF-BA90-4830-B164-02BEB71A7E1D}" dt="2026-09-28T12:53:32.307" v="26704" actId="20577"/>
        <pc:sldMkLst>
          <pc:docMk/>
          <pc:sldMk cId="3762698356" sldId="425"/>
        </pc:sldMkLst>
        <pc:spChg chg="mod">
          <ac:chgData name="Murzio Luca" userId="62ead766-6eaf-4057-bb25-25909a8c13e9" providerId="ADAL" clId="{3FA68CEF-BA90-4830-B164-02BEB71A7E1D}" dt="2026-09-28T08:18:30.917" v="25336" actId="20577"/>
          <ac:spMkLst>
            <pc:docMk/>
            <pc:sldMk cId="3762698356" sldId="425"/>
            <ac:spMk id="2" creationId="{D3A5AFE0-542E-988D-4153-5E72C78192A9}"/>
          </ac:spMkLst>
        </pc:spChg>
        <pc:spChg chg="mod">
          <ac:chgData name="Murzio Luca" userId="62ead766-6eaf-4057-bb25-25909a8c13e9" providerId="ADAL" clId="{3FA68CEF-BA90-4830-B164-02BEB71A7E1D}" dt="2026-09-28T08:22:40.226" v="25608" actId="14100"/>
          <ac:spMkLst>
            <pc:docMk/>
            <pc:sldMk cId="3762698356" sldId="425"/>
            <ac:spMk id="3" creationId="{5F7F0C2D-D7FA-C3C4-5A41-3F8337D6AC8B}"/>
          </ac:spMkLst>
        </pc:spChg>
        <pc:spChg chg="mod">
          <ac:chgData name="Murzio Luca" userId="62ead766-6eaf-4057-bb25-25909a8c13e9" providerId="ADAL" clId="{3FA68CEF-BA90-4830-B164-02BEB71A7E1D}" dt="2026-09-28T12:53:32.307" v="26704" actId="20577"/>
          <ac:spMkLst>
            <pc:docMk/>
            <pc:sldMk cId="3762698356" sldId="425"/>
            <ac:spMk id="4" creationId="{54654218-0AB0-C488-4641-32A51E9431CC}"/>
          </ac:spMkLst>
        </pc:spChg>
        <pc:picChg chg="mod">
          <ac:chgData name="Murzio Luca" userId="62ead766-6eaf-4057-bb25-25909a8c13e9" providerId="ADAL" clId="{3FA68CEF-BA90-4830-B164-02BEB71A7E1D}" dt="2026-09-28T08:22:36.224" v="25607" actId="1076"/>
          <ac:picMkLst>
            <pc:docMk/>
            <pc:sldMk cId="3762698356" sldId="425"/>
            <ac:picMk id="6" creationId="{FF1DBC4B-9A18-C998-936A-261464C6059F}"/>
          </ac:picMkLst>
        </pc:picChg>
      </pc:sldChg>
      <pc:sldChg chg="addSp delSp modSp mod">
        <pc:chgData name="Murzio Luca" userId="62ead766-6eaf-4057-bb25-25909a8c13e9" providerId="ADAL" clId="{3FA68CEF-BA90-4830-B164-02BEB71A7E1D}" dt="2026-09-29T09:08:04.281" v="29676" actId="21"/>
        <pc:sldMkLst>
          <pc:docMk/>
          <pc:sldMk cId="2862467164" sldId="430"/>
        </pc:sldMkLst>
        <pc:graphicFrameChg chg="add del mod modGraphic">
          <ac:chgData name="Murzio Luca" userId="62ead766-6eaf-4057-bb25-25909a8c13e9" providerId="ADAL" clId="{3FA68CEF-BA90-4830-B164-02BEB71A7E1D}" dt="2026-09-29T09:08:04.281" v="29676" actId="21"/>
          <ac:graphicFrameMkLst>
            <pc:docMk/>
            <pc:sldMk cId="2862467164" sldId="430"/>
            <ac:graphicFrameMk id="5" creationId="{B67D8B25-D8A9-3A93-8ADC-C1EC97F2547D}"/>
          </ac:graphicFrameMkLst>
        </pc:graphicFrameChg>
      </pc:sldChg>
      <pc:sldChg chg="addSp delSp modSp new mod modNotes modNotesTx">
        <pc:chgData name="Murzio Luca" userId="62ead766-6eaf-4057-bb25-25909a8c13e9" providerId="ADAL" clId="{3FA68CEF-BA90-4830-B164-02BEB71A7E1D}" dt="2026-10-07T08:46:51.074" v="30246" actId="6549"/>
        <pc:sldMkLst>
          <pc:docMk/>
          <pc:sldMk cId="2365468042" sldId="431"/>
        </pc:sldMkLst>
        <pc:spChg chg="mod">
          <ac:chgData name="Murzio Luca" userId="62ead766-6eaf-4057-bb25-25909a8c13e9" providerId="ADAL" clId="{3FA68CEF-BA90-4830-B164-02BEB71A7E1D}" dt="2026-09-24T09:02:07.547" v="16161"/>
          <ac:spMkLst>
            <pc:docMk/>
            <pc:sldMk cId="2365468042" sldId="431"/>
            <ac:spMk id="2" creationId="{272A9F98-495B-0B8C-AFA5-10BDC18F43C2}"/>
          </ac:spMkLst>
        </pc:spChg>
        <pc:spChg chg="add mod">
          <ac:chgData name="Murzio Luca" userId="62ead766-6eaf-4057-bb25-25909a8c13e9" providerId="ADAL" clId="{3FA68CEF-BA90-4830-B164-02BEB71A7E1D}" dt="2026-09-24T09:38:44.773" v="16764" actId="14100"/>
          <ac:spMkLst>
            <pc:docMk/>
            <pc:sldMk cId="2365468042" sldId="431"/>
            <ac:spMk id="6" creationId="{2E6A7C13-59E6-53E8-F9B2-C2133A3BEA67}"/>
          </ac:spMkLst>
        </pc:spChg>
        <pc:graphicFrameChg chg="add mod modGraphic">
          <ac:chgData name="Murzio Luca" userId="62ead766-6eaf-4057-bb25-25909a8c13e9" providerId="ADAL" clId="{3FA68CEF-BA90-4830-B164-02BEB71A7E1D}" dt="2026-09-25T07:49:28.168" v="19535" actId="20577"/>
          <ac:graphicFrameMkLst>
            <pc:docMk/>
            <pc:sldMk cId="2365468042" sldId="431"/>
            <ac:graphicFrameMk id="5" creationId="{6777D663-A2DA-BC2C-88F8-1665C4999152}"/>
          </ac:graphicFrameMkLst>
        </pc:graphicFrameChg>
        <pc:graphicFrameChg chg="add mod modGraphic">
          <ac:chgData name="Murzio Luca" userId="62ead766-6eaf-4057-bb25-25909a8c13e9" providerId="ADAL" clId="{3FA68CEF-BA90-4830-B164-02BEB71A7E1D}" dt="2026-10-07T08:44:33.728" v="30227"/>
          <ac:graphicFrameMkLst>
            <pc:docMk/>
            <pc:sldMk cId="2365468042" sldId="431"/>
            <ac:graphicFrameMk id="8" creationId="{01D1F08D-35FD-63D4-7B9A-BE6D7B4E5B5A}"/>
          </ac:graphicFrameMkLst>
        </pc:graphicFrameChg>
        <pc:picChg chg="add mod">
          <ac:chgData name="Murzio Luca" userId="62ead766-6eaf-4057-bb25-25909a8c13e9" providerId="ADAL" clId="{3FA68CEF-BA90-4830-B164-02BEB71A7E1D}" dt="2026-09-24T09:38:27.419" v="16760" actId="1076"/>
          <ac:picMkLst>
            <pc:docMk/>
            <pc:sldMk cId="2365468042" sldId="431"/>
            <ac:picMk id="7" creationId="{A65DE2DE-B751-0C3A-2B8B-5B9708EE7C4D}"/>
          </ac:picMkLst>
        </pc:picChg>
      </pc:sldChg>
      <pc:sldChg chg="addSp delSp modSp add mod modNotes modNotesTx">
        <pc:chgData name="Murzio Luca" userId="62ead766-6eaf-4057-bb25-25909a8c13e9" providerId="ADAL" clId="{3FA68CEF-BA90-4830-B164-02BEB71A7E1D}" dt="2026-10-05T15:11:36.351" v="29725" actId="20577"/>
        <pc:sldMkLst>
          <pc:docMk/>
          <pc:sldMk cId="3542773617" sldId="432"/>
        </pc:sldMkLst>
        <pc:spChg chg="mod">
          <ac:chgData name="Murzio Luca" userId="62ead766-6eaf-4057-bb25-25909a8c13e9" providerId="ADAL" clId="{3FA68CEF-BA90-4830-B164-02BEB71A7E1D}" dt="2026-09-24T14:41:24.532" v="19051" actId="20577"/>
          <ac:spMkLst>
            <pc:docMk/>
            <pc:sldMk cId="3542773617" sldId="432"/>
            <ac:spMk id="2" creationId="{58E0B5C5-F7C9-2AA5-91AC-2C4603FC0AA4}"/>
          </ac:spMkLst>
        </pc:spChg>
        <pc:spChg chg="add mod">
          <ac:chgData name="Murzio Luca" userId="62ead766-6eaf-4057-bb25-25909a8c13e9" providerId="ADAL" clId="{3FA68CEF-BA90-4830-B164-02BEB71A7E1D}" dt="2026-09-25T14:14:40.799" v="23062" actId="20577"/>
          <ac:spMkLst>
            <pc:docMk/>
            <pc:sldMk cId="3542773617" sldId="432"/>
            <ac:spMk id="5" creationId="{84A11991-80AC-F951-2E7C-E755B6BF8EB7}"/>
          </ac:spMkLst>
        </pc:spChg>
        <pc:spChg chg="mod">
          <ac:chgData name="Murzio Luca" userId="62ead766-6eaf-4057-bb25-25909a8c13e9" providerId="ADAL" clId="{3FA68CEF-BA90-4830-B164-02BEB71A7E1D}" dt="2026-09-25T15:02:58.051" v="23268" actId="20577"/>
          <ac:spMkLst>
            <pc:docMk/>
            <pc:sldMk cId="3542773617" sldId="432"/>
            <ac:spMk id="20" creationId="{93D86623-9F84-3E70-7C90-DA1C535A4FA6}"/>
          </ac:spMkLst>
        </pc:spChg>
        <pc:graphicFrameChg chg="mod modGraphic">
          <ac:chgData name="Murzio Luca" userId="62ead766-6eaf-4057-bb25-25909a8c13e9" providerId="ADAL" clId="{3FA68CEF-BA90-4830-B164-02BEB71A7E1D}" dt="2026-09-25T14:54:59.350" v="23067" actId="20577"/>
          <ac:graphicFrameMkLst>
            <pc:docMk/>
            <pc:sldMk cId="3542773617" sldId="432"/>
            <ac:graphicFrameMk id="8" creationId="{7040864B-E46C-86AE-2FB6-22A98A697D3B}"/>
          </ac:graphicFrameMkLst>
        </pc:graphicFrameChg>
        <pc:graphicFrameChg chg="mod modGraphic">
          <ac:chgData name="Murzio Luca" userId="62ead766-6eaf-4057-bb25-25909a8c13e9" providerId="ADAL" clId="{3FA68CEF-BA90-4830-B164-02BEB71A7E1D}" dt="2026-09-25T15:02:48.142" v="23262" actId="14734"/>
          <ac:graphicFrameMkLst>
            <pc:docMk/>
            <pc:sldMk cId="3542773617" sldId="432"/>
            <ac:graphicFrameMk id="19" creationId="{AB2D63FE-7740-9779-E23F-61476B07B47D}"/>
          </ac:graphicFrameMkLst>
        </pc:graphicFrameChg>
        <pc:picChg chg="add mod">
          <ac:chgData name="Murzio Luca" userId="62ead766-6eaf-4057-bb25-25909a8c13e9" providerId="ADAL" clId="{3FA68CEF-BA90-4830-B164-02BEB71A7E1D}" dt="2026-09-25T14:14:18.639" v="23018" actId="1076"/>
          <ac:picMkLst>
            <pc:docMk/>
            <pc:sldMk cId="3542773617" sldId="432"/>
            <ac:picMk id="7" creationId="{D3576AB6-F50D-2C8A-67D2-636A99D2CB9D}"/>
          </ac:picMkLst>
        </pc:picChg>
        <pc:picChg chg="mod">
          <ac:chgData name="Murzio Luca" userId="62ead766-6eaf-4057-bb25-25909a8c13e9" providerId="ADAL" clId="{3FA68CEF-BA90-4830-B164-02BEB71A7E1D}" dt="2026-09-24T14:41:43.422" v="19054" actId="1037"/>
          <ac:picMkLst>
            <pc:docMk/>
            <pc:sldMk cId="3542773617" sldId="432"/>
            <ac:picMk id="9" creationId="{0249FCB4-8E2B-4489-FC96-F6F0B341BA98}"/>
          </ac:picMkLst>
        </pc:picChg>
      </pc:sldChg>
      <pc:sldChg chg="addSp delSp modSp add mod modNotes modNotesTx">
        <pc:chgData name="Murzio Luca" userId="62ead766-6eaf-4057-bb25-25909a8c13e9" providerId="ADAL" clId="{3FA68CEF-BA90-4830-B164-02BEB71A7E1D}" dt="2026-10-05T15:11:31.611" v="29724" actId="20577"/>
        <pc:sldMkLst>
          <pc:docMk/>
          <pc:sldMk cId="274670143" sldId="433"/>
        </pc:sldMkLst>
        <pc:spChg chg="mod">
          <ac:chgData name="Murzio Luca" userId="62ead766-6eaf-4057-bb25-25909a8c13e9" providerId="ADAL" clId="{3FA68CEF-BA90-4830-B164-02BEB71A7E1D}" dt="2026-09-25T14:15:02.045" v="23063" actId="20577"/>
          <ac:spMkLst>
            <pc:docMk/>
            <pc:sldMk cId="274670143" sldId="433"/>
            <ac:spMk id="2" creationId="{02A62193-836C-E997-5F13-C76A59C06E05}"/>
          </ac:spMkLst>
        </pc:spChg>
        <pc:spChg chg="mod">
          <ac:chgData name="Murzio Luca" userId="62ead766-6eaf-4057-bb25-25909a8c13e9" providerId="ADAL" clId="{3FA68CEF-BA90-4830-B164-02BEB71A7E1D}" dt="2026-09-25T15:16:27.942" v="23900" actId="20577"/>
          <ac:spMkLst>
            <pc:docMk/>
            <pc:sldMk cId="274670143" sldId="433"/>
            <ac:spMk id="20" creationId="{ACD5E13B-B68F-D152-728A-B7C93AFE3356}"/>
          </ac:spMkLst>
        </pc:spChg>
        <pc:spChg chg="mod">
          <ac:chgData name="Murzio Luca" userId="62ead766-6eaf-4057-bb25-25909a8c13e9" providerId="ADAL" clId="{3FA68CEF-BA90-4830-B164-02BEB71A7E1D}" dt="2026-09-25T15:20:32.785" v="23999" actId="20577"/>
          <ac:spMkLst>
            <pc:docMk/>
            <pc:sldMk cId="274670143" sldId="433"/>
            <ac:spMk id="29" creationId="{B23F2269-BE45-4FFD-A5E1-739E4BB42A18}"/>
          </ac:spMkLst>
        </pc:spChg>
        <pc:graphicFrameChg chg="mod modGraphic">
          <ac:chgData name="Murzio Luca" userId="62ead766-6eaf-4057-bb25-25909a8c13e9" providerId="ADAL" clId="{3FA68CEF-BA90-4830-B164-02BEB71A7E1D}" dt="2026-09-25T14:55:27.581" v="23072" actId="20577"/>
          <ac:graphicFrameMkLst>
            <pc:docMk/>
            <pc:sldMk cId="274670143" sldId="433"/>
            <ac:graphicFrameMk id="8" creationId="{E9572772-4CE5-1F2F-B484-999CBBAFD63D}"/>
          </ac:graphicFrameMkLst>
        </pc:graphicFrameChg>
        <pc:graphicFrameChg chg="mod modGraphic">
          <ac:chgData name="Murzio Luca" userId="62ead766-6eaf-4057-bb25-25909a8c13e9" providerId="ADAL" clId="{3FA68CEF-BA90-4830-B164-02BEB71A7E1D}" dt="2026-09-25T15:24:07.041" v="24234" actId="20577"/>
          <ac:graphicFrameMkLst>
            <pc:docMk/>
            <pc:sldMk cId="274670143" sldId="433"/>
            <ac:graphicFrameMk id="19" creationId="{44394FAB-14A5-BB7D-20DB-5453D44E4036}"/>
          </ac:graphicFrameMkLst>
        </pc:graphicFrameChg>
        <pc:picChg chg="add mod">
          <ac:chgData name="Murzio Luca" userId="62ead766-6eaf-4057-bb25-25909a8c13e9" providerId="ADAL" clId="{3FA68CEF-BA90-4830-B164-02BEB71A7E1D}" dt="2026-09-25T15:19:23.965" v="23906" actId="14100"/>
          <ac:picMkLst>
            <pc:docMk/>
            <pc:sldMk cId="274670143" sldId="433"/>
            <ac:picMk id="4" creationId="{B4B1E34A-7BC9-BC74-6BE5-A40FE43EA8E8}"/>
          </ac:picMkLst>
        </pc:picChg>
      </pc:sldChg>
      <pc:sldChg chg="addSp delSp modSp new mod">
        <pc:chgData name="Murzio Luca" userId="62ead766-6eaf-4057-bb25-25909a8c13e9" providerId="ADAL" clId="{3FA68CEF-BA90-4830-B164-02BEB71A7E1D}" dt="2026-09-25T08:44:53.424" v="20773" actId="20577"/>
        <pc:sldMkLst>
          <pc:docMk/>
          <pc:sldMk cId="3242793775" sldId="434"/>
        </pc:sldMkLst>
        <pc:spChg chg="mod">
          <ac:chgData name="Murzio Luca" userId="62ead766-6eaf-4057-bb25-25909a8c13e9" providerId="ADAL" clId="{3FA68CEF-BA90-4830-B164-02BEB71A7E1D}" dt="2026-09-25T08:30:53.490" v="20434" actId="20577"/>
          <ac:spMkLst>
            <pc:docMk/>
            <pc:sldMk cId="3242793775" sldId="434"/>
            <ac:spMk id="2" creationId="{44D684B5-A05A-E1FF-7AC3-A93DBCB340D5}"/>
          </ac:spMkLst>
        </pc:spChg>
        <pc:spChg chg="add del mod">
          <ac:chgData name="Murzio Luca" userId="62ead766-6eaf-4057-bb25-25909a8c13e9" providerId="ADAL" clId="{3FA68CEF-BA90-4830-B164-02BEB71A7E1D}" dt="2026-09-25T08:44:53.424" v="20773" actId="20577"/>
          <ac:spMkLst>
            <pc:docMk/>
            <pc:sldMk cId="3242793775" sldId="434"/>
            <ac:spMk id="3" creationId="{A61D3C84-0996-5222-396E-A289962FA39B}"/>
          </ac:spMkLst>
        </pc:spChg>
        <pc:spChg chg="add del">
          <ac:chgData name="Murzio Luca" userId="62ead766-6eaf-4057-bb25-25909a8c13e9" providerId="ADAL" clId="{3FA68CEF-BA90-4830-B164-02BEB71A7E1D}" dt="2026-09-25T08:33:34.259" v="20645" actId="478"/>
          <ac:spMkLst>
            <pc:docMk/>
            <pc:sldMk cId="3242793775" sldId="434"/>
            <ac:spMk id="5" creationId="{C8E08DF9-363E-B086-418F-26B9CA5815D4}"/>
          </ac:spMkLst>
        </pc:spChg>
      </pc:sldChg>
      <pc:sldChg chg="addSp delSp modSp new mod modNotesTx">
        <pc:chgData name="Murzio Luca" userId="62ead766-6eaf-4057-bb25-25909a8c13e9" providerId="ADAL" clId="{3FA68CEF-BA90-4830-B164-02BEB71A7E1D}" dt="2026-10-07T11:44:07.763" v="30248" actId="6549"/>
        <pc:sldMkLst>
          <pc:docMk/>
          <pc:sldMk cId="3298348301" sldId="435"/>
        </pc:sldMkLst>
        <pc:spChg chg="mod">
          <ac:chgData name="Murzio Luca" userId="62ead766-6eaf-4057-bb25-25909a8c13e9" providerId="ADAL" clId="{3FA68CEF-BA90-4830-B164-02BEB71A7E1D}" dt="2026-09-25T12:16:30.845" v="21002" actId="20577"/>
          <ac:spMkLst>
            <pc:docMk/>
            <pc:sldMk cId="3298348301" sldId="435"/>
            <ac:spMk id="2" creationId="{76AE2E10-6EC4-9532-88F5-D4A82E282CD7}"/>
          </ac:spMkLst>
        </pc:spChg>
        <pc:graphicFrameChg chg="add mod ord modGraphic">
          <ac:chgData name="Murzio Luca" userId="62ead766-6eaf-4057-bb25-25909a8c13e9" providerId="ADAL" clId="{3FA68CEF-BA90-4830-B164-02BEB71A7E1D}" dt="2026-10-07T11:42:56.721" v="30247" actId="6549"/>
          <ac:graphicFrameMkLst>
            <pc:docMk/>
            <pc:sldMk cId="3298348301" sldId="435"/>
            <ac:graphicFrameMk id="5" creationId="{ACD73DB7-6420-3AE8-6093-862BA150A4EB}"/>
          </ac:graphicFrameMkLst>
        </pc:graphicFrameChg>
      </pc:sldChg>
      <pc:sldChg chg="addSp delSp modSp add del mod modNotesTx">
        <pc:chgData name="Murzio Luca" userId="62ead766-6eaf-4057-bb25-25909a8c13e9" providerId="ADAL" clId="{3FA68CEF-BA90-4830-B164-02BEB71A7E1D}" dt="2026-10-05T15:11:52.348" v="29733" actId="20577"/>
        <pc:sldMkLst>
          <pc:docMk/>
          <pc:sldMk cId="0" sldId="436"/>
        </pc:sldMkLst>
        <pc:spChg chg="mod">
          <ac:chgData name="Murzio Luca" userId="62ead766-6eaf-4057-bb25-25909a8c13e9" providerId="ADAL" clId="{3FA68CEF-BA90-4830-B164-02BEB71A7E1D}" dt="2026-09-25T12:43:25.552" v="22000" actId="1035"/>
          <ac:spMkLst>
            <pc:docMk/>
            <pc:sldMk cId="0" sldId="436"/>
            <ac:spMk id="5" creationId="{00000000-0000-0000-0000-000000000000}"/>
          </ac:spMkLst>
        </pc:spChg>
        <pc:spChg chg="mod">
          <ac:chgData name="Murzio Luca" userId="62ead766-6eaf-4057-bb25-25909a8c13e9" providerId="ADAL" clId="{3FA68CEF-BA90-4830-B164-02BEB71A7E1D}" dt="2026-09-25T12:43:39.640" v="22014" actId="1036"/>
          <ac:spMkLst>
            <pc:docMk/>
            <pc:sldMk cId="0" sldId="436"/>
            <ac:spMk id="6" creationId="{00000000-0000-0000-0000-000000000000}"/>
          </ac:spMkLst>
        </pc:spChg>
        <pc:spChg chg="mod">
          <ac:chgData name="Murzio Luca" userId="62ead766-6eaf-4057-bb25-25909a8c13e9" providerId="ADAL" clId="{3FA68CEF-BA90-4830-B164-02BEB71A7E1D}" dt="2026-09-25T12:43:39.640" v="22014" actId="1036"/>
          <ac:spMkLst>
            <pc:docMk/>
            <pc:sldMk cId="0" sldId="436"/>
            <ac:spMk id="7" creationId="{00000000-0000-0000-0000-000000000000}"/>
          </ac:spMkLst>
        </pc:spChg>
        <pc:spChg chg="mod">
          <ac:chgData name="Murzio Luca" userId="62ead766-6eaf-4057-bb25-25909a8c13e9" providerId="ADAL" clId="{3FA68CEF-BA90-4830-B164-02BEB71A7E1D}" dt="2026-09-28T08:30:42.808" v="25884" actId="14100"/>
          <ac:spMkLst>
            <pc:docMk/>
            <pc:sldMk cId="0" sldId="436"/>
            <ac:spMk id="8" creationId="{00000000-0000-0000-0000-000000000000}"/>
          </ac:spMkLst>
        </pc:spChg>
        <pc:spChg chg="mod">
          <ac:chgData name="Murzio Luca" userId="62ead766-6eaf-4057-bb25-25909a8c13e9" providerId="ADAL" clId="{3FA68CEF-BA90-4830-B164-02BEB71A7E1D}" dt="2026-09-25T12:52:12.645" v="22297" actId="1037"/>
          <ac:spMkLst>
            <pc:docMk/>
            <pc:sldMk cId="0" sldId="436"/>
            <ac:spMk id="9" creationId="{00000000-0000-0000-0000-000000000000}"/>
          </ac:spMkLst>
        </pc:spChg>
        <pc:spChg chg="mod">
          <ac:chgData name="Murzio Luca" userId="62ead766-6eaf-4057-bb25-25909a8c13e9" providerId="ADAL" clId="{3FA68CEF-BA90-4830-B164-02BEB71A7E1D}" dt="2026-09-25T12:48:43.615" v="22065" actId="20577"/>
          <ac:spMkLst>
            <pc:docMk/>
            <pc:sldMk cId="0" sldId="436"/>
            <ac:spMk id="10" creationId="{00000000-0000-0000-0000-000000000000}"/>
          </ac:spMkLst>
        </pc:spChg>
        <pc:spChg chg="mod">
          <ac:chgData name="Murzio Luca" userId="62ead766-6eaf-4057-bb25-25909a8c13e9" providerId="ADAL" clId="{3FA68CEF-BA90-4830-B164-02BEB71A7E1D}" dt="2026-09-28T08:30:47.695" v="25885" actId="14100"/>
          <ac:spMkLst>
            <pc:docMk/>
            <pc:sldMk cId="0" sldId="436"/>
            <ac:spMk id="11" creationId="{00000000-0000-0000-0000-000000000000}"/>
          </ac:spMkLst>
        </pc:spChg>
        <pc:spChg chg="mod">
          <ac:chgData name="Murzio Luca" userId="62ead766-6eaf-4057-bb25-25909a8c13e9" providerId="ADAL" clId="{3FA68CEF-BA90-4830-B164-02BEB71A7E1D}" dt="2026-09-25T12:43:39.640" v="22014" actId="1036"/>
          <ac:spMkLst>
            <pc:docMk/>
            <pc:sldMk cId="0" sldId="436"/>
            <ac:spMk id="12" creationId="{00000000-0000-0000-0000-000000000000}"/>
          </ac:spMkLst>
        </pc:spChg>
        <pc:spChg chg="mod">
          <ac:chgData name="Murzio Luca" userId="62ead766-6eaf-4057-bb25-25909a8c13e9" providerId="ADAL" clId="{3FA68CEF-BA90-4830-B164-02BEB71A7E1D}" dt="2026-09-25T12:43:39.640" v="22014" actId="1036"/>
          <ac:spMkLst>
            <pc:docMk/>
            <pc:sldMk cId="0" sldId="436"/>
            <ac:spMk id="13" creationId="{00000000-0000-0000-0000-000000000000}"/>
          </ac:spMkLst>
        </pc:spChg>
        <pc:spChg chg="add mod">
          <ac:chgData name="Murzio Luca" userId="62ead766-6eaf-4057-bb25-25909a8c13e9" providerId="ADAL" clId="{3FA68CEF-BA90-4830-B164-02BEB71A7E1D}" dt="2026-09-25T12:38:50.425" v="21761" actId="20577"/>
          <ac:spMkLst>
            <pc:docMk/>
            <pc:sldMk cId="0" sldId="436"/>
            <ac:spMk id="15" creationId="{609095F7-1751-D1A2-67A8-BEA05F8996C0}"/>
          </ac:spMkLst>
        </pc:spChg>
      </pc:sldChg>
      <pc:sldChg chg="modSp add mod">
        <pc:chgData name="Murzio Luca" userId="62ead766-6eaf-4057-bb25-25909a8c13e9" providerId="ADAL" clId="{3FA68CEF-BA90-4830-B164-02BEB71A7E1D}" dt="2026-09-28T08:06:53.654" v="25061" actId="20577"/>
        <pc:sldMkLst>
          <pc:docMk/>
          <pc:sldMk cId="1910389263" sldId="437"/>
        </pc:sldMkLst>
        <pc:spChg chg="mod">
          <ac:chgData name="Murzio Luca" userId="62ead766-6eaf-4057-bb25-25909a8c13e9" providerId="ADAL" clId="{3FA68CEF-BA90-4830-B164-02BEB71A7E1D}" dt="2026-09-28T08:06:53.654" v="25061" actId="20577"/>
          <ac:spMkLst>
            <pc:docMk/>
            <pc:sldMk cId="1910389263" sldId="437"/>
            <ac:spMk id="4" creationId="{93439815-95EE-2C2A-080E-7BFA315C5DF6}"/>
          </ac:spMkLst>
        </pc:spChg>
      </pc:sldChg>
      <pc:sldChg chg="addSp delSp modSp new mod modNotesTx">
        <pc:chgData name="Murzio Luca" userId="62ead766-6eaf-4057-bb25-25909a8c13e9" providerId="ADAL" clId="{3FA68CEF-BA90-4830-B164-02BEB71A7E1D}" dt="2026-10-07T12:55:50.956" v="30252" actId="6549"/>
        <pc:sldMkLst>
          <pc:docMk/>
          <pc:sldMk cId="1079853634" sldId="438"/>
        </pc:sldMkLst>
        <pc:spChg chg="mod">
          <ac:chgData name="Murzio Luca" userId="62ead766-6eaf-4057-bb25-25909a8c13e9" providerId="ADAL" clId="{3FA68CEF-BA90-4830-B164-02BEB71A7E1D}" dt="2026-09-28T08:23:07.666" v="25622" actId="20577"/>
          <ac:spMkLst>
            <pc:docMk/>
            <pc:sldMk cId="1079853634" sldId="438"/>
            <ac:spMk id="2" creationId="{6104B344-4524-718A-FA99-57DEC8EA5EE5}"/>
          </ac:spMkLst>
        </pc:spChg>
        <pc:graphicFrameChg chg="add mod ord modGraphic">
          <ac:chgData name="Murzio Luca" userId="62ead766-6eaf-4057-bb25-25909a8c13e9" providerId="ADAL" clId="{3FA68CEF-BA90-4830-B164-02BEB71A7E1D}" dt="2026-10-07T12:55:50.956" v="30252" actId="6549"/>
          <ac:graphicFrameMkLst>
            <pc:docMk/>
            <pc:sldMk cId="1079853634" sldId="438"/>
            <ac:graphicFrameMk id="5" creationId="{83148198-B40B-1FF5-3C8C-C0A01F868AFF}"/>
          </ac:graphicFrameMkLst>
        </pc:graphicFrameChg>
      </pc:sldChg>
      <pc:sldChg chg="addSp delSp modSp new mod modNotesTx">
        <pc:chgData name="Murzio Luca" userId="62ead766-6eaf-4057-bb25-25909a8c13e9" providerId="ADAL" clId="{3FA68CEF-BA90-4830-B164-02BEB71A7E1D}" dt="2026-10-05T15:12:41.386" v="29739" actId="20577"/>
        <pc:sldMkLst>
          <pc:docMk/>
          <pc:sldMk cId="890696229" sldId="439"/>
        </pc:sldMkLst>
        <pc:spChg chg="mod">
          <ac:chgData name="Murzio Luca" userId="62ead766-6eaf-4057-bb25-25909a8c13e9" providerId="ADAL" clId="{3FA68CEF-BA90-4830-B164-02BEB71A7E1D}" dt="2026-09-28T08:30:23.027" v="25883" actId="20577"/>
          <ac:spMkLst>
            <pc:docMk/>
            <pc:sldMk cId="890696229" sldId="439"/>
            <ac:spMk id="2" creationId="{F7541E62-2834-E030-F12B-030808D35A24}"/>
          </ac:spMkLst>
        </pc:spChg>
        <pc:spChg chg="add mod">
          <ac:chgData name="Murzio Luca" userId="62ead766-6eaf-4057-bb25-25909a8c13e9" providerId="ADAL" clId="{3FA68CEF-BA90-4830-B164-02BEB71A7E1D}" dt="2026-09-28T08:36:24.733" v="26205" actId="164"/>
          <ac:spMkLst>
            <pc:docMk/>
            <pc:sldMk cId="890696229" sldId="439"/>
            <ac:spMk id="43" creationId="{6E3DDD03-B74B-C202-309B-CA1541B7ED73}"/>
          </ac:spMkLst>
        </pc:spChg>
        <pc:spChg chg="add mod">
          <ac:chgData name="Murzio Luca" userId="62ead766-6eaf-4057-bb25-25909a8c13e9" providerId="ADAL" clId="{3FA68CEF-BA90-4830-B164-02BEB71A7E1D}" dt="2026-09-28T08:36:24.733" v="26205" actId="164"/>
          <ac:spMkLst>
            <pc:docMk/>
            <pc:sldMk cId="890696229" sldId="439"/>
            <ac:spMk id="44" creationId="{9BF1F006-3BAB-D582-7639-911B45284C1F}"/>
          </ac:spMkLst>
        </pc:spChg>
        <pc:spChg chg="add mod">
          <ac:chgData name="Murzio Luca" userId="62ead766-6eaf-4057-bb25-25909a8c13e9" providerId="ADAL" clId="{3FA68CEF-BA90-4830-B164-02BEB71A7E1D}" dt="2026-09-28T08:36:24.733" v="26205" actId="164"/>
          <ac:spMkLst>
            <pc:docMk/>
            <pc:sldMk cId="890696229" sldId="439"/>
            <ac:spMk id="45" creationId="{4F4EDCA4-3069-A42B-6BA1-3A0C28209145}"/>
          </ac:spMkLst>
        </pc:spChg>
        <pc:spChg chg="add mod">
          <ac:chgData name="Murzio Luca" userId="62ead766-6eaf-4057-bb25-25909a8c13e9" providerId="ADAL" clId="{3FA68CEF-BA90-4830-B164-02BEB71A7E1D}" dt="2026-09-28T08:36:24.733" v="26205" actId="164"/>
          <ac:spMkLst>
            <pc:docMk/>
            <pc:sldMk cId="890696229" sldId="439"/>
            <ac:spMk id="46" creationId="{689A238B-E879-EB92-0622-D75799069D76}"/>
          </ac:spMkLst>
        </pc:spChg>
        <pc:spChg chg="add mod">
          <ac:chgData name="Murzio Luca" userId="62ead766-6eaf-4057-bb25-25909a8c13e9" providerId="ADAL" clId="{3FA68CEF-BA90-4830-B164-02BEB71A7E1D}" dt="2026-09-28T08:36:24.733" v="26205" actId="164"/>
          <ac:spMkLst>
            <pc:docMk/>
            <pc:sldMk cId="890696229" sldId="439"/>
            <ac:spMk id="47" creationId="{B0A15813-8142-1947-DC69-D4264663156D}"/>
          </ac:spMkLst>
        </pc:spChg>
        <pc:spChg chg="add mod">
          <ac:chgData name="Murzio Luca" userId="62ead766-6eaf-4057-bb25-25909a8c13e9" providerId="ADAL" clId="{3FA68CEF-BA90-4830-B164-02BEB71A7E1D}" dt="2026-09-28T08:36:24.733" v="26205" actId="164"/>
          <ac:spMkLst>
            <pc:docMk/>
            <pc:sldMk cId="890696229" sldId="439"/>
            <ac:spMk id="48" creationId="{CB7F1335-6720-0250-7BFC-75FB2A24AA8D}"/>
          </ac:spMkLst>
        </pc:spChg>
        <pc:spChg chg="add mod">
          <ac:chgData name="Murzio Luca" userId="62ead766-6eaf-4057-bb25-25909a8c13e9" providerId="ADAL" clId="{3FA68CEF-BA90-4830-B164-02BEB71A7E1D}" dt="2026-09-28T08:36:24.733" v="26205" actId="164"/>
          <ac:spMkLst>
            <pc:docMk/>
            <pc:sldMk cId="890696229" sldId="439"/>
            <ac:spMk id="53" creationId="{7335BB59-9729-5F54-C731-F403D0670B4C}"/>
          </ac:spMkLst>
        </pc:spChg>
        <pc:spChg chg="add mod">
          <ac:chgData name="Murzio Luca" userId="62ead766-6eaf-4057-bb25-25909a8c13e9" providerId="ADAL" clId="{3FA68CEF-BA90-4830-B164-02BEB71A7E1D}" dt="2026-09-28T08:36:24.733" v="26205" actId="164"/>
          <ac:spMkLst>
            <pc:docMk/>
            <pc:sldMk cId="890696229" sldId="439"/>
            <ac:spMk id="55" creationId="{049D114C-C551-C02F-A5BE-7F21B13850EE}"/>
          </ac:spMkLst>
        </pc:spChg>
        <pc:spChg chg="add mod">
          <ac:chgData name="Murzio Luca" userId="62ead766-6eaf-4057-bb25-25909a8c13e9" providerId="ADAL" clId="{3FA68CEF-BA90-4830-B164-02BEB71A7E1D}" dt="2026-09-28T08:36:24.733" v="26205" actId="164"/>
          <ac:spMkLst>
            <pc:docMk/>
            <pc:sldMk cId="890696229" sldId="439"/>
            <ac:spMk id="56" creationId="{A7348F8C-B6C9-C028-4997-7F676FC2118B}"/>
          </ac:spMkLst>
        </pc:spChg>
        <pc:spChg chg="add mod">
          <ac:chgData name="Murzio Luca" userId="62ead766-6eaf-4057-bb25-25909a8c13e9" providerId="ADAL" clId="{3FA68CEF-BA90-4830-B164-02BEB71A7E1D}" dt="2026-09-28T08:36:24.733" v="26205" actId="164"/>
          <ac:spMkLst>
            <pc:docMk/>
            <pc:sldMk cId="890696229" sldId="439"/>
            <ac:spMk id="59" creationId="{6CBDA4E2-9372-5040-D22C-C3182BA7DA17}"/>
          </ac:spMkLst>
        </pc:spChg>
        <pc:spChg chg="add mod">
          <ac:chgData name="Murzio Luca" userId="62ead766-6eaf-4057-bb25-25909a8c13e9" providerId="ADAL" clId="{3FA68CEF-BA90-4830-B164-02BEB71A7E1D}" dt="2026-09-28T08:36:41.571" v="26208" actId="164"/>
          <ac:spMkLst>
            <pc:docMk/>
            <pc:sldMk cId="890696229" sldId="439"/>
            <ac:spMk id="61" creationId="{EADD43E7-9001-1B28-65DB-1516FD808C04}"/>
          </ac:spMkLst>
        </pc:spChg>
        <pc:spChg chg="add mod">
          <ac:chgData name="Murzio Luca" userId="62ead766-6eaf-4057-bb25-25909a8c13e9" providerId="ADAL" clId="{3FA68CEF-BA90-4830-B164-02BEB71A7E1D}" dt="2026-09-28T08:36:41.571" v="26208" actId="164"/>
          <ac:spMkLst>
            <pc:docMk/>
            <pc:sldMk cId="890696229" sldId="439"/>
            <ac:spMk id="62" creationId="{F734EAB1-5EF1-489D-7448-FEE0BBF34C08}"/>
          </ac:spMkLst>
        </pc:spChg>
        <pc:spChg chg="add mod">
          <ac:chgData name="Murzio Luca" userId="62ead766-6eaf-4057-bb25-25909a8c13e9" providerId="ADAL" clId="{3FA68CEF-BA90-4830-B164-02BEB71A7E1D}" dt="2026-09-28T08:36:41.571" v="26208" actId="164"/>
          <ac:spMkLst>
            <pc:docMk/>
            <pc:sldMk cId="890696229" sldId="439"/>
            <ac:spMk id="63" creationId="{E7628B5D-2F65-7CEB-1E5A-B7EEDC768602}"/>
          </ac:spMkLst>
        </pc:spChg>
        <pc:spChg chg="add mod">
          <ac:chgData name="Murzio Luca" userId="62ead766-6eaf-4057-bb25-25909a8c13e9" providerId="ADAL" clId="{3FA68CEF-BA90-4830-B164-02BEB71A7E1D}" dt="2026-09-28T08:36:41.571" v="26208" actId="164"/>
          <ac:spMkLst>
            <pc:docMk/>
            <pc:sldMk cId="890696229" sldId="439"/>
            <ac:spMk id="64" creationId="{4A2AE818-A6AE-A861-B205-BBC0A6338100}"/>
          </ac:spMkLst>
        </pc:spChg>
        <pc:spChg chg="add mod">
          <ac:chgData name="Murzio Luca" userId="62ead766-6eaf-4057-bb25-25909a8c13e9" providerId="ADAL" clId="{3FA68CEF-BA90-4830-B164-02BEB71A7E1D}" dt="2026-09-28T08:36:41.571" v="26208" actId="164"/>
          <ac:spMkLst>
            <pc:docMk/>
            <pc:sldMk cId="890696229" sldId="439"/>
            <ac:spMk id="65" creationId="{177B2778-9F22-E49B-B64C-CFCA312A10C8}"/>
          </ac:spMkLst>
        </pc:spChg>
        <pc:spChg chg="add mod">
          <ac:chgData name="Murzio Luca" userId="62ead766-6eaf-4057-bb25-25909a8c13e9" providerId="ADAL" clId="{3FA68CEF-BA90-4830-B164-02BEB71A7E1D}" dt="2026-09-28T08:36:41.571" v="26208" actId="164"/>
          <ac:spMkLst>
            <pc:docMk/>
            <pc:sldMk cId="890696229" sldId="439"/>
            <ac:spMk id="66" creationId="{6BDC8B9A-3247-46BD-3A7F-79D135EDB36D}"/>
          </ac:spMkLst>
        </pc:spChg>
        <pc:spChg chg="add mod">
          <ac:chgData name="Murzio Luca" userId="62ead766-6eaf-4057-bb25-25909a8c13e9" providerId="ADAL" clId="{3FA68CEF-BA90-4830-B164-02BEB71A7E1D}" dt="2026-09-28T08:36:41.571" v="26208" actId="164"/>
          <ac:spMkLst>
            <pc:docMk/>
            <pc:sldMk cId="890696229" sldId="439"/>
            <ac:spMk id="67" creationId="{4F3ECB13-9AAE-CED9-0BA5-46C1105F504B}"/>
          </ac:spMkLst>
        </pc:spChg>
        <pc:spChg chg="add mod">
          <ac:chgData name="Murzio Luca" userId="62ead766-6eaf-4057-bb25-25909a8c13e9" providerId="ADAL" clId="{3FA68CEF-BA90-4830-B164-02BEB71A7E1D}" dt="2026-09-28T08:36:41.571" v="26208" actId="164"/>
          <ac:spMkLst>
            <pc:docMk/>
            <pc:sldMk cId="890696229" sldId="439"/>
            <ac:spMk id="68" creationId="{C82FED62-8F37-1705-BBCC-7BE4A9ACC583}"/>
          </ac:spMkLst>
        </pc:spChg>
        <pc:spChg chg="add mod">
          <ac:chgData name="Murzio Luca" userId="62ead766-6eaf-4057-bb25-25909a8c13e9" providerId="ADAL" clId="{3FA68CEF-BA90-4830-B164-02BEB71A7E1D}" dt="2026-09-28T08:36:41.571" v="26208" actId="164"/>
          <ac:spMkLst>
            <pc:docMk/>
            <pc:sldMk cId="890696229" sldId="439"/>
            <ac:spMk id="69" creationId="{8D23B299-0461-79EF-4875-0BCFCCAEAA1F}"/>
          </ac:spMkLst>
        </pc:spChg>
        <pc:spChg chg="add mod">
          <ac:chgData name="Murzio Luca" userId="62ead766-6eaf-4057-bb25-25909a8c13e9" providerId="ADAL" clId="{3FA68CEF-BA90-4830-B164-02BEB71A7E1D}" dt="2026-09-28T08:36:41.571" v="26208" actId="164"/>
          <ac:spMkLst>
            <pc:docMk/>
            <pc:sldMk cId="890696229" sldId="439"/>
            <ac:spMk id="71" creationId="{8F683F3A-2B0E-C9A0-167B-475FD49796EC}"/>
          </ac:spMkLst>
        </pc:spChg>
        <pc:grpChg chg="mod">
          <ac:chgData name="Murzio Luca" userId="62ead766-6eaf-4057-bb25-25909a8c13e9" providerId="ADAL" clId="{3FA68CEF-BA90-4830-B164-02BEB71A7E1D}" dt="2026-09-28T08:38:14.617" v="26222" actId="1037"/>
          <ac:grpSpMkLst>
            <pc:docMk/>
            <pc:sldMk cId="890696229" sldId="439"/>
            <ac:grpSpMk id="60" creationId="{9F93FE44-C737-DC65-6D00-D7D4BB2447F1}"/>
          </ac:grpSpMkLst>
        </pc:grpChg>
        <pc:grpChg chg="mod">
          <ac:chgData name="Murzio Luca" userId="62ead766-6eaf-4057-bb25-25909a8c13e9" providerId="ADAL" clId="{3FA68CEF-BA90-4830-B164-02BEB71A7E1D}" dt="2026-09-28T08:38:23.786" v="26228" actId="14100"/>
          <ac:grpSpMkLst>
            <pc:docMk/>
            <pc:sldMk cId="890696229" sldId="439"/>
            <ac:grpSpMk id="72" creationId="{934DCDE8-8D44-943D-DDB2-1305F1C7C1D0}"/>
          </ac:grpSpMkLst>
        </pc:grpChg>
        <pc:graphicFrameChg chg="add mod modGraphic">
          <ac:chgData name="Murzio Luca" userId="62ead766-6eaf-4057-bb25-25909a8c13e9" providerId="ADAL" clId="{3FA68CEF-BA90-4830-B164-02BEB71A7E1D}" dt="2026-09-28T08:36:05.337" v="26201" actId="1076"/>
          <ac:graphicFrameMkLst>
            <pc:docMk/>
            <pc:sldMk cId="890696229" sldId="439"/>
            <ac:graphicFrameMk id="5" creationId="{E9961E61-8106-BDA4-6D8F-B138BEC436BC}"/>
          </ac:graphicFrameMkLst>
        </pc:graphicFrameChg>
        <pc:picChg chg="add mod">
          <ac:chgData name="Murzio Luca" userId="62ead766-6eaf-4057-bb25-25909a8c13e9" providerId="ADAL" clId="{3FA68CEF-BA90-4830-B164-02BEB71A7E1D}" dt="2026-09-28T08:36:11.174" v="26203" actId="1076"/>
          <ac:picMkLst>
            <pc:docMk/>
            <pc:sldMk cId="890696229" sldId="439"/>
            <ac:picMk id="6" creationId="{6C36F6CE-9BB0-FAC7-AE45-6529D52B0513}"/>
          </ac:picMkLst>
        </pc:picChg>
      </pc:sldChg>
      <pc:sldChg chg="addSp delSp modSp new mod modNotesTx">
        <pc:chgData name="Murzio Luca" userId="62ead766-6eaf-4057-bb25-25909a8c13e9" providerId="ADAL" clId="{3FA68CEF-BA90-4830-B164-02BEB71A7E1D}" dt="2026-10-01T14:58:18.586" v="29701" actId="207"/>
        <pc:sldMkLst>
          <pc:docMk/>
          <pc:sldMk cId="646996719" sldId="440"/>
        </pc:sldMkLst>
        <pc:spChg chg="mod">
          <ac:chgData name="Murzio Luca" userId="62ead766-6eaf-4057-bb25-25909a8c13e9" providerId="ADAL" clId="{3FA68CEF-BA90-4830-B164-02BEB71A7E1D}" dt="2026-09-28T08:40:48.319" v="26260" actId="20577"/>
          <ac:spMkLst>
            <pc:docMk/>
            <pc:sldMk cId="646996719" sldId="440"/>
            <ac:spMk id="2" creationId="{794FAFDC-DB8D-F051-74C4-B1BF493CC053}"/>
          </ac:spMkLst>
        </pc:spChg>
        <pc:graphicFrameChg chg="add mod modGraphic">
          <ac:chgData name="Murzio Luca" userId="62ead766-6eaf-4057-bb25-25909a8c13e9" providerId="ADAL" clId="{3FA68CEF-BA90-4830-B164-02BEB71A7E1D}" dt="2026-10-01T14:58:18.586" v="29701" actId="207"/>
          <ac:graphicFrameMkLst>
            <pc:docMk/>
            <pc:sldMk cId="646996719" sldId="440"/>
            <ac:graphicFrameMk id="14" creationId="{D158142C-859B-938D-E363-39CD4562A097}"/>
          </ac:graphicFrameMkLst>
        </pc:graphicFrameChg>
      </pc:sldChg>
      <pc:sldChg chg="modSp add mod modNotesTx">
        <pc:chgData name="Murzio Luca" userId="62ead766-6eaf-4057-bb25-25909a8c13e9" providerId="ADAL" clId="{3FA68CEF-BA90-4830-B164-02BEB71A7E1D}" dt="2026-09-28T13:01:30.251" v="27038" actId="20577"/>
        <pc:sldMkLst>
          <pc:docMk/>
          <pc:sldMk cId="374743661" sldId="441"/>
        </pc:sldMkLst>
        <pc:spChg chg="mod">
          <ac:chgData name="Murzio Luca" userId="62ead766-6eaf-4057-bb25-25909a8c13e9" providerId="ADAL" clId="{3FA68CEF-BA90-4830-B164-02BEB71A7E1D}" dt="2026-09-28T12:51:07.644" v="26518" actId="20577"/>
          <ac:spMkLst>
            <pc:docMk/>
            <pc:sldMk cId="374743661" sldId="441"/>
            <ac:spMk id="2" creationId="{C46DECDD-DAC8-BAE4-5FAB-29A3D9194688}"/>
          </ac:spMkLst>
        </pc:spChg>
        <pc:spChg chg="mod">
          <ac:chgData name="Murzio Luca" userId="62ead766-6eaf-4057-bb25-25909a8c13e9" providerId="ADAL" clId="{3FA68CEF-BA90-4830-B164-02BEB71A7E1D}" dt="2026-09-28T13:01:06.909" v="26976" actId="20577"/>
          <ac:spMkLst>
            <pc:docMk/>
            <pc:sldMk cId="374743661" sldId="441"/>
            <ac:spMk id="3" creationId="{2801C898-46EF-91D4-B984-6FECCF338379}"/>
          </ac:spMkLst>
        </pc:spChg>
        <pc:spChg chg="mod">
          <ac:chgData name="Murzio Luca" userId="62ead766-6eaf-4057-bb25-25909a8c13e9" providerId="ADAL" clId="{3FA68CEF-BA90-4830-B164-02BEB71A7E1D}" dt="2026-09-28T12:58:54.946" v="26753" actId="20577"/>
          <ac:spMkLst>
            <pc:docMk/>
            <pc:sldMk cId="374743661" sldId="441"/>
            <ac:spMk id="4" creationId="{D4B5B36D-6C80-3A06-2443-C346F647D5D4}"/>
          </ac:spMkLst>
        </pc:spChg>
      </pc:sldChg>
      <pc:sldChg chg="modSp add mod">
        <pc:chgData name="Murzio Luca" userId="62ead766-6eaf-4057-bb25-25909a8c13e9" providerId="ADAL" clId="{3FA68CEF-BA90-4830-B164-02BEB71A7E1D}" dt="2026-09-29T08:45:14.096" v="29491" actId="20577"/>
        <pc:sldMkLst>
          <pc:docMk/>
          <pc:sldMk cId="2052816783" sldId="442"/>
        </pc:sldMkLst>
        <pc:spChg chg="mod">
          <ac:chgData name="Murzio Luca" userId="62ead766-6eaf-4057-bb25-25909a8c13e9" providerId="ADAL" clId="{3FA68CEF-BA90-4830-B164-02BEB71A7E1D}" dt="2026-09-29T08:45:14.096" v="29491" actId="20577"/>
          <ac:spMkLst>
            <pc:docMk/>
            <pc:sldMk cId="2052816783" sldId="442"/>
            <ac:spMk id="4" creationId="{2EAD4696-3E2F-5D62-CC29-38794B24CB6B}"/>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5" Type="http://schemas.openxmlformats.org/officeDocument/2006/relationships/image" Target="../media/image8.sv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5" Type="http://schemas.openxmlformats.org/officeDocument/2006/relationships/image" Target="../media/image8.sv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D1F62B-6749-4127-BF33-B948C18E53A1}" type="doc">
      <dgm:prSet loTypeId="urn:microsoft.com/office/officeart/2005/8/layout/pList2" loCatId="list" qsTypeId="urn:microsoft.com/office/officeart/2005/8/quickstyle/simple1" qsCatId="simple" csTypeId="urn:microsoft.com/office/officeart/2005/8/colors/accent2_1" csCatId="accent2" phldr="1"/>
      <dgm:spPr/>
      <dgm:t>
        <a:bodyPr/>
        <a:lstStyle/>
        <a:p>
          <a:endParaRPr lang="it-IT"/>
        </a:p>
      </dgm:t>
    </dgm:pt>
    <dgm:pt modelId="{2FB198A0-1714-4D5D-8656-E075BCF10151}">
      <dgm:prSet phldrT="[Testo]"/>
      <dgm:spPr>
        <a:ln>
          <a:solidFill>
            <a:srgbClr val="C20E1A"/>
          </a:solidFill>
        </a:ln>
      </dgm:spPr>
      <dgm:t>
        <a:bodyPr/>
        <a:lstStyle/>
        <a:p>
          <a:pPr>
            <a:buNone/>
          </a:pPr>
          <a:r>
            <a:rPr lang="it-IT" b="1" dirty="0"/>
            <a:t>Il modello</a:t>
          </a:r>
          <a:endParaRPr lang="it-IT" dirty="0"/>
        </a:p>
      </dgm:t>
    </dgm:pt>
    <dgm:pt modelId="{61A79EF9-7BEC-42D8-999F-5525070377BE}" type="parTrans" cxnId="{22E17AE5-481C-44B1-BAEC-8A9615112D17}">
      <dgm:prSet/>
      <dgm:spPr/>
      <dgm:t>
        <a:bodyPr/>
        <a:lstStyle/>
        <a:p>
          <a:endParaRPr lang="it-IT"/>
        </a:p>
      </dgm:t>
    </dgm:pt>
    <dgm:pt modelId="{C4510213-4CD4-4865-91F9-9490F01B9AF6}" type="sibTrans" cxnId="{22E17AE5-481C-44B1-BAEC-8A9615112D17}">
      <dgm:prSet/>
      <dgm:spPr/>
      <dgm:t>
        <a:bodyPr/>
        <a:lstStyle/>
        <a:p>
          <a:endParaRPr lang="it-IT"/>
        </a:p>
      </dgm:t>
    </dgm:pt>
    <dgm:pt modelId="{0DEA05F1-C0DA-42CA-B513-1D07AE7C3B4B}">
      <dgm:prSet/>
      <dgm:spPr>
        <a:ln>
          <a:solidFill>
            <a:srgbClr val="C20E1A"/>
          </a:solidFill>
        </a:ln>
      </dgm:spPr>
      <dgm:t>
        <a:bodyPr/>
        <a:lstStyle/>
        <a:p>
          <a:pPr>
            <a:buFont typeface="Arial" panose="020B0604020202020204" pitchFamily="34" charset="0"/>
            <a:buChar char="•"/>
          </a:pPr>
          <a:r>
            <a:rPr lang="it-IT" dirty="0"/>
            <a:t>Architettura di un buon database</a:t>
          </a:r>
        </a:p>
      </dgm:t>
    </dgm:pt>
    <dgm:pt modelId="{61042808-7344-4A32-8299-4EF8AF4747DA}" type="parTrans" cxnId="{F4C146D5-3401-4867-A6DB-77E7BC0DBCC4}">
      <dgm:prSet/>
      <dgm:spPr/>
      <dgm:t>
        <a:bodyPr/>
        <a:lstStyle/>
        <a:p>
          <a:endParaRPr lang="it-IT"/>
        </a:p>
      </dgm:t>
    </dgm:pt>
    <dgm:pt modelId="{5B49E091-3E50-40C8-AF98-D2DBF1FF1F39}" type="sibTrans" cxnId="{F4C146D5-3401-4867-A6DB-77E7BC0DBCC4}">
      <dgm:prSet/>
      <dgm:spPr/>
      <dgm:t>
        <a:bodyPr/>
        <a:lstStyle/>
        <a:p>
          <a:endParaRPr lang="it-IT"/>
        </a:p>
      </dgm:t>
    </dgm:pt>
    <dgm:pt modelId="{1DD11827-D47B-4997-B821-EB0203AD2F2B}">
      <dgm:prSet/>
      <dgm:spPr>
        <a:ln>
          <a:solidFill>
            <a:srgbClr val="C20E1A"/>
          </a:solidFill>
        </a:ln>
      </dgm:spPr>
      <dgm:t>
        <a:bodyPr/>
        <a:lstStyle/>
        <a:p>
          <a:pPr>
            <a:buFont typeface="Arial" panose="020B0604020202020204" pitchFamily="34" charset="0"/>
            <a:buChar char="•"/>
          </a:pPr>
          <a:r>
            <a:rPr lang="it-IT" dirty="0"/>
            <a:t>Le forme normali</a:t>
          </a:r>
        </a:p>
      </dgm:t>
    </dgm:pt>
    <dgm:pt modelId="{8C60E279-DCCD-434F-9122-41C31BE98F30}" type="parTrans" cxnId="{28EB3FBF-2885-4367-9D65-494221D09C5E}">
      <dgm:prSet/>
      <dgm:spPr/>
      <dgm:t>
        <a:bodyPr/>
        <a:lstStyle/>
        <a:p>
          <a:endParaRPr lang="it-IT"/>
        </a:p>
      </dgm:t>
    </dgm:pt>
    <dgm:pt modelId="{157E78DD-7021-444C-8724-FBACA241AC21}" type="sibTrans" cxnId="{28EB3FBF-2885-4367-9D65-494221D09C5E}">
      <dgm:prSet/>
      <dgm:spPr/>
      <dgm:t>
        <a:bodyPr/>
        <a:lstStyle/>
        <a:p>
          <a:endParaRPr lang="it-IT"/>
        </a:p>
      </dgm:t>
    </dgm:pt>
    <dgm:pt modelId="{51C28666-D447-4B0A-9D45-58EAAAF4C45B}">
      <dgm:prSet/>
      <dgm:spPr>
        <a:ln>
          <a:solidFill>
            <a:srgbClr val="C20E1A"/>
          </a:solidFill>
        </a:ln>
      </dgm:spPr>
      <dgm:t>
        <a:bodyPr/>
        <a:lstStyle/>
        <a:p>
          <a:pPr>
            <a:buNone/>
          </a:pPr>
          <a:r>
            <a:rPr lang="it-IT" b="1" dirty="0"/>
            <a:t>CREATE</a:t>
          </a:r>
        </a:p>
      </dgm:t>
    </dgm:pt>
    <dgm:pt modelId="{4603A966-9B49-4831-8263-104779E5CE66}" type="parTrans" cxnId="{FCFA18B9-FA7D-411B-A9B7-70C9B8E67110}">
      <dgm:prSet/>
      <dgm:spPr/>
      <dgm:t>
        <a:bodyPr/>
        <a:lstStyle/>
        <a:p>
          <a:endParaRPr lang="it-IT"/>
        </a:p>
      </dgm:t>
    </dgm:pt>
    <dgm:pt modelId="{3994FE86-EFE3-43FE-85C1-A1162D6271C7}" type="sibTrans" cxnId="{FCFA18B9-FA7D-411B-A9B7-70C9B8E67110}">
      <dgm:prSet/>
      <dgm:spPr/>
      <dgm:t>
        <a:bodyPr/>
        <a:lstStyle/>
        <a:p>
          <a:endParaRPr lang="it-IT"/>
        </a:p>
      </dgm:t>
    </dgm:pt>
    <dgm:pt modelId="{53108772-0380-4A20-BA63-BA632A278629}">
      <dgm:prSet/>
      <dgm:spPr>
        <a:ln>
          <a:solidFill>
            <a:srgbClr val="C20E1A"/>
          </a:solidFill>
        </a:ln>
      </dgm:spPr>
      <dgm:t>
        <a:bodyPr/>
        <a:lstStyle/>
        <a:p>
          <a:pPr>
            <a:buFont typeface="Arial" panose="020B0604020202020204" pitchFamily="34" charset="0"/>
            <a:buChar char="•"/>
          </a:pPr>
          <a:r>
            <a:rPr lang="it-IT" dirty="0"/>
            <a:t>Sintassi</a:t>
          </a:r>
        </a:p>
      </dgm:t>
    </dgm:pt>
    <dgm:pt modelId="{EA984A75-1A4C-4479-88BE-94DB790DD3DB}" type="parTrans" cxnId="{194F612F-7D47-4E05-807E-D3370B1BBAC4}">
      <dgm:prSet/>
      <dgm:spPr/>
      <dgm:t>
        <a:bodyPr/>
        <a:lstStyle/>
        <a:p>
          <a:endParaRPr lang="it-IT"/>
        </a:p>
      </dgm:t>
    </dgm:pt>
    <dgm:pt modelId="{B3C3CB41-C4A7-4FC1-A945-78D49F483F33}" type="sibTrans" cxnId="{194F612F-7D47-4E05-807E-D3370B1BBAC4}">
      <dgm:prSet/>
      <dgm:spPr/>
      <dgm:t>
        <a:bodyPr/>
        <a:lstStyle/>
        <a:p>
          <a:endParaRPr lang="it-IT"/>
        </a:p>
      </dgm:t>
    </dgm:pt>
    <dgm:pt modelId="{D27FDA1A-92E1-45CC-80EC-FEB6EDAF8063}">
      <dgm:prSet/>
      <dgm:spPr>
        <a:ln>
          <a:solidFill>
            <a:srgbClr val="C20E1A"/>
          </a:solidFill>
        </a:ln>
      </dgm:spPr>
      <dgm:t>
        <a:bodyPr/>
        <a:lstStyle/>
        <a:p>
          <a:pPr>
            <a:buFont typeface="Arial" panose="020B0604020202020204" pitchFamily="34" charset="0"/>
            <a:buChar char="•"/>
          </a:pPr>
          <a:r>
            <a:rPr lang="it-IT"/>
            <a:t>I tipi dato</a:t>
          </a:r>
          <a:endParaRPr lang="it-IT" dirty="0"/>
        </a:p>
      </dgm:t>
    </dgm:pt>
    <dgm:pt modelId="{FF16E574-AE17-4ECF-AA07-789695DB4AA0}" type="parTrans" cxnId="{D590EC09-0DAC-4CCD-B16D-4AC385B2CA51}">
      <dgm:prSet/>
      <dgm:spPr/>
      <dgm:t>
        <a:bodyPr/>
        <a:lstStyle/>
        <a:p>
          <a:endParaRPr lang="it-IT"/>
        </a:p>
      </dgm:t>
    </dgm:pt>
    <dgm:pt modelId="{EA72DAD2-E33C-4B5F-AB5F-6DAC7129A25A}" type="sibTrans" cxnId="{D590EC09-0DAC-4CCD-B16D-4AC385B2CA51}">
      <dgm:prSet/>
      <dgm:spPr/>
      <dgm:t>
        <a:bodyPr/>
        <a:lstStyle/>
        <a:p>
          <a:endParaRPr lang="it-IT"/>
        </a:p>
      </dgm:t>
    </dgm:pt>
    <dgm:pt modelId="{5CBF31A6-E422-4451-B62E-737400DA8498}">
      <dgm:prSet/>
      <dgm:spPr>
        <a:ln>
          <a:solidFill>
            <a:srgbClr val="C20E1A"/>
          </a:solidFill>
        </a:ln>
      </dgm:spPr>
      <dgm:t>
        <a:bodyPr/>
        <a:lstStyle/>
        <a:p>
          <a:pPr>
            <a:buNone/>
          </a:pPr>
          <a:r>
            <a:rPr lang="it-IT" b="1" dirty="0"/>
            <a:t>ALTER</a:t>
          </a:r>
          <a:endParaRPr lang="it-IT" dirty="0"/>
        </a:p>
      </dgm:t>
    </dgm:pt>
    <dgm:pt modelId="{8CA55899-402A-419A-953C-E4450B950111}" type="parTrans" cxnId="{5E856F7F-9F16-44C8-8344-BDD5222D54C6}">
      <dgm:prSet/>
      <dgm:spPr/>
      <dgm:t>
        <a:bodyPr/>
        <a:lstStyle/>
        <a:p>
          <a:endParaRPr lang="it-IT"/>
        </a:p>
      </dgm:t>
    </dgm:pt>
    <dgm:pt modelId="{1E6245A8-C582-42F7-B1C4-717977BAED51}" type="sibTrans" cxnId="{5E856F7F-9F16-44C8-8344-BDD5222D54C6}">
      <dgm:prSet/>
      <dgm:spPr/>
      <dgm:t>
        <a:bodyPr/>
        <a:lstStyle/>
        <a:p>
          <a:endParaRPr lang="it-IT"/>
        </a:p>
      </dgm:t>
    </dgm:pt>
    <dgm:pt modelId="{F75A4402-9271-46B7-AED0-2D3032068868}">
      <dgm:prSet/>
      <dgm:spPr>
        <a:ln>
          <a:solidFill>
            <a:srgbClr val="C20E1A"/>
          </a:solidFill>
        </a:ln>
      </dgm:spPr>
      <dgm:t>
        <a:bodyPr/>
        <a:lstStyle/>
        <a:p>
          <a:pPr>
            <a:buFont typeface="Arial" panose="020B0604020202020204" pitchFamily="34" charset="0"/>
            <a:buChar char="•"/>
          </a:pPr>
          <a:r>
            <a:rPr lang="it-IT" dirty="0"/>
            <a:t>Metadata-</a:t>
          </a:r>
          <a:r>
            <a:rPr lang="it-IT" dirty="0" err="1"/>
            <a:t>only</a:t>
          </a:r>
          <a:endParaRPr lang="it-IT" dirty="0"/>
        </a:p>
      </dgm:t>
    </dgm:pt>
    <dgm:pt modelId="{3528218E-A868-4FA3-94C8-4CF601B7317A}" type="parTrans" cxnId="{C176A59E-F2FC-40E0-8A22-07A5E1B41A00}">
      <dgm:prSet/>
      <dgm:spPr/>
      <dgm:t>
        <a:bodyPr/>
        <a:lstStyle/>
        <a:p>
          <a:endParaRPr lang="it-IT"/>
        </a:p>
      </dgm:t>
    </dgm:pt>
    <dgm:pt modelId="{ED4A72D2-A54A-40D1-88E6-4C67004BDE73}" type="sibTrans" cxnId="{C176A59E-F2FC-40E0-8A22-07A5E1B41A00}">
      <dgm:prSet/>
      <dgm:spPr/>
      <dgm:t>
        <a:bodyPr/>
        <a:lstStyle/>
        <a:p>
          <a:endParaRPr lang="it-IT"/>
        </a:p>
      </dgm:t>
    </dgm:pt>
    <dgm:pt modelId="{60FF2340-5FB3-490D-A782-4C3761E9BC47}">
      <dgm:prSet/>
      <dgm:spPr>
        <a:ln>
          <a:solidFill>
            <a:srgbClr val="C20E1A"/>
          </a:solidFill>
        </a:ln>
      </dgm:spPr>
      <dgm:t>
        <a:bodyPr/>
        <a:lstStyle/>
        <a:p>
          <a:pPr>
            <a:buFont typeface="Arial" panose="020B0604020202020204" pitchFamily="34" charset="0"/>
            <a:buChar char="•"/>
          </a:pPr>
          <a:r>
            <a:rPr lang="it-IT"/>
            <a:t>Riscrittura</a:t>
          </a:r>
          <a:endParaRPr lang="it-IT" dirty="0"/>
        </a:p>
      </dgm:t>
    </dgm:pt>
    <dgm:pt modelId="{55579DFD-3431-4AA4-94B1-C1C89F094C11}" type="parTrans" cxnId="{CDDF9531-5472-4F21-A54A-7BFB09D1F544}">
      <dgm:prSet/>
      <dgm:spPr/>
      <dgm:t>
        <a:bodyPr/>
        <a:lstStyle/>
        <a:p>
          <a:endParaRPr lang="it-IT"/>
        </a:p>
      </dgm:t>
    </dgm:pt>
    <dgm:pt modelId="{C4D80E53-2208-40C2-9B2F-C1BF32EABC2E}" type="sibTrans" cxnId="{CDDF9531-5472-4F21-A54A-7BFB09D1F544}">
      <dgm:prSet/>
      <dgm:spPr/>
      <dgm:t>
        <a:bodyPr/>
        <a:lstStyle/>
        <a:p>
          <a:endParaRPr lang="it-IT"/>
        </a:p>
      </dgm:t>
    </dgm:pt>
    <dgm:pt modelId="{69F305E5-F72E-496A-B695-369648AE165F}">
      <dgm:prSet/>
      <dgm:spPr>
        <a:ln>
          <a:solidFill>
            <a:srgbClr val="C20E1A"/>
          </a:solidFill>
        </a:ln>
      </dgm:spPr>
      <dgm:t>
        <a:bodyPr anchor="t" anchorCtr="0"/>
        <a:lstStyle/>
        <a:p>
          <a:pPr>
            <a:buNone/>
          </a:pPr>
          <a:r>
            <a:rPr lang="it-IT" b="1" dirty="0"/>
            <a:t>DROP</a:t>
          </a:r>
        </a:p>
      </dgm:t>
    </dgm:pt>
    <dgm:pt modelId="{17225EA7-43C5-4888-8D23-0F6F264200E6}" type="parTrans" cxnId="{F7C931B7-680E-4C1F-BED9-6BB851C3A0D1}">
      <dgm:prSet/>
      <dgm:spPr/>
      <dgm:t>
        <a:bodyPr/>
        <a:lstStyle/>
        <a:p>
          <a:endParaRPr lang="it-IT"/>
        </a:p>
      </dgm:t>
    </dgm:pt>
    <dgm:pt modelId="{C47C920A-CF95-489A-BD08-FFAF01D67A5C}" type="sibTrans" cxnId="{F7C931B7-680E-4C1F-BED9-6BB851C3A0D1}">
      <dgm:prSet/>
      <dgm:spPr/>
      <dgm:t>
        <a:bodyPr/>
        <a:lstStyle/>
        <a:p>
          <a:endParaRPr lang="it-IT"/>
        </a:p>
      </dgm:t>
    </dgm:pt>
    <dgm:pt modelId="{45BB9372-096F-4326-8AB3-27AA3A9C1BF1}">
      <dgm:prSet/>
      <dgm:spPr>
        <a:ln>
          <a:solidFill>
            <a:srgbClr val="C20E1A"/>
          </a:solidFill>
        </a:ln>
      </dgm:spPr>
      <dgm:t>
        <a:bodyPr/>
        <a:lstStyle/>
        <a:p>
          <a:pPr>
            <a:buFont typeface="Arial" panose="020B0604020202020204" pitchFamily="34" charset="0"/>
            <a:buChar char="•"/>
          </a:pPr>
          <a:r>
            <a:rPr lang="it-IT" dirty="0"/>
            <a:t>Il costo della definizione</a:t>
          </a:r>
        </a:p>
      </dgm:t>
    </dgm:pt>
    <dgm:pt modelId="{0BFA724C-8974-4458-BE9A-25B6FE43DD33}" type="parTrans" cxnId="{DB16E436-0238-4859-B2EB-2A7312C9E43C}">
      <dgm:prSet/>
      <dgm:spPr/>
      <dgm:t>
        <a:bodyPr/>
        <a:lstStyle/>
        <a:p>
          <a:endParaRPr lang="it-IT"/>
        </a:p>
      </dgm:t>
    </dgm:pt>
    <dgm:pt modelId="{08B984F4-8A69-4115-9AD6-0FE4CDA5D9A0}" type="sibTrans" cxnId="{DB16E436-0238-4859-B2EB-2A7312C9E43C}">
      <dgm:prSet/>
      <dgm:spPr/>
      <dgm:t>
        <a:bodyPr/>
        <a:lstStyle/>
        <a:p>
          <a:endParaRPr lang="it-IT"/>
        </a:p>
      </dgm:t>
    </dgm:pt>
    <dgm:pt modelId="{B214506A-9513-458E-8BD6-AE8FE376365D}">
      <dgm:prSet/>
      <dgm:spPr>
        <a:ln>
          <a:solidFill>
            <a:srgbClr val="C20E1A"/>
          </a:solidFill>
        </a:ln>
      </dgm:spPr>
      <dgm:t>
        <a:bodyPr/>
        <a:lstStyle/>
        <a:p>
          <a:pPr>
            <a:buFont typeface="Arial" panose="020B0604020202020204" pitchFamily="34" charset="0"/>
            <a:buChar char="•"/>
          </a:pPr>
          <a:r>
            <a:rPr lang="it-IT" dirty="0" err="1"/>
            <a:t>Denormalizzazione</a:t>
          </a:r>
          <a:endParaRPr lang="it-IT" dirty="0"/>
        </a:p>
      </dgm:t>
    </dgm:pt>
    <dgm:pt modelId="{AD7134CD-A79D-46EE-A12C-124BABD90DDC}" type="parTrans" cxnId="{41564C42-3544-4FF2-8930-8B81D779DB70}">
      <dgm:prSet/>
      <dgm:spPr/>
      <dgm:t>
        <a:bodyPr/>
        <a:lstStyle/>
        <a:p>
          <a:endParaRPr lang="it-IT"/>
        </a:p>
      </dgm:t>
    </dgm:pt>
    <dgm:pt modelId="{4CC9C584-03B3-482D-A5D8-B0FC38DB0A21}" type="sibTrans" cxnId="{41564C42-3544-4FF2-8930-8B81D779DB70}">
      <dgm:prSet/>
      <dgm:spPr/>
      <dgm:t>
        <a:bodyPr/>
        <a:lstStyle/>
        <a:p>
          <a:endParaRPr lang="it-IT"/>
        </a:p>
      </dgm:t>
    </dgm:pt>
    <dgm:pt modelId="{7F3571C3-9ACB-417C-812D-0A11EB86A360}">
      <dgm:prSet/>
      <dgm:spPr>
        <a:ln>
          <a:solidFill>
            <a:srgbClr val="C20E1A"/>
          </a:solidFill>
        </a:ln>
      </dgm:spPr>
      <dgm:t>
        <a:bodyPr anchor="t" anchorCtr="0"/>
        <a:lstStyle/>
        <a:p>
          <a:pPr>
            <a:buFont typeface="Arial" panose="020B0604020202020204" pitchFamily="34" charset="0"/>
            <a:buChar char="•"/>
          </a:pPr>
          <a:r>
            <a:rPr lang="it-IT" dirty="0"/>
            <a:t>Checklist</a:t>
          </a:r>
        </a:p>
      </dgm:t>
    </dgm:pt>
    <dgm:pt modelId="{9528D0E5-3F86-4B17-B162-542ABB8D7A8F}" type="parTrans" cxnId="{0D226C52-564D-4825-A133-DCE7E36DEAD1}">
      <dgm:prSet/>
      <dgm:spPr/>
      <dgm:t>
        <a:bodyPr/>
        <a:lstStyle/>
        <a:p>
          <a:endParaRPr lang="it-IT"/>
        </a:p>
      </dgm:t>
    </dgm:pt>
    <dgm:pt modelId="{22C80F03-BC39-434B-B94B-C64DF67ED387}" type="sibTrans" cxnId="{0D226C52-564D-4825-A133-DCE7E36DEAD1}">
      <dgm:prSet/>
      <dgm:spPr/>
      <dgm:t>
        <a:bodyPr/>
        <a:lstStyle/>
        <a:p>
          <a:endParaRPr lang="it-IT"/>
        </a:p>
      </dgm:t>
    </dgm:pt>
    <dgm:pt modelId="{DF4ABCD5-4B1D-465F-A586-AB5650C0B8B4}">
      <dgm:prSet/>
      <dgm:spPr>
        <a:ln>
          <a:solidFill>
            <a:srgbClr val="C20E1A"/>
          </a:solidFill>
        </a:ln>
      </dgm:spPr>
      <dgm:t>
        <a:bodyPr/>
        <a:lstStyle/>
        <a:p>
          <a:pPr>
            <a:buFont typeface="Arial" panose="020B0604020202020204" pitchFamily="34" charset="0"/>
            <a:buChar char="•"/>
          </a:pPr>
          <a:r>
            <a:rPr lang="it-IT"/>
            <a:t>IDENTITY e colonne calcolate</a:t>
          </a:r>
          <a:endParaRPr lang="it-IT" dirty="0"/>
        </a:p>
      </dgm:t>
    </dgm:pt>
    <dgm:pt modelId="{EBD4A578-366B-4DB1-90B0-0AB2FF2A9EB7}" type="parTrans" cxnId="{E6B18C5C-C158-421F-8173-5563A9745749}">
      <dgm:prSet/>
      <dgm:spPr/>
      <dgm:t>
        <a:bodyPr/>
        <a:lstStyle/>
        <a:p>
          <a:endParaRPr lang="it-IT"/>
        </a:p>
      </dgm:t>
    </dgm:pt>
    <dgm:pt modelId="{FBE01A79-752C-41FF-9712-06C054859F5C}" type="sibTrans" cxnId="{E6B18C5C-C158-421F-8173-5563A9745749}">
      <dgm:prSet/>
      <dgm:spPr/>
      <dgm:t>
        <a:bodyPr/>
        <a:lstStyle/>
        <a:p>
          <a:endParaRPr lang="it-IT"/>
        </a:p>
      </dgm:t>
    </dgm:pt>
    <dgm:pt modelId="{002BAE1F-C518-4802-870A-C054D6E15919}">
      <dgm:prSet/>
      <dgm:spPr>
        <a:ln>
          <a:solidFill>
            <a:srgbClr val="C20E1A"/>
          </a:solidFill>
        </a:ln>
      </dgm:spPr>
      <dgm:t>
        <a:bodyPr/>
        <a:lstStyle/>
        <a:p>
          <a:pPr>
            <a:buFont typeface="Arial" panose="020B0604020202020204" pitchFamily="34" charset="0"/>
            <a:buChar char="•"/>
          </a:pPr>
          <a:r>
            <a:rPr lang="it-IT" dirty="0"/>
            <a:t>Big </a:t>
          </a:r>
          <a:r>
            <a:rPr lang="it-IT" dirty="0" err="1"/>
            <a:t>tables</a:t>
          </a:r>
          <a:endParaRPr lang="it-IT" dirty="0"/>
        </a:p>
      </dgm:t>
    </dgm:pt>
    <dgm:pt modelId="{56FB22DC-B4E1-423F-B2F6-1E51AFFA6277}" type="parTrans" cxnId="{0F13D781-B266-4353-BB23-7260AFBC1E3D}">
      <dgm:prSet/>
      <dgm:spPr/>
      <dgm:t>
        <a:bodyPr/>
        <a:lstStyle/>
        <a:p>
          <a:endParaRPr lang="it-IT"/>
        </a:p>
      </dgm:t>
    </dgm:pt>
    <dgm:pt modelId="{C54468F1-4D62-4990-BC45-1612FCA190C3}" type="sibTrans" cxnId="{0F13D781-B266-4353-BB23-7260AFBC1E3D}">
      <dgm:prSet/>
      <dgm:spPr/>
      <dgm:t>
        <a:bodyPr/>
        <a:lstStyle/>
        <a:p>
          <a:endParaRPr lang="it-IT"/>
        </a:p>
      </dgm:t>
    </dgm:pt>
    <dgm:pt modelId="{06DCDF8B-144A-4DDE-8C8C-AB0B5E551470}" type="pres">
      <dgm:prSet presAssocID="{A6D1F62B-6749-4127-BF33-B948C18E53A1}" presName="Name0" presStyleCnt="0">
        <dgm:presLayoutVars>
          <dgm:dir/>
          <dgm:resizeHandles val="exact"/>
        </dgm:presLayoutVars>
      </dgm:prSet>
      <dgm:spPr/>
    </dgm:pt>
    <dgm:pt modelId="{D27675B3-CBC1-4D81-AA80-13CE7334BE69}" type="pres">
      <dgm:prSet presAssocID="{A6D1F62B-6749-4127-BF33-B948C18E53A1}" presName="bkgdShp" presStyleLbl="alignAccFollowNode1" presStyleIdx="0" presStyleCnt="1" custLinFactNeighborX="0" custLinFactNeighborY="930"/>
      <dgm:spPr>
        <a:ln>
          <a:solidFill>
            <a:srgbClr val="C20E1A"/>
          </a:solidFill>
        </a:ln>
      </dgm:spPr>
    </dgm:pt>
    <dgm:pt modelId="{63588C70-A0B9-44A7-AE9F-B257E34B8B88}" type="pres">
      <dgm:prSet presAssocID="{A6D1F62B-6749-4127-BF33-B948C18E53A1}" presName="linComp" presStyleCnt="0"/>
      <dgm:spPr/>
    </dgm:pt>
    <dgm:pt modelId="{61032929-C9AB-4203-B0C8-B19653CCFD80}" type="pres">
      <dgm:prSet presAssocID="{2FB198A0-1714-4D5D-8656-E075BCF10151}" presName="compNode" presStyleCnt="0"/>
      <dgm:spPr/>
    </dgm:pt>
    <dgm:pt modelId="{278E81E2-930D-4299-BB4A-429B1923B8CC}" type="pres">
      <dgm:prSet presAssocID="{2FB198A0-1714-4D5D-8656-E075BCF10151}" presName="node" presStyleLbl="node1" presStyleIdx="0" presStyleCnt="5">
        <dgm:presLayoutVars>
          <dgm:bulletEnabled val="1"/>
        </dgm:presLayoutVars>
      </dgm:prSet>
      <dgm:spPr/>
    </dgm:pt>
    <dgm:pt modelId="{7966EECC-426C-4BCE-B86F-5739FE724519}" type="pres">
      <dgm:prSet presAssocID="{2FB198A0-1714-4D5D-8656-E075BCF10151}" presName="invisiNode" presStyleLbl="node1" presStyleIdx="0" presStyleCnt="5"/>
      <dgm:spPr/>
    </dgm:pt>
    <dgm:pt modelId="{820E0940-A629-4F3E-BA84-620FC446B63B}" type="pres">
      <dgm:prSet presAssocID="{2FB198A0-1714-4D5D-8656-E075BCF10151}" presName="imagNode" presStyleLbl="fgImgPlace1" presStyleIdx="0" presStyleCnt="5" custScaleX="100001" custScaleY="100001"/>
      <dgm:spPr>
        <a:blipFill>
          <a:blip xmlns:r="http://schemas.openxmlformats.org/officeDocument/2006/relationships">
            <a:extLst>
              <a:ext uri="{96DAC541-7B7A-43D3-8B79-37D633B846F1}">
                <asvg:svgBlip xmlns:asvg="http://schemas.microsoft.com/office/drawing/2016/SVG/main" r:embed="rId1"/>
              </a:ext>
            </a:extLst>
          </a:blip>
          <a:srcRect/>
          <a:stretch>
            <a:fillRect t="-8000" b="-8000"/>
          </a:stretch>
        </a:blipFill>
        <a:ln>
          <a:solidFill>
            <a:srgbClr val="C20E1A"/>
          </a:solidFill>
        </a:ln>
      </dgm:spPr>
      <dgm:extLst>
        <a:ext uri="{E40237B7-FDA0-4F09-8148-C483321AD2D9}">
          <dgm14:cNvPr xmlns:dgm14="http://schemas.microsoft.com/office/drawing/2010/diagram" id="0" name="" descr="Gerarchia con riempimento a tinta unita"/>
        </a:ext>
      </dgm:extLst>
    </dgm:pt>
    <dgm:pt modelId="{D8783325-6210-4DED-9C6E-86BBF7F00C2D}" type="pres">
      <dgm:prSet presAssocID="{C4510213-4CD4-4865-91F9-9490F01B9AF6}" presName="sibTrans" presStyleLbl="sibTrans2D1" presStyleIdx="0" presStyleCnt="0"/>
      <dgm:spPr/>
    </dgm:pt>
    <dgm:pt modelId="{54798144-41ED-4E49-91CB-4D425676BDF3}" type="pres">
      <dgm:prSet presAssocID="{51C28666-D447-4B0A-9D45-58EAAAF4C45B}" presName="compNode" presStyleCnt="0"/>
      <dgm:spPr/>
    </dgm:pt>
    <dgm:pt modelId="{58EDBEB8-0D9B-41C8-BAC2-2E69CD618183}" type="pres">
      <dgm:prSet presAssocID="{51C28666-D447-4B0A-9D45-58EAAAF4C45B}" presName="node" presStyleLbl="node1" presStyleIdx="1" presStyleCnt="5">
        <dgm:presLayoutVars>
          <dgm:bulletEnabled val="1"/>
        </dgm:presLayoutVars>
      </dgm:prSet>
      <dgm:spPr/>
    </dgm:pt>
    <dgm:pt modelId="{B97801AF-267A-45C7-B996-9DF3BAA0A629}" type="pres">
      <dgm:prSet presAssocID="{51C28666-D447-4B0A-9D45-58EAAAF4C45B}" presName="invisiNode" presStyleLbl="node1" presStyleIdx="1" presStyleCnt="5"/>
      <dgm:spPr/>
    </dgm:pt>
    <dgm:pt modelId="{E6F33BB0-5AF0-4D49-A2DF-B843F0E6783C}" type="pres">
      <dgm:prSet presAssocID="{51C28666-D447-4B0A-9D45-58EAAAF4C45B}" presName="imagNode" presStyleLbl="fgImgPlace1" presStyleIdx="1" presStyleCnt="5"/>
      <dgm:spPr>
        <a:blipFill>
          <a:blip xmlns:r="http://schemas.openxmlformats.org/officeDocument/2006/relationships">
            <a:extLst>
              <a:ext uri="{96DAC541-7B7A-43D3-8B79-37D633B846F1}">
                <asvg:svgBlip xmlns:asvg="http://schemas.microsoft.com/office/drawing/2016/SVG/main" r:embed="rId2"/>
              </a:ext>
            </a:extLst>
          </a:blip>
          <a:srcRect/>
          <a:stretch>
            <a:fillRect t="-8000" b="-8000"/>
          </a:stretch>
        </a:blipFill>
        <a:ln>
          <a:solidFill>
            <a:srgbClr val="C20E1A"/>
          </a:solidFill>
        </a:ln>
      </dgm:spPr>
      <dgm:extLst>
        <a:ext uri="{E40237B7-FDA0-4F09-8148-C483321AD2D9}">
          <dgm14:cNvPr xmlns:dgm14="http://schemas.microsoft.com/office/drawing/2010/diagram" id="0" name="" descr="Tabella con riempimento a tinta unita"/>
        </a:ext>
      </dgm:extLst>
    </dgm:pt>
    <dgm:pt modelId="{4CAA2775-7F36-415D-841D-A58AA1687C77}" type="pres">
      <dgm:prSet presAssocID="{3994FE86-EFE3-43FE-85C1-A1162D6271C7}" presName="sibTrans" presStyleLbl="sibTrans2D1" presStyleIdx="0" presStyleCnt="0"/>
      <dgm:spPr/>
    </dgm:pt>
    <dgm:pt modelId="{829340DB-A550-4132-86C9-7C44F8539202}" type="pres">
      <dgm:prSet presAssocID="{5CBF31A6-E422-4451-B62E-737400DA8498}" presName="compNode" presStyleCnt="0"/>
      <dgm:spPr/>
    </dgm:pt>
    <dgm:pt modelId="{6A1F988B-DE1B-458A-9EA7-BB35FE57DC74}" type="pres">
      <dgm:prSet presAssocID="{5CBF31A6-E422-4451-B62E-737400DA8498}" presName="node" presStyleLbl="node1" presStyleIdx="2" presStyleCnt="5" custLinFactNeighborX="0" custLinFactNeighborY="381">
        <dgm:presLayoutVars>
          <dgm:bulletEnabled val="1"/>
        </dgm:presLayoutVars>
      </dgm:prSet>
      <dgm:spPr/>
    </dgm:pt>
    <dgm:pt modelId="{E98E9E03-768B-42F9-90ED-D7D598753E7F}" type="pres">
      <dgm:prSet presAssocID="{5CBF31A6-E422-4451-B62E-737400DA8498}" presName="invisiNode" presStyleLbl="node1" presStyleIdx="2" presStyleCnt="5"/>
      <dgm:spPr/>
    </dgm:pt>
    <dgm:pt modelId="{38AF4963-AAA9-4E30-ABE4-C8382111EE81}" type="pres">
      <dgm:prSet presAssocID="{5CBF31A6-E422-4451-B62E-737400DA8498}" presName="imagNode" presStyleLbl="fgImgPlace1" presStyleIdx="2" presStyleCnt="5"/>
      <dgm:spPr>
        <a:blipFill dpi="0" rotWithShape="1">
          <a:blip xmlns:r="http://schemas.openxmlformats.org/officeDocument/2006/relationships">
            <a:extLst>
              <a:ext uri="{96DAC541-7B7A-43D3-8B79-37D633B846F1}">
                <asvg:svgBlip xmlns:asvg="http://schemas.microsoft.com/office/drawing/2016/SVG/main" r:embed="rId3"/>
              </a:ext>
            </a:extLst>
          </a:blip>
          <a:srcRect/>
          <a:stretch>
            <a:fillRect l="6720" r="6720"/>
          </a:stretch>
        </a:blipFill>
        <a:ln>
          <a:solidFill>
            <a:srgbClr val="C20E1A"/>
          </a:solidFill>
        </a:ln>
      </dgm:spPr>
      <dgm:extLst>
        <a:ext uri="{E40237B7-FDA0-4F09-8148-C483321AD2D9}">
          <dgm14:cNvPr xmlns:dgm14="http://schemas.microsoft.com/office/drawing/2010/diagram" id="0" name="" descr="Matita con riempimento a tinta unita"/>
        </a:ext>
      </dgm:extLst>
    </dgm:pt>
    <dgm:pt modelId="{BFEB1368-E2FF-42D5-A6E7-027ED0A9B185}" type="pres">
      <dgm:prSet presAssocID="{1E6245A8-C582-42F7-B1C4-717977BAED51}" presName="sibTrans" presStyleLbl="sibTrans2D1" presStyleIdx="0" presStyleCnt="0"/>
      <dgm:spPr/>
    </dgm:pt>
    <dgm:pt modelId="{CB0DA1CF-2E8A-4120-85BA-8F37B57B2A51}" type="pres">
      <dgm:prSet presAssocID="{69F305E5-F72E-496A-B695-369648AE165F}" presName="compNode" presStyleCnt="0"/>
      <dgm:spPr/>
    </dgm:pt>
    <dgm:pt modelId="{39E080BF-A278-4C2E-944E-BF966591CAC9}" type="pres">
      <dgm:prSet presAssocID="{69F305E5-F72E-496A-B695-369648AE165F}" presName="node" presStyleLbl="node1" presStyleIdx="3" presStyleCnt="5" custLinFactNeighborX="0" custLinFactNeighborY="381">
        <dgm:presLayoutVars>
          <dgm:bulletEnabled val="1"/>
        </dgm:presLayoutVars>
      </dgm:prSet>
      <dgm:spPr/>
    </dgm:pt>
    <dgm:pt modelId="{80CE2725-D237-4709-BDC7-6D9DE06CF7E1}" type="pres">
      <dgm:prSet presAssocID="{69F305E5-F72E-496A-B695-369648AE165F}" presName="invisiNode" presStyleLbl="node1" presStyleIdx="3" presStyleCnt="5"/>
      <dgm:spPr/>
    </dgm:pt>
    <dgm:pt modelId="{FFE68A80-8BD7-42B3-8EE4-2EDBA63F756C}" type="pres">
      <dgm:prSet presAssocID="{69F305E5-F72E-496A-B695-369648AE165F}" presName="imagNode" presStyleLbl="fgImgPlace1" presStyleIdx="3" presStyleCnt="5" custLinFactNeighborX="0" custLinFactNeighborY="634"/>
      <dgm:spPr>
        <a:blipFill dpi="0" rotWithShape="1">
          <a:blip xmlns:r="http://schemas.openxmlformats.org/officeDocument/2006/relationships">
            <a:extLst>
              <a:ext uri="{96DAC541-7B7A-43D3-8B79-37D633B846F1}">
                <asvg:svgBlip xmlns:asvg="http://schemas.microsoft.com/office/drawing/2016/SVG/main" r:embed="rId4"/>
              </a:ext>
            </a:extLst>
          </a:blip>
          <a:srcRect/>
          <a:stretch>
            <a:fillRect l="6720" r="6720"/>
          </a:stretch>
        </a:blipFill>
        <a:ln>
          <a:solidFill>
            <a:srgbClr val="C20E1A"/>
          </a:solidFill>
        </a:ln>
      </dgm:spPr>
      <dgm:extLst>
        <a:ext uri="{E40237B7-FDA0-4F09-8148-C483321AD2D9}">
          <dgm14:cNvPr xmlns:dgm14="http://schemas.microsoft.com/office/drawing/2010/diagram" id="0" name="" descr="Rifiuti contorno"/>
        </a:ext>
      </dgm:extLst>
    </dgm:pt>
    <dgm:pt modelId="{B4D853CB-541C-419F-8D2A-E51FA974AFFD}" type="pres">
      <dgm:prSet presAssocID="{C47C920A-CF95-489A-BD08-FFAF01D67A5C}" presName="sibTrans" presStyleLbl="sibTrans2D1" presStyleIdx="0" presStyleCnt="0"/>
      <dgm:spPr/>
    </dgm:pt>
    <dgm:pt modelId="{9F3B4A4B-00CB-4E7A-A84D-DDE0EF61AD0F}" type="pres">
      <dgm:prSet presAssocID="{7F3571C3-9ACB-417C-812D-0A11EB86A360}" presName="compNode" presStyleCnt="0"/>
      <dgm:spPr/>
    </dgm:pt>
    <dgm:pt modelId="{A64059FB-552F-47E0-9D3E-11BF2DA03F3A}" type="pres">
      <dgm:prSet presAssocID="{7F3571C3-9ACB-417C-812D-0A11EB86A360}" presName="node" presStyleLbl="node1" presStyleIdx="4" presStyleCnt="5">
        <dgm:presLayoutVars>
          <dgm:bulletEnabled val="1"/>
        </dgm:presLayoutVars>
      </dgm:prSet>
      <dgm:spPr/>
    </dgm:pt>
    <dgm:pt modelId="{A3058BE8-9D0E-46D3-B24D-980FA35A4C12}" type="pres">
      <dgm:prSet presAssocID="{7F3571C3-9ACB-417C-812D-0A11EB86A360}" presName="invisiNode" presStyleLbl="node1" presStyleIdx="4" presStyleCnt="5"/>
      <dgm:spPr/>
    </dgm:pt>
    <dgm:pt modelId="{65782D9A-E731-4D37-8B14-94F2BDFA36C0}" type="pres">
      <dgm:prSet presAssocID="{7F3571C3-9ACB-417C-812D-0A11EB86A360}" presName="imagNode" presStyleLbl="fgImgPlace1" presStyleIdx="4" presStyleCnt="5"/>
      <dgm:spPr>
        <a:blipFill dpi="0" rotWithShape="1">
          <a:blip xmlns:r="http://schemas.openxmlformats.org/officeDocument/2006/relationships">
            <a:extLst>
              <a:ext uri="{96DAC541-7B7A-43D3-8B79-37D633B846F1}">
                <asvg:svgBlip xmlns:asvg="http://schemas.microsoft.com/office/drawing/2016/SVG/main" r:embed="rId5"/>
              </a:ext>
            </a:extLst>
          </a:blip>
          <a:srcRect/>
          <a:stretch>
            <a:fillRect l="6720" r="6720"/>
          </a:stretch>
        </a:blipFill>
        <a:ln>
          <a:solidFill>
            <a:srgbClr val="C20E1A"/>
          </a:solidFill>
        </a:ln>
      </dgm:spPr>
      <dgm:extLst>
        <a:ext uri="{E40237B7-FDA0-4F09-8148-C483321AD2D9}">
          <dgm14:cNvPr xmlns:dgm14="http://schemas.microsoft.com/office/drawing/2010/diagram" id="0" name="" descr="Varie con riempimento a tinta unita"/>
        </a:ext>
      </dgm:extLst>
    </dgm:pt>
  </dgm:ptLst>
  <dgm:cxnLst>
    <dgm:cxn modelId="{A22E5000-C4CB-488A-95FB-8A0FF62AC0EE}" type="presOf" srcId="{7F3571C3-9ACB-417C-812D-0A11EB86A360}" destId="{A64059FB-552F-47E0-9D3E-11BF2DA03F3A}" srcOrd="0" destOrd="0" presId="urn:microsoft.com/office/officeart/2005/8/layout/pList2"/>
    <dgm:cxn modelId="{64972808-BBF5-4DDB-B641-DE3344E142B4}" type="presOf" srcId="{C4510213-4CD4-4865-91F9-9490F01B9AF6}" destId="{D8783325-6210-4DED-9C6E-86BBF7F00C2D}" srcOrd="0" destOrd="0" presId="urn:microsoft.com/office/officeart/2005/8/layout/pList2"/>
    <dgm:cxn modelId="{EF2C1009-6448-4949-B691-B11FDA852CF3}" type="presOf" srcId="{3994FE86-EFE3-43FE-85C1-A1162D6271C7}" destId="{4CAA2775-7F36-415D-841D-A58AA1687C77}" srcOrd="0" destOrd="0" presId="urn:microsoft.com/office/officeart/2005/8/layout/pList2"/>
    <dgm:cxn modelId="{D590EC09-0DAC-4CCD-B16D-4AC385B2CA51}" srcId="{51C28666-D447-4B0A-9D45-58EAAAF4C45B}" destId="{D27FDA1A-92E1-45CC-80EC-FEB6EDAF8063}" srcOrd="1" destOrd="0" parTransId="{FF16E574-AE17-4ECF-AA07-789695DB4AA0}" sibTransId="{EA72DAD2-E33C-4B5F-AB5F-6DAC7129A25A}"/>
    <dgm:cxn modelId="{194F612F-7D47-4E05-807E-D3370B1BBAC4}" srcId="{51C28666-D447-4B0A-9D45-58EAAAF4C45B}" destId="{53108772-0380-4A20-BA63-BA632A278629}" srcOrd="0" destOrd="0" parTransId="{EA984A75-1A4C-4479-88BE-94DB790DD3DB}" sibTransId="{B3C3CB41-C4A7-4FC1-A945-78D49F483F33}"/>
    <dgm:cxn modelId="{CDDF9531-5472-4F21-A54A-7BFB09D1F544}" srcId="{5CBF31A6-E422-4451-B62E-737400DA8498}" destId="{60FF2340-5FB3-490D-A782-4C3761E9BC47}" srcOrd="1" destOrd="0" parTransId="{55579DFD-3431-4AA4-94B1-C1C89F094C11}" sibTransId="{C4D80E53-2208-40C2-9B2F-C1BF32EABC2E}"/>
    <dgm:cxn modelId="{DB16E436-0238-4859-B2EB-2A7312C9E43C}" srcId="{51C28666-D447-4B0A-9D45-58EAAAF4C45B}" destId="{45BB9372-096F-4326-8AB3-27AA3A9C1BF1}" srcOrd="2" destOrd="0" parTransId="{0BFA724C-8974-4458-BE9A-25B6FE43DD33}" sibTransId="{08B984F4-8A69-4115-9AD6-0FE4CDA5D9A0}"/>
    <dgm:cxn modelId="{FB890A38-A96C-478F-889E-9D56555BEF55}" type="presOf" srcId="{B214506A-9513-458E-8BD6-AE8FE376365D}" destId="{278E81E2-930D-4299-BB4A-429B1923B8CC}" srcOrd="0" destOrd="3" presId="urn:microsoft.com/office/officeart/2005/8/layout/pList2"/>
    <dgm:cxn modelId="{E6B18C5C-C158-421F-8173-5563A9745749}" srcId="{51C28666-D447-4B0A-9D45-58EAAAF4C45B}" destId="{DF4ABCD5-4B1D-465F-A586-AB5650C0B8B4}" srcOrd="3" destOrd="0" parTransId="{EBD4A578-366B-4DB1-90B0-0AB2FF2A9EB7}" sibTransId="{FBE01A79-752C-41FF-9712-06C054859F5C}"/>
    <dgm:cxn modelId="{E56A0362-328F-4EAF-8C64-156992787D1B}" type="presOf" srcId="{C47C920A-CF95-489A-BD08-FFAF01D67A5C}" destId="{B4D853CB-541C-419F-8D2A-E51FA974AFFD}" srcOrd="0" destOrd="0" presId="urn:microsoft.com/office/officeart/2005/8/layout/pList2"/>
    <dgm:cxn modelId="{41564C42-3544-4FF2-8930-8B81D779DB70}" srcId="{2FB198A0-1714-4D5D-8656-E075BCF10151}" destId="{B214506A-9513-458E-8BD6-AE8FE376365D}" srcOrd="2" destOrd="0" parTransId="{AD7134CD-A79D-46EE-A12C-124BABD90DDC}" sibTransId="{4CC9C584-03B3-482D-A5D8-B0FC38DB0A21}"/>
    <dgm:cxn modelId="{183FE943-0D9E-4BDB-90BB-EAE2A0BDFA8B}" type="presOf" srcId="{2FB198A0-1714-4D5D-8656-E075BCF10151}" destId="{278E81E2-930D-4299-BB4A-429B1923B8CC}" srcOrd="0" destOrd="0" presId="urn:microsoft.com/office/officeart/2005/8/layout/pList2"/>
    <dgm:cxn modelId="{2E8A4765-B4F9-4EE9-B000-C355347000FF}" type="presOf" srcId="{002BAE1F-C518-4802-870A-C054D6E15919}" destId="{6A1F988B-DE1B-458A-9EA7-BB35FE57DC74}" srcOrd="0" destOrd="3" presId="urn:microsoft.com/office/officeart/2005/8/layout/pList2"/>
    <dgm:cxn modelId="{0D9F0D46-8B2B-41F4-B1E7-44117F5658AC}" type="presOf" srcId="{60FF2340-5FB3-490D-A782-4C3761E9BC47}" destId="{6A1F988B-DE1B-458A-9EA7-BB35FE57DC74}" srcOrd="0" destOrd="2" presId="urn:microsoft.com/office/officeart/2005/8/layout/pList2"/>
    <dgm:cxn modelId="{54E09A4A-7D90-4797-AF6E-F2FF6BCD6F46}" type="presOf" srcId="{53108772-0380-4A20-BA63-BA632A278629}" destId="{58EDBEB8-0D9B-41C8-BAC2-2E69CD618183}" srcOrd="0" destOrd="1" presId="urn:microsoft.com/office/officeart/2005/8/layout/pList2"/>
    <dgm:cxn modelId="{0D226C52-564D-4825-A133-DCE7E36DEAD1}" srcId="{A6D1F62B-6749-4127-BF33-B948C18E53A1}" destId="{7F3571C3-9ACB-417C-812D-0A11EB86A360}" srcOrd="4" destOrd="0" parTransId="{9528D0E5-3F86-4B17-B162-542ABB8D7A8F}" sibTransId="{22C80F03-BC39-434B-B94B-C64DF67ED387}"/>
    <dgm:cxn modelId="{CBD31878-0EBB-4ED6-8D4F-4EE694555F73}" type="presOf" srcId="{51C28666-D447-4B0A-9D45-58EAAAF4C45B}" destId="{58EDBEB8-0D9B-41C8-BAC2-2E69CD618183}" srcOrd="0" destOrd="0" presId="urn:microsoft.com/office/officeart/2005/8/layout/pList2"/>
    <dgm:cxn modelId="{9644B259-3E42-4FCB-814F-1752241516EB}" type="presOf" srcId="{0DEA05F1-C0DA-42CA-B513-1D07AE7C3B4B}" destId="{278E81E2-930D-4299-BB4A-429B1923B8CC}" srcOrd="0" destOrd="1" presId="urn:microsoft.com/office/officeart/2005/8/layout/pList2"/>
    <dgm:cxn modelId="{5E856F7F-9F16-44C8-8344-BDD5222D54C6}" srcId="{A6D1F62B-6749-4127-BF33-B948C18E53A1}" destId="{5CBF31A6-E422-4451-B62E-737400DA8498}" srcOrd="2" destOrd="0" parTransId="{8CA55899-402A-419A-953C-E4450B950111}" sibTransId="{1E6245A8-C582-42F7-B1C4-717977BAED51}"/>
    <dgm:cxn modelId="{0F13D781-B266-4353-BB23-7260AFBC1E3D}" srcId="{5CBF31A6-E422-4451-B62E-737400DA8498}" destId="{002BAE1F-C518-4802-870A-C054D6E15919}" srcOrd="2" destOrd="0" parTransId="{56FB22DC-B4E1-423F-B2F6-1E51AFFA6277}" sibTransId="{C54468F1-4D62-4990-BC45-1612FCA190C3}"/>
    <dgm:cxn modelId="{E1E15485-FB29-4D9F-A667-91E8C8D1B29B}" type="presOf" srcId="{DF4ABCD5-4B1D-465F-A586-AB5650C0B8B4}" destId="{58EDBEB8-0D9B-41C8-BAC2-2E69CD618183}" srcOrd="0" destOrd="4" presId="urn:microsoft.com/office/officeart/2005/8/layout/pList2"/>
    <dgm:cxn modelId="{9CCC9687-F043-4711-96AD-DA2A6F9BD4D4}" type="presOf" srcId="{A6D1F62B-6749-4127-BF33-B948C18E53A1}" destId="{06DCDF8B-144A-4DDE-8C8C-AB0B5E551470}" srcOrd="0" destOrd="0" presId="urn:microsoft.com/office/officeart/2005/8/layout/pList2"/>
    <dgm:cxn modelId="{CB21728C-903B-4552-9955-EB1991BEB207}" type="presOf" srcId="{5CBF31A6-E422-4451-B62E-737400DA8498}" destId="{6A1F988B-DE1B-458A-9EA7-BB35FE57DC74}" srcOrd="0" destOrd="0" presId="urn:microsoft.com/office/officeart/2005/8/layout/pList2"/>
    <dgm:cxn modelId="{0C8D988E-D719-4B03-81B0-7DF8D4D2ED06}" type="presOf" srcId="{F75A4402-9271-46B7-AED0-2D3032068868}" destId="{6A1F988B-DE1B-458A-9EA7-BB35FE57DC74}" srcOrd="0" destOrd="1" presId="urn:microsoft.com/office/officeart/2005/8/layout/pList2"/>
    <dgm:cxn modelId="{C176A59E-F2FC-40E0-8A22-07A5E1B41A00}" srcId="{5CBF31A6-E422-4451-B62E-737400DA8498}" destId="{F75A4402-9271-46B7-AED0-2D3032068868}" srcOrd="0" destOrd="0" parTransId="{3528218E-A868-4FA3-94C8-4CF601B7317A}" sibTransId="{ED4A72D2-A54A-40D1-88E6-4C67004BDE73}"/>
    <dgm:cxn modelId="{891B04B0-FE4A-463B-A099-65CE65836F0B}" type="presOf" srcId="{1DD11827-D47B-4997-B821-EB0203AD2F2B}" destId="{278E81E2-930D-4299-BB4A-429B1923B8CC}" srcOrd="0" destOrd="2" presId="urn:microsoft.com/office/officeart/2005/8/layout/pList2"/>
    <dgm:cxn modelId="{F7C931B7-680E-4C1F-BED9-6BB851C3A0D1}" srcId="{A6D1F62B-6749-4127-BF33-B948C18E53A1}" destId="{69F305E5-F72E-496A-B695-369648AE165F}" srcOrd="3" destOrd="0" parTransId="{17225EA7-43C5-4888-8D23-0F6F264200E6}" sibTransId="{C47C920A-CF95-489A-BD08-FFAF01D67A5C}"/>
    <dgm:cxn modelId="{FCFA18B9-FA7D-411B-A9B7-70C9B8E67110}" srcId="{A6D1F62B-6749-4127-BF33-B948C18E53A1}" destId="{51C28666-D447-4B0A-9D45-58EAAAF4C45B}" srcOrd="1" destOrd="0" parTransId="{4603A966-9B49-4831-8263-104779E5CE66}" sibTransId="{3994FE86-EFE3-43FE-85C1-A1162D6271C7}"/>
    <dgm:cxn modelId="{296E7FBC-5BEC-4D79-9E2C-2D8338BDBE52}" type="presOf" srcId="{69F305E5-F72E-496A-B695-369648AE165F}" destId="{39E080BF-A278-4C2E-944E-BF966591CAC9}" srcOrd="0" destOrd="0" presId="urn:microsoft.com/office/officeart/2005/8/layout/pList2"/>
    <dgm:cxn modelId="{28EB3FBF-2885-4367-9D65-494221D09C5E}" srcId="{2FB198A0-1714-4D5D-8656-E075BCF10151}" destId="{1DD11827-D47B-4997-B821-EB0203AD2F2B}" srcOrd="1" destOrd="0" parTransId="{8C60E279-DCCD-434F-9122-41C31BE98F30}" sibTransId="{157E78DD-7021-444C-8724-FBACA241AC21}"/>
    <dgm:cxn modelId="{36022CCF-2AB2-4BC9-8035-F41F81078569}" type="presOf" srcId="{1E6245A8-C582-42F7-B1C4-717977BAED51}" destId="{BFEB1368-E2FF-42D5-A6E7-027ED0A9B185}" srcOrd="0" destOrd="0" presId="urn:microsoft.com/office/officeart/2005/8/layout/pList2"/>
    <dgm:cxn modelId="{F4C146D5-3401-4867-A6DB-77E7BC0DBCC4}" srcId="{2FB198A0-1714-4D5D-8656-E075BCF10151}" destId="{0DEA05F1-C0DA-42CA-B513-1D07AE7C3B4B}" srcOrd="0" destOrd="0" parTransId="{61042808-7344-4A32-8299-4EF8AF4747DA}" sibTransId="{5B49E091-3E50-40C8-AF98-D2DBF1FF1F39}"/>
    <dgm:cxn modelId="{6A44BDE3-E0BC-4960-8E19-5F9FFBADBB39}" type="presOf" srcId="{D27FDA1A-92E1-45CC-80EC-FEB6EDAF8063}" destId="{58EDBEB8-0D9B-41C8-BAC2-2E69CD618183}" srcOrd="0" destOrd="2" presId="urn:microsoft.com/office/officeart/2005/8/layout/pList2"/>
    <dgm:cxn modelId="{22E17AE5-481C-44B1-BAEC-8A9615112D17}" srcId="{A6D1F62B-6749-4127-BF33-B948C18E53A1}" destId="{2FB198A0-1714-4D5D-8656-E075BCF10151}" srcOrd="0" destOrd="0" parTransId="{61A79EF9-7BEC-42D8-999F-5525070377BE}" sibTransId="{C4510213-4CD4-4865-91F9-9490F01B9AF6}"/>
    <dgm:cxn modelId="{23F8B2E7-0473-4265-A838-C6D780765401}" type="presOf" srcId="{45BB9372-096F-4326-8AB3-27AA3A9C1BF1}" destId="{58EDBEB8-0D9B-41C8-BAC2-2E69CD618183}" srcOrd="0" destOrd="3" presId="urn:microsoft.com/office/officeart/2005/8/layout/pList2"/>
    <dgm:cxn modelId="{71AF04CF-34B2-4058-8BFD-92C1042876D1}" type="presParOf" srcId="{06DCDF8B-144A-4DDE-8C8C-AB0B5E551470}" destId="{D27675B3-CBC1-4D81-AA80-13CE7334BE69}" srcOrd="0" destOrd="0" presId="urn:microsoft.com/office/officeart/2005/8/layout/pList2"/>
    <dgm:cxn modelId="{EEDE1205-DE86-4906-9116-13A45F9CEA61}" type="presParOf" srcId="{06DCDF8B-144A-4DDE-8C8C-AB0B5E551470}" destId="{63588C70-A0B9-44A7-AE9F-B257E34B8B88}" srcOrd="1" destOrd="0" presId="urn:microsoft.com/office/officeart/2005/8/layout/pList2"/>
    <dgm:cxn modelId="{A395FD46-B0EE-4863-B759-4F786EB30E22}" type="presParOf" srcId="{63588C70-A0B9-44A7-AE9F-B257E34B8B88}" destId="{61032929-C9AB-4203-B0C8-B19653CCFD80}" srcOrd="0" destOrd="0" presId="urn:microsoft.com/office/officeart/2005/8/layout/pList2"/>
    <dgm:cxn modelId="{D18A1C73-F975-4B40-BF6F-99BFA0BECAF9}" type="presParOf" srcId="{61032929-C9AB-4203-B0C8-B19653CCFD80}" destId="{278E81E2-930D-4299-BB4A-429B1923B8CC}" srcOrd="0" destOrd="0" presId="urn:microsoft.com/office/officeart/2005/8/layout/pList2"/>
    <dgm:cxn modelId="{8FC415AA-284B-46A0-A246-9025CE3E86D7}" type="presParOf" srcId="{61032929-C9AB-4203-B0C8-B19653CCFD80}" destId="{7966EECC-426C-4BCE-B86F-5739FE724519}" srcOrd="1" destOrd="0" presId="urn:microsoft.com/office/officeart/2005/8/layout/pList2"/>
    <dgm:cxn modelId="{B014E7D8-9403-4938-8B58-B71DD1B76C0D}" type="presParOf" srcId="{61032929-C9AB-4203-B0C8-B19653CCFD80}" destId="{820E0940-A629-4F3E-BA84-620FC446B63B}" srcOrd="2" destOrd="0" presId="urn:microsoft.com/office/officeart/2005/8/layout/pList2"/>
    <dgm:cxn modelId="{3480B49A-2B3B-4C29-88E9-FD5FD9043F8F}" type="presParOf" srcId="{63588C70-A0B9-44A7-AE9F-B257E34B8B88}" destId="{D8783325-6210-4DED-9C6E-86BBF7F00C2D}" srcOrd="1" destOrd="0" presId="urn:microsoft.com/office/officeart/2005/8/layout/pList2"/>
    <dgm:cxn modelId="{908BACB5-6903-4271-A0D8-86FFAB7B6489}" type="presParOf" srcId="{63588C70-A0B9-44A7-AE9F-B257E34B8B88}" destId="{54798144-41ED-4E49-91CB-4D425676BDF3}" srcOrd="2" destOrd="0" presId="urn:microsoft.com/office/officeart/2005/8/layout/pList2"/>
    <dgm:cxn modelId="{382C56F8-3123-4E3E-9E0D-FF5F9B1DE621}" type="presParOf" srcId="{54798144-41ED-4E49-91CB-4D425676BDF3}" destId="{58EDBEB8-0D9B-41C8-BAC2-2E69CD618183}" srcOrd="0" destOrd="0" presId="urn:microsoft.com/office/officeart/2005/8/layout/pList2"/>
    <dgm:cxn modelId="{351AD918-6C4C-475B-8D09-8F517F6FA7BA}" type="presParOf" srcId="{54798144-41ED-4E49-91CB-4D425676BDF3}" destId="{B97801AF-267A-45C7-B996-9DF3BAA0A629}" srcOrd="1" destOrd="0" presId="urn:microsoft.com/office/officeart/2005/8/layout/pList2"/>
    <dgm:cxn modelId="{46CAFE1F-6660-4883-BFAF-032C11954D30}" type="presParOf" srcId="{54798144-41ED-4E49-91CB-4D425676BDF3}" destId="{E6F33BB0-5AF0-4D49-A2DF-B843F0E6783C}" srcOrd="2" destOrd="0" presId="urn:microsoft.com/office/officeart/2005/8/layout/pList2"/>
    <dgm:cxn modelId="{D91B1F12-3F7C-4669-B342-7239B19E067C}" type="presParOf" srcId="{63588C70-A0B9-44A7-AE9F-B257E34B8B88}" destId="{4CAA2775-7F36-415D-841D-A58AA1687C77}" srcOrd="3" destOrd="0" presId="urn:microsoft.com/office/officeart/2005/8/layout/pList2"/>
    <dgm:cxn modelId="{520345AE-8023-4238-89D6-FDA843A46FDA}" type="presParOf" srcId="{63588C70-A0B9-44A7-AE9F-B257E34B8B88}" destId="{829340DB-A550-4132-86C9-7C44F8539202}" srcOrd="4" destOrd="0" presId="urn:microsoft.com/office/officeart/2005/8/layout/pList2"/>
    <dgm:cxn modelId="{A7F93538-9491-4761-A0D3-DD6A7DB79877}" type="presParOf" srcId="{829340DB-A550-4132-86C9-7C44F8539202}" destId="{6A1F988B-DE1B-458A-9EA7-BB35FE57DC74}" srcOrd="0" destOrd="0" presId="urn:microsoft.com/office/officeart/2005/8/layout/pList2"/>
    <dgm:cxn modelId="{8AA18466-B67F-4E2F-A2C1-5FC90A143C3C}" type="presParOf" srcId="{829340DB-A550-4132-86C9-7C44F8539202}" destId="{E98E9E03-768B-42F9-90ED-D7D598753E7F}" srcOrd="1" destOrd="0" presId="urn:microsoft.com/office/officeart/2005/8/layout/pList2"/>
    <dgm:cxn modelId="{30881235-2491-4CDD-96AB-9A5CCC976B7C}" type="presParOf" srcId="{829340DB-A550-4132-86C9-7C44F8539202}" destId="{38AF4963-AAA9-4E30-ABE4-C8382111EE81}" srcOrd="2" destOrd="0" presId="urn:microsoft.com/office/officeart/2005/8/layout/pList2"/>
    <dgm:cxn modelId="{16183DE6-B5F3-46AC-AA51-9BAE59BFFFC2}" type="presParOf" srcId="{63588C70-A0B9-44A7-AE9F-B257E34B8B88}" destId="{BFEB1368-E2FF-42D5-A6E7-027ED0A9B185}" srcOrd="5" destOrd="0" presId="urn:microsoft.com/office/officeart/2005/8/layout/pList2"/>
    <dgm:cxn modelId="{68E14317-A8CA-4F54-8EE5-8E9D0240FA2C}" type="presParOf" srcId="{63588C70-A0B9-44A7-AE9F-B257E34B8B88}" destId="{CB0DA1CF-2E8A-4120-85BA-8F37B57B2A51}" srcOrd="6" destOrd="0" presId="urn:microsoft.com/office/officeart/2005/8/layout/pList2"/>
    <dgm:cxn modelId="{FFCE5A49-C925-4B30-8420-336C17578D00}" type="presParOf" srcId="{CB0DA1CF-2E8A-4120-85BA-8F37B57B2A51}" destId="{39E080BF-A278-4C2E-944E-BF966591CAC9}" srcOrd="0" destOrd="0" presId="urn:microsoft.com/office/officeart/2005/8/layout/pList2"/>
    <dgm:cxn modelId="{5902527F-6CE4-49C4-9C00-A8228F07DB4B}" type="presParOf" srcId="{CB0DA1CF-2E8A-4120-85BA-8F37B57B2A51}" destId="{80CE2725-D237-4709-BDC7-6D9DE06CF7E1}" srcOrd="1" destOrd="0" presId="urn:microsoft.com/office/officeart/2005/8/layout/pList2"/>
    <dgm:cxn modelId="{5195C485-5F44-4FE9-9D0D-2B7BD4D17635}" type="presParOf" srcId="{CB0DA1CF-2E8A-4120-85BA-8F37B57B2A51}" destId="{FFE68A80-8BD7-42B3-8EE4-2EDBA63F756C}" srcOrd="2" destOrd="0" presId="urn:microsoft.com/office/officeart/2005/8/layout/pList2"/>
    <dgm:cxn modelId="{C8386CDD-E3A2-4943-A628-4CAB04F75165}" type="presParOf" srcId="{63588C70-A0B9-44A7-AE9F-B257E34B8B88}" destId="{B4D853CB-541C-419F-8D2A-E51FA974AFFD}" srcOrd="7" destOrd="0" presId="urn:microsoft.com/office/officeart/2005/8/layout/pList2"/>
    <dgm:cxn modelId="{22591358-8849-4065-8EA6-B1B1803AF3B0}" type="presParOf" srcId="{63588C70-A0B9-44A7-AE9F-B257E34B8B88}" destId="{9F3B4A4B-00CB-4E7A-A84D-DDE0EF61AD0F}" srcOrd="8" destOrd="0" presId="urn:microsoft.com/office/officeart/2005/8/layout/pList2"/>
    <dgm:cxn modelId="{605F25A9-F6B0-4848-8E8B-D618156D4C5A}" type="presParOf" srcId="{9F3B4A4B-00CB-4E7A-A84D-DDE0EF61AD0F}" destId="{A64059FB-552F-47E0-9D3E-11BF2DA03F3A}" srcOrd="0" destOrd="0" presId="urn:microsoft.com/office/officeart/2005/8/layout/pList2"/>
    <dgm:cxn modelId="{32C527E7-B4E6-47D6-8C14-8084A04D229E}" type="presParOf" srcId="{9F3B4A4B-00CB-4E7A-A84D-DDE0EF61AD0F}" destId="{A3058BE8-9D0E-46D3-B24D-980FA35A4C12}" srcOrd="1" destOrd="0" presId="urn:microsoft.com/office/officeart/2005/8/layout/pList2"/>
    <dgm:cxn modelId="{9DF8FE05-D70D-4B86-A2C2-08F9F11382BE}" type="presParOf" srcId="{9F3B4A4B-00CB-4E7A-A84D-DDE0EF61AD0F}" destId="{65782D9A-E731-4D37-8B14-94F2BDFA36C0}" srcOrd="2" destOrd="0" presId="urn:microsoft.com/office/officeart/2005/8/layout/p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1F201E1-0060-4F73-87E1-A5E222F67306}" type="doc">
      <dgm:prSet loTypeId="urn:microsoft.com/office/officeart/2024/layout/NumberedTitleCardList" loCatId="list" qsTypeId="urn:microsoft.com/office/officeart/2005/8/quickstyle/simple1" qsCatId="simple" csTypeId="urn:microsoft.com/office/officeart/2005/8/colors/accent2_1" csCatId="accent2" phldr="1"/>
      <dgm:spPr/>
      <dgm:t>
        <a:bodyPr/>
        <a:lstStyle/>
        <a:p>
          <a:endParaRPr lang="it-IT"/>
        </a:p>
      </dgm:t>
    </dgm:pt>
    <dgm:pt modelId="{3092E088-9007-472E-BECC-D549D99CDBE7}">
      <dgm:prSet phldrT="[Testo]" phldr="0" custT="1"/>
      <dgm:spPr>
        <a:ln>
          <a:solidFill>
            <a:srgbClr val="C20E1A"/>
          </a:solidFill>
        </a:ln>
      </dgm:spPr>
      <dgm:t>
        <a:bodyPr/>
        <a:lstStyle/>
        <a:p>
          <a:r>
            <a:rPr lang="it-IT" sz="1600" b="1" dirty="0"/>
            <a:t>Prima il modello</a:t>
          </a:r>
        </a:p>
        <a:p>
          <a:br>
            <a:rPr lang="it-IT" sz="1400" b="1" dirty="0"/>
          </a:br>
          <a:r>
            <a:rPr lang="it-IT" sz="1400" dirty="0"/>
            <a:t>Si corregge su carta, dopo è una migrazione su dati vivi</a:t>
          </a:r>
          <a:endParaRPr lang="it-IT" sz="1400" b="1" dirty="0"/>
        </a:p>
      </dgm:t>
    </dgm:pt>
    <dgm:pt modelId="{306AAC2A-5E12-491F-BE8D-0ACE9AC80247}" type="parTrans" cxnId="{0E10C9A8-76CE-49F9-996E-495A6E7034E9}">
      <dgm:prSet/>
      <dgm:spPr/>
      <dgm:t>
        <a:bodyPr/>
        <a:lstStyle/>
        <a:p>
          <a:endParaRPr lang="it-IT"/>
        </a:p>
      </dgm:t>
    </dgm:pt>
    <dgm:pt modelId="{8AA78628-D8D7-4C87-8503-C9ACB042BE2D}" type="sibTrans" cxnId="{0E10C9A8-76CE-49F9-996E-495A6E7034E9}">
      <dgm:prSet phldrT="1" phldr="0"/>
      <dgm:spPr/>
      <dgm:t>
        <a:bodyPr/>
        <a:lstStyle/>
        <a:p>
          <a:r>
            <a:t>1</a:t>
          </a:r>
        </a:p>
      </dgm:t>
    </dgm:pt>
    <dgm:pt modelId="{5F883297-FE4A-401E-AF69-2D54E203E2B8}">
      <dgm:prSet phldrT="[Testo]" phldr="0" custT="1"/>
      <dgm:spPr>
        <a:ln>
          <a:solidFill>
            <a:srgbClr val="C20E1A"/>
          </a:solidFill>
        </a:ln>
      </dgm:spPr>
      <dgm:t>
        <a:bodyPr/>
        <a:lstStyle/>
        <a:p>
          <a:r>
            <a:rPr lang="it-IT" sz="1600" b="1" dirty="0"/>
            <a:t>Il carico decide la forma</a:t>
          </a:r>
          <a:br>
            <a:rPr lang="it-IT" sz="1400" b="1" dirty="0"/>
          </a:br>
          <a:r>
            <a:rPr lang="it-IT" sz="1400" dirty="0"/>
            <a:t>OLTP normalizzato per scrivere</a:t>
          </a:r>
        </a:p>
        <a:p>
          <a:r>
            <a:rPr lang="it-IT" sz="1400" dirty="0"/>
            <a:t>OLAP per leggere</a:t>
          </a:r>
          <a:endParaRPr lang="it-IT" sz="1400" b="1" dirty="0"/>
        </a:p>
      </dgm:t>
    </dgm:pt>
    <dgm:pt modelId="{3F7A982E-B699-4CDF-BC01-F8CBE8178C25}" type="parTrans" cxnId="{D65ADD7B-0FDB-4A01-8CA0-360A8721CA83}">
      <dgm:prSet/>
      <dgm:spPr/>
      <dgm:t>
        <a:bodyPr/>
        <a:lstStyle/>
        <a:p>
          <a:endParaRPr lang="it-IT"/>
        </a:p>
      </dgm:t>
    </dgm:pt>
    <dgm:pt modelId="{EAF7996E-DA00-457B-A27E-C437E665804F}" type="sibTrans" cxnId="{D65ADD7B-0FDB-4A01-8CA0-360A8721CA83}">
      <dgm:prSet phldrT="2" phldr="0"/>
      <dgm:spPr/>
      <dgm:t>
        <a:bodyPr/>
        <a:lstStyle/>
        <a:p>
          <a:r>
            <a:rPr lang="it-IT"/>
            <a:t>2</a:t>
          </a:r>
        </a:p>
      </dgm:t>
    </dgm:pt>
    <dgm:pt modelId="{AAD56CCE-473F-447E-B813-3C5A29603B3D}">
      <dgm:prSet phldrT="[Testo]" phldr="0" custT="1"/>
      <dgm:spPr>
        <a:ln>
          <a:solidFill>
            <a:srgbClr val="C20E1A"/>
          </a:solidFill>
        </a:ln>
      </dgm:spPr>
      <dgm:t>
        <a:bodyPr/>
        <a:lstStyle/>
        <a:p>
          <a:r>
            <a:rPr lang="it-IT" sz="1600" b="1" dirty="0"/>
            <a:t>Una tabella, una entità</a:t>
          </a:r>
        </a:p>
        <a:p>
          <a:r>
            <a:rPr lang="it-IT" sz="1400" dirty="0"/>
            <a:t>Se una colonna cambia il senso delle altre sono due entità</a:t>
          </a:r>
        </a:p>
      </dgm:t>
    </dgm:pt>
    <dgm:pt modelId="{ADD0F762-07D0-4145-9F88-062C2461F875}" type="parTrans" cxnId="{AAB120F9-B92B-4CA3-B54B-8442E30A137E}">
      <dgm:prSet/>
      <dgm:spPr/>
      <dgm:t>
        <a:bodyPr/>
        <a:lstStyle/>
        <a:p>
          <a:endParaRPr lang="it-IT"/>
        </a:p>
      </dgm:t>
    </dgm:pt>
    <dgm:pt modelId="{0DC104A5-3431-48BC-B400-6BE231AF64A6}" type="sibTrans" cxnId="{AAB120F9-B92B-4CA3-B54B-8442E30A137E}">
      <dgm:prSet phldrT="3" phldr="0"/>
      <dgm:spPr/>
      <dgm:t>
        <a:bodyPr/>
        <a:lstStyle/>
        <a:p>
          <a:r>
            <a:rPr lang="it-IT"/>
            <a:t>3</a:t>
          </a:r>
        </a:p>
      </dgm:t>
    </dgm:pt>
    <dgm:pt modelId="{D4C430DC-F084-4E80-B1DB-9FC59DAB4209}">
      <dgm:prSet phldrT="[Testo]" phldr="0" custT="1"/>
      <dgm:spPr>
        <a:ln>
          <a:solidFill>
            <a:srgbClr val="C20E1A"/>
          </a:solidFill>
        </a:ln>
      </dgm:spPr>
      <dgm:t>
        <a:bodyPr/>
        <a:lstStyle/>
        <a:p>
          <a:r>
            <a:rPr lang="it-IT" sz="1600" b="1" dirty="0"/>
            <a:t>Due chiavi, due mestieri</a:t>
          </a:r>
        </a:p>
        <a:p>
          <a:r>
            <a:rPr lang="it-IT" sz="1400" dirty="0"/>
            <a:t>Surrogata</a:t>
          </a:r>
          <a:r>
            <a:rPr lang="it-IT" sz="1300" dirty="0"/>
            <a:t> per i riferimenti</a:t>
          </a:r>
        </a:p>
        <a:p>
          <a:r>
            <a:rPr lang="it-IT" sz="1400" dirty="0"/>
            <a:t>Naturale</a:t>
          </a:r>
          <a:r>
            <a:rPr lang="it-IT" sz="1300" dirty="0"/>
            <a:t> per l’integrità</a:t>
          </a:r>
          <a:endParaRPr lang="it-IT" sz="1600" b="1" dirty="0"/>
        </a:p>
      </dgm:t>
    </dgm:pt>
    <dgm:pt modelId="{9F72CDEE-E8AB-40F0-84EF-013EAEE6F735}" type="parTrans" cxnId="{02D3EB1D-73C9-4CDC-AC92-0905C1A5FDB8}">
      <dgm:prSet/>
      <dgm:spPr/>
      <dgm:t>
        <a:bodyPr/>
        <a:lstStyle/>
        <a:p>
          <a:endParaRPr lang="it-IT"/>
        </a:p>
      </dgm:t>
    </dgm:pt>
    <dgm:pt modelId="{61B4F288-5398-454A-A30E-A7034DF8B030}" type="sibTrans" cxnId="{02D3EB1D-73C9-4CDC-AC92-0905C1A5FDB8}">
      <dgm:prSet phldrT="4" phldr="0"/>
      <dgm:spPr/>
      <dgm:t>
        <a:bodyPr/>
        <a:lstStyle/>
        <a:p>
          <a:r>
            <a:rPr lang="it-IT"/>
            <a:t>4</a:t>
          </a:r>
        </a:p>
      </dgm:t>
    </dgm:pt>
    <dgm:pt modelId="{78EC0594-FECA-4A97-956B-4463850B9164}" type="pres">
      <dgm:prSet presAssocID="{C1F201E1-0060-4F73-87E1-A5E222F67306}" presName="Name0" presStyleCnt="0">
        <dgm:presLayoutVars>
          <dgm:dir/>
          <dgm:animLvl val="lvl"/>
          <dgm:resizeHandles val="exact"/>
        </dgm:presLayoutVars>
      </dgm:prSet>
      <dgm:spPr/>
    </dgm:pt>
    <dgm:pt modelId="{F752C39E-4E7C-4754-A8FE-B8B98B9824D4}" type="pres">
      <dgm:prSet presAssocID="{3092E088-9007-472E-BECC-D549D99CDBE7}" presName="compositeNode" presStyleCnt="0">
        <dgm:presLayoutVars>
          <dgm:bulletEnabled val="1"/>
        </dgm:presLayoutVars>
      </dgm:prSet>
      <dgm:spPr/>
    </dgm:pt>
    <dgm:pt modelId="{2D3FB578-80A8-4908-A938-00415E6A1CEF}" type="pres">
      <dgm:prSet presAssocID="{3092E088-9007-472E-BECC-D549D99CDBE7}" presName="bgRect" presStyleLbl="fgAcc1" presStyleIdx="0" presStyleCnt="4"/>
      <dgm:spPr/>
    </dgm:pt>
    <dgm:pt modelId="{4013DA56-5E34-428A-AA37-3D2E30D0BB73}" type="pres">
      <dgm:prSet presAssocID="{8AA78628-D8D7-4C87-8503-C9ACB042BE2D}" presName="sibTransNodeRect" presStyleLbl="bgShp" presStyleIdx="0" presStyleCnt="0">
        <dgm:presLayoutVars>
          <dgm:chMax val="0"/>
          <dgm:bulletEnabled/>
        </dgm:presLayoutVars>
      </dgm:prSet>
      <dgm:spPr/>
    </dgm:pt>
    <dgm:pt modelId="{9D616FF9-92C9-444A-9F7D-F6E2B0CBBD4B}" type="pres">
      <dgm:prSet presAssocID="{3092E088-9007-472E-BECC-D549D99CDBE7}" presName="nodeRect" presStyleLbl="parChTrans1D1" presStyleIdx="0" presStyleCnt="0">
        <dgm:presLayoutVars>
          <dgm:bulletEnabled val="1"/>
        </dgm:presLayoutVars>
      </dgm:prSet>
      <dgm:spPr/>
    </dgm:pt>
    <dgm:pt modelId="{00960DCF-FE30-4257-9C50-6A297FB746F2}" type="pres">
      <dgm:prSet presAssocID="{8AA78628-D8D7-4C87-8503-C9ACB042BE2D}" presName="sibTrans" presStyleCnt="0"/>
      <dgm:spPr/>
    </dgm:pt>
    <dgm:pt modelId="{A6AAB71A-7E87-42B0-8E06-AA3BA3282F14}" type="pres">
      <dgm:prSet presAssocID="{5F883297-FE4A-401E-AF69-2D54E203E2B8}" presName="compositeNode" presStyleCnt="0">
        <dgm:presLayoutVars>
          <dgm:bulletEnabled val="1"/>
        </dgm:presLayoutVars>
      </dgm:prSet>
      <dgm:spPr/>
    </dgm:pt>
    <dgm:pt modelId="{9AEB9F46-D6B4-49AF-9B6E-764A6C8B49F9}" type="pres">
      <dgm:prSet presAssocID="{5F883297-FE4A-401E-AF69-2D54E203E2B8}" presName="bgRect" presStyleLbl="fgAcc1" presStyleIdx="1" presStyleCnt="4"/>
      <dgm:spPr/>
    </dgm:pt>
    <dgm:pt modelId="{B28B55F2-3E57-40CA-B5FD-293DC755BA64}" type="pres">
      <dgm:prSet presAssocID="{EAF7996E-DA00-457B-A27E-C437E665804F}" presName="sibTransNodeRect" presStyleLbl="bgShp" presStyleIdx="0" presStyleCnt="0">
        <dgm:presLayoutVars>
          <dgm:chMax val="0"/>
          <dgm:bulletEnabled/>
        </dgm:presLayoutVars>
      </dgm:prSet>
      <dgm:spPr/>
    </dgm:pt>
    <dgm:pt modelId="{ED6780F1-399D-40E2-B2EE-F7D63EC50CC3}" type="pres">
      <dgm:prSet presAssocID="{5F883297-FE4A-401E-AF69-2D54E203E2B8}" presName="nodeRect" presStyleLbl="parChTrans1D1" presStyleIdx="0" presStyleCnt="0">
        <dgm:presLayoutVars>
          <dgm:bulletEnabled val="1"/>
        </dgm:presLayoutVars>
      </dgm:prSet>
      <dgm:spPr/>
    </dgm:pt>
    <dgm:pt modelId="{CEA1DE2B-5687-4C17-B06F-AD3095417D7F}" type="pres">
      <dgm:prSet presAssocID="{EAF7996E-DA00-457B-A27E-C437E665804F}" presName="sibTrans" presStyleCnt="0"/>
      <dgm:spPr/>
    </dgm:pt>
    <dgm:pt modelId="{B5888385-A7B1-4D4B-9284-805A28A3EB8C}" type="pres">
      <dgm:prSet presAssocID="{AAD56CCE-473F-447E-B813-3C5A29603B3D}" presName="compositeNode" presStyleCnt="0">
        <dgm:presLayoutVars>
          <dgm:bulletEnabled val="1"/>
        </dgm:presLayoutVars>
      </dgm:prSet>
      <dgm:spPr/>
    </dgm:pt>
    <dgm:pt modelId="{FEC72AEB-99D4-44BC-86F7-B5A93920A152}" type="pres">
      <dgm:prSet presAssocID="{AAD56CCE-473F-447E-B813-3C5A29603B3D}" presName="bgRect" presStyleLbl="fgAcc1" presStyleIdx="2" presStyleCnt="4"/>
      <dgm:spPr/>
    </dgm:pt>
    <dgm:pt modelId="{F772E8B5-057A-4406-ABBA-41AE01DB7A94}" type="pres">
      <dgm:prSet presAssocID="{0DC104A5-3431-48BC-B400-6BE231AF64A6}" presName="sibTransNodeRect" presStyleLbl="bgShp" presStyleIdx="0" presStyleCnt="0">
        <dgm:presLayoutVars>
          <dgm:chMax val="0"/>
          <dgm:bulletEnabled/>
        </dgm:presLayoutVars>
      </dgm:prSet>
      <dgm:spPr/>
    </dgm:pt>
    <dgm:pt modelId="{F809521B-5A2B-4590-B5AE-33B8D0EDECB8}" type="pres">
      <dgm:prSet presAssocID="{AAD56CCE-473F-447E-B813-3C5A29603B3D}" presName="nodeRect" presStyleLbl="parChTrans1D1" presStyleIdx="0" presStyleCnt="0">
        <dgm:presLayoutVars>
          <dgm:bulletEnabled val="1"/>
        </dgm:presLayoutVars>
      </dgm:prSet>
      <dgm:spPr/>
    </dgm:pt>
    <dgm:pt modelId="{ECD65537-DA3A-4731-9934-7CC67B900927}" type="pres">
      <dgm:prSet presAssocID="{0DC104A5-3431-48BC-B400-6BE231AF64A6}" presName="sibTrans" presStyleCnt="0"/>
      <dgm:spPr/>
    </dgm:pt>
    <dgm:pt modelId="{0F4BA019-630A-43FE-89AF-3660CB1BF093}" type="pres">
      <dgm:prSet presAssocID="{D4C430DC-F084-4E80-B1DB-9FC59DAB4209}" presName="compositeNode" presStyleCnt="0">
        <dgm:presLayoutVars>
          <dgm:bulletEnabled val="1"/>
        </dgm:presLayoutVars>
      </dgm:prSet>
      <dgm:spPr/>
    </dgm:pt>
    <dgm:pt modelId="{C4FACC3E-A9CD-40C9-81B4-1CA18C06E388}" type="pres">
      <dgm:prSet presAssocID="{D4C430DC-F084-4E80-B1DB-9FC59DAB4209}" presName="bgRect" presStyleLbl="fgAcc1" presStyleIdx="3" presStyleCnt="4"/>
      <dgm:spPr/>
    </dgm:pt>
    <dgm:pt modelId="{F70640E1-2029-4F6A-926C-200C2A6ED65E}" type="pres">
      <dgm:prSet presAssocID="{61B4F288-5398-454A-A30E-A7034DF8B030}" presName="sibTransNodeRect" presStyleLbl="bgShp" presStyleIdx="0" presStyleCnt="0">
        <dgm:presLayoutVars>
          <dgm:chMax val="0"/>
          <dgm:bulletEnabled/>
        </dgm:presLayoutVars>
      </dgm:prSet>
      <dgm:spPr/>
    </dgm:pt>
    <dgm:pt modelId="{ABD1B197-11A7-48FF-8806-78513221EE34}" type="pres">
      <dgm:prSet presAssocID="{D4C430DC-F084-4E80-B1DB-9FC59DAB4209}" presName="nodeRect" presStyleLbl="parChTrans1D1" presStyleIdx="0" presStyleCnt="0">
        <dgm:presLayoutVars>
          <dgm:bulletEnabled val="1"/>
        </dgm:presLayoutVars>
      </dgm:prSet>
      <dgm:spPr/>
    </dgm:pt>
  </dgm:ptLst>
  <dgm:cxnLst>
    <dgm:cxn modelId="{2706ED05-4EC1-4FE6-8894-3D6374692457}" type="presOf" srcId="{3092E088-9007-472E-BECC-D549D99CDBE7}" destId="{9D616FF9-92C9-444A-9F7D-F6E2B0CBBD4B}" srcOrd="1" destOrd="0" presId="urn:microsoft.com/office/officeart/2024/layout/NumberedTitleCardList"/>
    <dgm:cxn modelId="{02171214-7B2D-4B7B-AB21-B4EC7D14E943}" type="presOf" srcId="{AAD56CCE-473F-447E-B813-3C5A29603B3D}" destId="{F809521B-5A2B-4590-B5AE-33B8D0EDECB8}" srcOrd="1" destOrd="0" presId="urn:microsoft.com/office/officeart/2024/layout/NumberedTitleCardList"/>
    <dgm:cxn modelId="{4FACE417-1FFF-4BC6-B650-F2D58B8F4F12}" type="presOf" srcId="{5F883297-FE4A-401E-AF69-2D54E203E2B8}" destId="{9AEB9F46-D6B4-49AF-9B6E-764A6C8B49F9}" srcOrd="0" destOrd="0" presId="urn:microsoft.com/office/officeart/2024/layout/NumberedTitleCardList"/>
    <dgm:cxn modelId="{2A514F1B-61EE-4986-AA5F-7BDA834F505A}" type="presOf" srcId="{D4C430DC-F084-4E80-B1DB-9FC59DAB4209}" destId="{ABD1B197-11A7-48FF-8806-78513221EE34}" srcOrd="1" destOrd="0" presId="urn:microsoft.com/office/officeart/2024/layout/NumberedTitleCardList"/>
    <dgm:cxn modelId="{02D3EB1D-73C9-4CDC-AC92-0905C1A5FDB8}" srcId="{C1F201E1-0060-4F73-87E1-A5E222F67306}" destId="{D4C430DC-F084-4E80-B1DB-9FC59DAB4209}" srcOrd="3" destOrd="0" parTransId="{9F72CDEE-E8AB-40F0-84EF-013EAEE6F735}" sibTransId="{61B4F288-5398-454A-A30E-A7034DF8B030}"/>
    <dgm:cxn modelId="{5E55E430-942D-41EE-A17B-3DB0FB74DD1D}" type="presOf" srcId="{3092E088-9007-472E-BECC-D549D99CDBE7}" destId="{2D3FB578-80A8-4908-A938-00415E6A1CEF}" srcOrd="0" destOrd="0" presId="urn:microsoft.com/office/officeart/2024/layout/NumberedTitleCardList"/>
    <dgm:cxn modelId="{5151C038-6051-4592-A9C3-759DC8C2D6FF}" type="presOf" srcId="{EAF7996E-DA00-457B-A27E-C437E665804F}" destId="{B28B55F2-3E57-40CA-B5FD-293DC755BA64}" srcOrd="0" destOrd="0" presId="urn:microsoft.com/office/officeart/2024/layout/NumberedTitleCardList"/>
    <dgm:cxn modelId="{CD273463-642C-4166-8936-7BA1030317C9}" type="presOf" srcId="{D4C430DC-F084-4E80-B1DB-9FC59DAB4209}" destId="{C4FACC3E-A9CD-40C9-81B4-1CA18C06E388}" srcOrd="0" destOrd="0" presId="urn:microsoft.com/office/officeart/2024/layout/NumberedTitleCardList"/>
    <dgm:cxn modelId="{3B375143-A73F-4E7C-B26E-4415BA4EB1BF}" type="presOf" srcId="{5F883297-FE4A-401E-AF69-2D54E203E2B8}" destId="{ED6780F1-399D-40E2-B2EE-F7D63EC50CC3}" srcOrd="1" destOrd="0" presId="urn:microsoft.com/office/officeart/2024/layout/NumberedTitleCardList"/>
    <dgm:cxn modelId="{D65ADD7B-0FDB-4A01-8CA0-360A8721CA83}" srcId="{C1F201E1-0060-4F73-87E1-A5E222F67306}" destId="{5F883297-FE4A-401E-AF69-2D54E203E2B8}" srcOrd="1" destOrd="0" parTransId="{3F7A982E-B699-4CDF-BC01-F8CBE8178C25}" sibTransId="{EAF7996E-DA00-457B-A27E-C437E665804F}"/>
    <dgm:cxn modelId="{7A39FD93-F1A2-47ED-9094-6213534B3E24}" type="presOf" srcId="{8AA78628-D8D7-4C87-8503-C9ACB042BE2D}" destId="{4013DA56-5E34-428A-AA37-3D2E30D0BB73}" srcOrd="0" destOrd="0" presId="urn:microsoft.com/office/officeart/2024/layout/NumberedTitleCardList"/>
    <dgm:cxn modelId="{6D28AD9D-EA14-4B87-A2AC-7174A5E00DAB}" type="presOf" srcId="{61B4F288-5398-454A-A30E-A7034DF8B030}" destId="{F70640E1-2029-4F6A-926C-200C2A6ED65E}" srcOrd="0" destOrd="0" presId="urn:microsoft.com/office/officeart/2024/layout/NumberedTitleCardList"/>
    <dgm:cxn modelId="{A38A2DA1-CE2C-4A4E-873E-F67DDC2BA1C8}" type="presOf" srcId="{0DC104A5-3431-48BC-B400-6BE231AF64A6}" destId="{F772E8B5-057A-4406-ABBA-41AE01DB7A94}" srcOrd="0" destOrd="0" presId="urn:microsoft.com/office/officeart/2024/layout/NumberedTitleCardList"/>
    <dgm:cxn modelId="{0E10C9A8-76CE-49F9-996E-495A6E7034E9}" srcId="{C1F201E1-0060-4F73-87E1-A5E222F67306}" destId="{3092E088-9007-472E-BECC-D549D99CDBE7}" srcOrd="0" destOrd="0" parTransId="{306AAC2A-5E12-491F-BE8D-0ACE9AC80247}" sibTransId="{8AA78628-D8D7-4C87-8503-C9ACB042BE2D}"/>
    <dgm:cxn modelId="{23E5C7C8-B239-4F70-99F1-CED75C59FC69}" type="presOf" srcId="{AAD56CCE-473F-447E-B813-3C5A29603B3D}" destId="{FEC72AEB-99D4-44BC-86F7-B5A93920A152}" srcOrd="0" destOrd="0" presId="urn:microsoft.com/office/officeart/2024/layout/NumberedTitleCardList"/>
    <dgm:cxn modelId="{24635FF0-C5C0-4F6D-A761-5E9BC30BA917}" type="presOf" srcId="{C1F201E1-0060-4F73-87E1-A5E222F67306}" destId="{78EC0594-FECA-4A97-956B-4463850B9164}" srcOrd="0" destOrd="0" presId="urn:microsoft.com/office/officeart/2024/layout/NumberedTitleCardList"/>
    <dgm:cxn modelId="{AAB120F9-B92B-4CA3-B54B-8442E30A137E}" srcId="{C1F201E1-0060-4F73-87E1-A5E222F67306}" destId="{AAD56CCE-473F-447E-B813-3C5A29603B3D}" srcOrd="2" destOrd="0" parTransId="{ADD0F762-07D0-4145-9F88-062C2461F875}" sibTransId="{0DC104A5-3431-48BC-B400-6BE231AF64A6}"/>
    <dgm:cxn modelId="{E12112D2-1E2E-4F6E-98AB-E48EC29BAC01}" type="presParOf" srcId="{78EC0594-FECA-4A97-956B-4463850B9164}" destId="{F752C39E-4E7C-4754-A8FE-B8B98B9824D4}" srcOrd="0" destOrd="0" presId="urn:microsoft.com/office/officeart/2024/layout/NumberedTitleCardList"/>
    <dgm:cxn modelId="{89F3E7E5-5519-4773-996D-F61B3EEF90C4}" type="presParOf" srcId="{F752C39E-4E7C-4754-A8FE-B8B98B9824D4}" destId="{2D3FB578-80A8-4908-A938-00415E6A1CEF}" srcOrd="0" destOrd="0" presId="urn:microsoft.com/office/officeart/2024/layout/NumberedTitleCardList"/>
    <dgm:cxn modelId="{7638DB2D-A966-44F1-AB5B-21D714BA213F}" type="presParOf" srcId="{F752C39E-4E7C-4754-A8FE-B8B98B9824D4}" destId="{4013DA56-5E34-428A-AA37-3D2E30D0BB73}" srcOrd="1" destOrd="0" presId="urn:microsoft.com/office/officeart/2024/layout/NumberedTitleCardList"/>
    <dgm:cxn modelId="{20D2C230-DB22-40E6-BB8C-0E3C30187D69}" type="presParOf" srcId="{F752C39E-4E7C-4754-A8FE-B8B98B9824D4}" destId="{9D616FF9-92C9-444A-9F7D-F6E2B0CBBD4B}" srcOrd="2" destOrd="0" presId="urn:microsoft.com/office/officeart/2024/layout/NumberedTitleCardList"/>
    <dgm:cxn modelId="{6DA522F2-6A50-466C-AEE1-52DF2BAEB56A}" type="presParOf" srcId="{78EC0594-FECA-4A97-956B-4463850B9164}" destId="{00960DCF-FE30-4257-9C50-6A297FB746F2}" srcOrd="1" destOrd="0" presId="urn:microsoft.com/office/officeart/2024/layout/NumberedTitleCardList"/>
    <dgm:cxn modelId="{E98B101D-D0C9-435F-BE99-5D9DA51791B6}" type="presParOf" srcId="{78EC0594-FECA-4A97-956B-4463850B9164}" destId="{A6AAB71A-7E87-42B0-8E06-AA3BA3282F14}" srcOrd="2" destOrd="0" presId="urn:microsoft.com/office/officeart/2024/layout/NumberedTitleCardList"/>
    <dgm:cxn modelId="{AF5C9A9A-4811-4354-B1E8-836487286BB6}" type="presParOf" srcId="{A6AAB71A-7E87-42B0-8E06-AA3BA3282F14}" destId="{9AEB9F46-D6B4-49AF-9B6E-764A6C8B49F9}" srcOrd="0" destOrd="0" presId="urn:microsoft.com/office/officeart/2024/layout/NumberedTitleCardList"/>
    <dgm:cxn modelId="{EB1214E2-5318-4468-9BD9-A7EB8AA3BBE5}" type="presParOf" srcId="{A6AAB71A-7E87-42B0-8E06-AA3BA3282F14}" destId="{B28B55F2-3E57-40CA-B5FD-293DC755BA64}" srcOrd="1" destOrd="0" presId="urn:microsoft.com/office/officeart/2024/layout/NumberedTitleCardList"/>
    <dgm:cxn modelId="{F84CDC8A-A66A-42E9-8F31-A5588703355E}" type="presParOf" srcId="{A6AAB71A-7E87-42B0-8E06-AA3BA3282F14}" destId="{ED6780F1-399D-40E2-B2EE-F7D63EC50CC3}" srcOrd="2" destOrd="0" presId="urn:microsoft.com/office/officeart/2024/layout/NumberedTitleCardList"/>
    <dgm:cxn modelId="{BD16F6F8-5FE9-4DD9-AE0F-63B0DD4BA7AA}" type="presParOf" srcId="{78EC0594-FECA-4A97-956B-4463850B9164}" destId="{CEA1DE2B-5687-4C17-B06F-AD3095417D7F}" srcOrd="3" destOrd="0" presId="urn:microsoft.com/office/officeart/2024/layout/NumberedTitleCardList"/>
    <dgm:cxn modelId="{E8B1066B-044B-4338-A471-6D4906DA5726}" type="presParOf" srcId="{78EC0594-FECA-4A97-956B-4463850B9164}" destId="{B5888385-A7B1-4D4B-9284-805A28A3EB8C}" srcOrd="4" destOrd="0" presId="urn:microsoft.com/office/officeart/2024/layout/NumberedTitleCardList"/>
    <dgm:cxn modelId="{D6F7F189-4547-4A35-AA3E-8DE74E8F6B6F}" type="presParOf" srcId="{B5888385-A7B1-4D4B-9284-805A28A3EB8C}" destId="{FEC72AEB-99D4-44BC-86F7-B5A93920A152}" srcOrd="0" destOrd="0" presId="urn:microsoft.com/office/officeart/2024/layout/NumberedTitleCardList"/>
    <dgm:cxn modelId="{A410A87D-8388-4043-8450-F0E6A29E6CDF}" type="presParOf" srcId="{B5888385-A7B1-4D4B-9284-805A28A3EB8C}" destId="{F772E8B5-057A-4406-ABBA-41AE01DB7A94}" srcOrd="1" destOrd="0" presId="urn:microsoft.com/office/officeart/2024/layout/NumberedTitleCardList"/>
    <dgm:cxn modelId="{7B8C9FB9-9343-44CD-B15D-14A53A610093}" type="presParOf" srcId="{B5888385-A7B1-4D4B-9284-805A28A3EB8C}" destId="{F809521B-5A2B-4590-B5AE-33B8D0EDECB8}" srcOrd="2" destOrd="0" presId="urn:microsoft.com/office/officeart/2024/layout/NumberedTitleCardList"/>
    <dgm:cxn modelId="{0CD57021-4ED6-4F6D-83F0-2E607523608B}" type="presParOf" srcId="{78EC0594-FECA-4A97-956B-4463850B9164}" destId="{ECD65537-DA3A-4731-9934-7CC67B900927}" srcOrd="5" destOrd="0" presId="urn:microsoft.com/office/officeart/2024/layout/NumberedTitleCardList"/>
    <dgm:cxn modelId="{50FC29F9-B776-445A-94E5-783130DE241E}" type="presParOf" srcId="{78EC0594-FECA-4A97-956B-4463850B9164}" destId="{0F4BA019-630A-43FE-89AF-3660CB1BF093}" srcOrd="6" destOrd="0" presId="urn:microsoft.com/office/officeart/2024/layout/NumberedTitleCardList"/>
    <dgm:cxn modelId="{BD06CECC-63AB-4CC7-A8DC-67175343D437}" type="presParOf" srcId="{0F4BA019-630A-43FE-89AF-3660CB1BF093}" destId="{C4FACC3E-A9CD-40C9-81B4-1CA18C06E388}" srcOrd="0" destOrd="0" presId="urn:microsoft.com/office/officeart/2024/layout/NumberedTitleCardList"/>
    <dgm:cxn modelId="{42FC11FF-AD05-4877-AB94-F8E8E25B96FC}" type="presParOf" srcId="{0F4BA019-630A-43FE-89AF-3660CB1BF093}" destId="{F70640E1-2029-4F6A-926C-200C2A6ED65E}" srcOrd="1" destOrd="0" presId="urn:microsoft.com/office/officeart/2024/layout/NumberedTitleCardList"/>
    <dgm:cxn modelId="{674BF8E1-F210-4850-A944-65A0728E088B}" type="presParOf" srcId="{0F4BA019-630A-43FE-89AF-3660CB1BF093}" destId="{ABD1B197-11A7-48FF-8806-78513221EE34}" srcOrd="2" destOrd="0" presId="urn:microsoft.com/office/officeart/2024/layout/NumberedTitleCar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25D6157-A4C7-4607-84FC-03E5053D20FB}"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it-IT"/>
        </a:p>
      </dgm:t>
    </dgm:pt>
    <dgm:pt modelId="{5442E18B-5851-475B-B31B-19EE2B9CCE05}">
      <dgm:prSet phldrT="[Testo]" phldr="0"/>
      <dgm:spPr>
        <a:solidFill>
          <a:srgbClr val="C20E1A"/>
        </a:solidFill>
        <a:ln>
          <a:solidFill>
            <a:srgbClr val="C20E1A"/>
          </a:solidFill>
        </a:ln>
      </dgm:spPr>
      <dgm:t>
        <a:bodyPr/>
        <a:lstStyle/>
        <a:p>
          <a:r>
            <a:rPr lang="it-IT" dirty="0"/>
            <a:t>Nota 1, Nota 2, Nota 3</a:t>
          </a:r>
        </a:p>
      </dgm:t>
    </dgm:pt>
    <dgm:pt modelId="{D20943A4-1937-48BC-9023-1871D9053734}" type="parTrans" cxnId="{1A74DB7D-6600-41FD-8584-D1534F9541CB}">
      <dgm:prSet/>
      <dgm:spPr/>
      <dgm:t>
        <a:bodyPr/>
        <a:lstStyle/>
        <a:p>
          <a:endParaRPr lang="it-IT"/>
        </a:p>
      </dgm:t>
    </dgm:pt>
    <dgm:pt modelId="{3D7BD52D-19F6-4C99-A3C8-54814E7A2605}" type="sibTrans" cxnId="{1A74DB7D-6600-41FD-8584-D1534F9541CB}">
      <dgm:prSet/>
      <dgm:spPr/>
      <dgm:t>
        <a:bodyPr/>
        <a:lstStyle/>
        <a:p>
          <a:endParaRPr lang="it-IT"/>
        </a:p>
      </dgm:t>
    </dgm:pt>
    <dgm:pt modelId="{642CFFBF-7D42-4A76-BBC5-105F01F98DE9}">
      <dgm:prSet phldrT="[Testo]" phldr="0"/>
      <dgm:spPr>
        <a:solidFill>
          <a:srgbClr val="C20E1A"/>
        </a:solidFill>
        <a:ln>
          <a:solidFill>
            <a:srgbClr val="C20E1A"/>
          </a:solidFill>
        </a:ln>
      </dgm:spPr>
      <dgm:t>
        <a:bodyPr/>
        <a:lstStyle/>
        <a:p>
          <a:r>
            <a:rPr lang="it-IT" dirty="0"/>
            <a:t>Liste in una colonna</a:t>
          </a:r>
        </a:p>
      </dgm:t>
    </dgm:pt>
    <dgm:pt modelId="{DB6891DD-C8D2-4BA3-8C13-FED2C9DB9422}" type="parTrans" cxnId="{FA2DB19D-B280-43EC-90F7-B9E8ACB1114A}">
      <dgm:prSet/>
      <dgm:spPr/>
      <dgm:t>
        <a:bodyPr/>
        <a:lstStyle/>
        <a:p>
          <a:endParaRPr lang="it-IT"/>
        </a:p>
      </dgm:t>
    </dgm:pt>
    <dgm:pt modelId="{7F8FE818-146C-48CF-AAAD-E0604361864C}" type="sibTrans" cxnId="{FA2DB19D-B280-43EC-90F7-B9E8ACB1114A}">
      <dgm:prSet/>
      <dgm:spPr/>
      <dgm:t>
        <a:bodyPr/>
        <a:lstStyle/>
        <a:p>
          <a:endParaRPr lang="it-IT"/>
        </a:p>
      </dgm:t>
    </dgm:pt>
    <dgm:pt modelId="{E02240FE-3DD4-4BA2-9330-6DADDFD24FE6}">
      <dgm:prSet phldrT="[Testo]" phldr="0"/>
      <dgm:spPr>
        <a:solidFill>
          <a:srgbClr val="C20E1A"/>
        </a:solidFill>
        <a:ln>
          <a:solidFill>
            <a:srgbClr val="C20E1A"/>
          </a:solidFill>
        </a:ln>
      </dgm:spPr>
      <dgm:t>
        <a:bodyPr/>
        <a:lstStyle/>
        <a:p>
          <a:r>
            <a:rPr lang="it-IT" dirty="0"/>
            <a:t>Tabelle chiave/valore</a:t>
          </a:r>
        </a:p>
      </dgm:t>
    </dgm:pt>
    <dgm:pt modelId="{7A134430-8416-44BA-B975-6DB52F98FC7A}" type="parTrans" cxnId="{2D3D1A30-D38D-48A4-A71A-7CFEF42D8568}">
      <dgm:prSet/>
      <dgm:spPr/>
      <dgm:t>
        <a:bodyPr/>
        <a:lstStyle/>
        <a:p>
          <a:endParaRPr lang="it-IT"/>
        </a:p>
      </dgm:t>
    </dgm:pt>
    <dgm:pt modelId="{55E2D6B7-D795-4A9E-A7AE-9A3F3B072DD1}" type="sibTrans" cxnId="{2D3D1A30-D38D-48A4-A71A-7CFEF42D8568}">
      <dgm:prSet/>
      <dgm:spPr/>
      <dgm:t>
        <a:bodyPr/>
        <a:lstStyle/>
        <a:p>
          <a:endParaRPr lang="it-IT"/>
        </a:p>
      </dgm:t>
    </dgm:pt>
    <dgm:pt modelId="{A8B32434-BB8E-47B4-9B90-6DF22685FD27}">
      <dgm:prSet phldrT="[Testo]" phldr="0"/>
      <dgm:spPr>
        <a:solidFill>
          <a:srgbClr val="C20E1A"/>
        </a:solidFill>
        <a:ln>
          <a:solidFill>
            <a:srgbClr val="C20E1A"/>
          </a:solidFill>
        </a:ln>
      </dgm:spPr>
      <dgm:t>
        <a:bodyPr/>
        <a:lstStyle/>
        <a:p>
          <a:r>
            <a:rPr lang="it-IT" dirty="0"/>
            <a:t>Colonne vuote a metà</a:t>
          </a:r>
        </a:p>
      </dgm:t>
    </dgm:pt>
    <dgm:pt modelId="{A053C027-3CD0-4409-8CE3-58D008AAD91B}" type="parTrans" cxnId="{04C28AD4-979D-4A72-90B8-5EFB992826EE}">
      <dgm:prSet/>
      <dgm:spPr/>
      <dgm:t>
        <a:bodyPr/>
        <a:lstStyle/>
        <a:p>
          <a:endParaRPr lang="it-IT"/>
        </a:p>
      </dgm:t>
    </dgm:pt>
    <dgm:pt modelId="{1734EC12-47B6-465F-A041-C98995054A78}" type="sibTrans" cxnId="{04C28AD4-979D-4A72-90B8-5EFB992826EE}">
      <dgm:prSet/>
      <dgm:spPr/>
      <dgm:t>
        <a:bodyPr/>
        <a:lstStyle/>
        <a:p>
          <a:endParaRPr lang="it-IT"/>
        </a:p>
      </dgm:t>
    </dgm:pt>
    <dgm:pt modelId="{A1E599D8-E0F7-48AE-A65B-B7052A631B4E}">
      <dgm:prSet phldrT="[Testo]" phldr="0"/>
      <dgm:spPr>
        <a:solidFill>
          <a:srgbClr val="C20E1A"/>
        </a:solidFill>
        <a:ln>
          <a:solidFill>
            <a:srgbClr val="C20E1A"/>
          </a:solidFill>
        </a:ln>
      </dgm:spPr>
      <dgm:t>
        <a:bodyPr/>
        <a:lstStyle/>
        <a:p>
          <a:r>
            <a:rPr lang="it-IT" dirty="0"/>
            <a:t>Anagrafiche da 100+ colonne</a:t>
          </a:r>
        </a:p>
      </dgm:t>
    </dgm:pt>
    <dgm:pt modelId="{4C5DA38D-5F53-4F15-927E-0DB254472C6C}" type="parTrans" cxnId="{DD912CFD-B60C-471C-9098-0E8727455D21}">
      <dgm:prSet/>
      <dgm:spPr/>
      <dgm:t>
        <a:bodyPr/>
        <a:lstStyle/>
        <a:p>
          <a:endParaRPr lang="it-IT"/>
        </a:p>
      </dgm:t>
    </dgm:pt>
    <dgm:pt modelId="{38AEEB04-EDFE-456D-A038-ADD82A24A54D}" type="sibTrans" cxnId="{DD912CFD-B60C-471C-9098-0E8727455D21}">
      <dgm:prSet/>
      <dgm:spPr/>
      <dgm:t>
        <a:bodyPr/>
        <a:lstStyle/>
        <a:p>
          <a:endParaRPr lang="it-IT"/>
        </a:p>
      </dgm:t>
    </dgm:pt>
    <dgm:pt modelId="{D3BCF73E-2B31-40E3-9398-0C889CC25E1F}" type="pres">
      <dgm:prSet presAssocID="{E25D6157-A4C7-4607-84FC-03E5053D20FB}" presName="diagram" presStyleCnt="0">
        <dgm:presLayoutVars>
          <dgm:dir/>
          <dgm:resizeHandles val="exact"/>
        </dgm:presLayoutVars>
      </dgm:prSet>
      <dgm:spPr/>
    </dgm:pt>
    <dgm:pt modelId="{C83CE818-554F-4EF4-A099-01988EFB31CD}" type="pres">
      <dgm:prSet presAssocID="{5442E18B-5851-475B-B31B-19EE2B9CCE05}" presName="node" presStyleLbl="node1" presStyleIdx="0" presStyleCnt="5" custScaleX="223487">
        <dgm:presLayoutVars>
          <dgm:bulletEnabled val="1"/>
        </dgm:presLayoutVars>
      </dgm:prSet>
      <dgm:spPr/>
    </dgm:pt>
    <dgm:pt modelId="{648A07FD-FBC4-4C93-8C1F-5E744F847517}" type="pres">
      <dgm:prSet presAssocID="{3D7BD52D-19F6-4C99-A3C8-54814E7A2605}" presName="sibTrans" presStyleCnt="0"/>
      <dgm:spPr/>
    </dgm:pt>
    <dgm:pt modelId="{73134100-5953-4360-AAAA-76DCAFEF475C}" type="pres">
      <dgm:prSet presAssocID="{642CFFBF-7D42-4A76-BBC5-105F01F98DE9}" presName="node" presStyleLbl="node1" presStyleIdx="1" presStyleCnt="5" custScaleX="203003">
        <dgm:presLayoutVars>
          <dgm:bulletEnabled val="1"/>
        </dgm:presLayoutVars>
      </dgm:prSet>
      <dgm:spPr/>
    </dgm:pt>
    <dgm:pt modelId="{85D8E3A2-E07A-4CDB-9871-9E9440E9B4AC}" type="pres">
      <dgm:prSet presAssocID="{7F8FE818-146C-48CF-AAAD-E0604361864C}" presName="sibTrans" presStyleCnt="0"/>
      <dgm:spPr/>
    </dgm:pt>
    <dgm:pt modelId="{4FAAE14C-863A-42FC-92B3-7324A125DC70}" type="pres">
      <dgm:prSet presAssocID="{E02240FE-3DD4-4BA2-9330-6DADDFD24FE6}" presName="node" presStyleLbl="node1" presStyleIdx="2" presStyleCnt="5" custScaleX="193023">
        <dgm:presLayoutVars>
          <dgm:bulletEnabled val="1"/>
        </dgm:presLayoutVars>
      </dgm:prSet>
      <dgm:spPr/>
    </dgm:pt>
    <dgm:pt modelId="{229C1ED4-C410-4BB1-8A12-2B9BC573295F}" type="pres">
      <dgm:prSet presAssocID="{55E2D6B7-D795-4A9E-A7AE-9A3F3B072DD1}" presName="sibTrans" presStyleCnt="0"/>
      <dgm:spPr/>
    </dgm:pt>
    <dgm:pt modelId="{4F97EBD5-653D-48E6-8CC4-6B16D655DD23}" type="pres">
      <dgm:prSet presAssocID="{A8B32434-BB8E-47B4-9B90-6DF22685FD27}" presName="node" presStyleLbl="node1" presStyleIdx="3" presStyleCnt="5" custScaleX="185161">
        <dgm:presLayoutVars>
          <dgm:bulletEnabled val="1"/>
        </dgm:presLayoutVars>
      </dgm:prSet>
      <dgm:spPr/>
    </dgm:pt>
    <dgm:pt modelId="{4E71F5F8-DB08-42D4-87B7-13CE5F35F8A1}" type="pres">
      <dgm:prSet presAssocID="{1734EC12-47B6-465F-A041-C98995054A78}" presName="sibTrans" presStyleCnt="0"/>
      <dgm:spPr/>
    </dgm:pt>
    <dgm:pt modelId="{1F3997CD-FE21-444F-B9E7-C9181C9A62C3}" type="pres">
      <dgm:prSet presAssocID="{A1E599D8-E0F7-48AE-A65B-B7052A631B4E}" presName="node" presStyleLbl="node1" presStyleIdx="4" presStyleCnt="5" custScaleX="190390">
        <dgm:presLayoutVars>
          <dgm:bulletEnabled val="1"/>
        </dgm:presLayoutVars>
      </dgm:prSet>
      <dgm:spPr/>
    </dgm:pt>
  </dgm:ptLst>
  <dgm:cxnLst>
    <dgm:cxn modelId="{90C1CD15-BB4E-4373-8AC8-B7B12CA2F3FC}" type="presOf" srcId="{A8B32434-BB8E-47B4-9B90-6DF22685FD27}" destId="{4F97EBD5-653D-48E6-8CC4-6B16D655DD23}" srcOrd="0" destOrd="0" presId="urn:microsoft.com/office/officeart/2005/8/layout/default"/>
    <dgm:cxn modelId="{2D3D1A30-D38D-48A4-A71A-7CFEF42D8568}" srcId="{E25D6157-A4C7-4607-84FC-03E5053D20FB}" destId="{E02240FE-3DD4-4BA2-9330-6DADDFD24FE6}" srcOrd="2" destOrd="0" parTransId="{7A134430-8416-44BA-B975-6DB52F98FC7A}" sibTransId="{55E2D6B7-D795-4A9E-A7AE-9A3F3B072DD1}"/>
    <dgm:cxn modelId="{83630E4A-38B6-4E70-ABAD-4FC4A1C769EC}" type="presOf" srcId="{E02240FE-3DD4-4BA2-9330-6DADDFD24FE6}" destId="{4FAAE14C-863A-42FC-92B3-7324A125DC70}" srcOrd="0" destOrd="0" presId="urn:microsoft.com/office/officeart/2005/8/layout/default"/>
    <dgm:cxn modelId="{FC0C7271-16CF-482A-9765-58FA53F7A21B}" type="presOf" srcId="{E25D6157-A4C7-4607-84FC-03E5053D20FB}" destId="{D3BCF73E-2B31-40E3-9398-0C889CC25E1F}" srcOrd="0" destOrd="0" presId="urn:microsoft.com/office/officeart/2005/8/layout/default"/>
    <dgm:cxn modelId="{1A74DB7D-6600-41FD-8584-D1534F9541CB}" srcId="{E25D6157-A4C7-4607-84FC-03E5053D20FB}" destId="{5442E18B-5851-475B-B31B-19EE2B9CCE05}" srcOrd="0" destOrd="0" parTransId="{D20943A4-1937-48BC-9023-1871D9053734}" sibTransId="{3D7BD52D-19F6-4C99-A3C8-54814E7A2605}"/>
    <dgm:cxn modelId="{FA2DB19D-B280-43EC-90F7-B9E8ACB1114A}" srcId="{E25D6157-A4C7-4607-84FC-03E5053D20FB}" destId="{642CFFBF-7D42-4A76-BBC5-105F01F98DE9}" srcOrd="1" destOrd="0" parTransId="{DB6891DD-C8D2-4BA3-8C13-FED2C9DB9422}" sibTransId="{7F8FE818-146C-48CF-AAAD-E0604361864C}"/>
    <dgm:cxn modelId="{F52D2BA3-F96E-478A-A610-F8A0E28B02A0}" type="presOf" srcId="{A1E599D8-E0F7-48AE-A65B-B7052A631B4E}" destId="{1F3997CD-FE21-444F-B9E7-C9181C9A62C3}" srcOrd="0" destOrd="0" presId="urn:microsoft.com/office/officeart/2005/8/layout/default"/>
    <dgm:cxn modelId="{6556E4C8-6041-4A5C-B6A7-ECDCF6F5D27A}" type="presOf" srcId="{642CFFBF-7D42-4A76-BBC5-105F01F98DE9}" destId="{73134100-5953-4360-AAAA-76DCAFEF475C}" srcOrd="0" destOrd="0" presId="urn:microsoft.com/office/officeart/2005/8/layout/default"/>
    <dgm:cxn modelId="{04C28AD4-979D-4A72-90B8-5EFB992826EE}" srcId="{E25D6157-A4C7-4607-84FC-03E5053D20FB}" destId="{A8B32434-BB8E-47B4-9B90-6DF22685FD27}" srcOrd="3" destOrd="0" parTransId="{A053C027-3CD0-4409-8CE3-58D008AAD91B}" sibTransId="{1734EC12-47B6-465F-A041-C98995054A78}"/>
    <dgm:cxn modelId="{06D1C6DD-4F47-4044-96BD-55F24B457101}" type="presOf" srcId="{5442E18B-5851-475B-B31B-19EE2B9CCE05}" destId="{C83CE818-554F-4EF4-A099-01988EFB31CD}" srcOrd="0" destOrd="0" presId="urn:microsoft.com/office/officeart/2005/8/layout/default"/>
    <dgm:cxn modelId="{DD912CFD-B60C-471C-9098-0E8727455D21}" srcId="{E25D6157-A4C7-4607-84FC-03E5053D20FB}" destId="{A1E599D8-E0F7-48AE-A65B-B7052A631B4E}" srcOrd="4" destOrd="0" parTransId="{4C5DA38D-5F53-4F15-927E-0DB254472C6C}" sibTransId="{38AEEB04-EDFE-456D-A038-ADD82A24A54D}"/>
    <dgm:cxn modelId="{F2C3CF3A-1217-41F9-8513-3B0310D349C0}" type="presParOf" srcId="{D3BCF73E-2B31-40E3-9398-0C889CC25E1F}" destId="{C83CE818-554F-4EF4-A099-01988EFB31CD}" srcOrd="0" destOrd="0" presId="urn:microsoft.com/office/officeart/2005/8/layout/default"/>
    <dgm:cxn modelId="{CDF04A5D-A648-4449-8C40-C49596D58570}" type="presParOf" srcId="{D3BCF73E-2B31-40E3-9398-0C889CC25E1F}" destId="{648A07FD-FBC4-4C93-8C1F-5E744F847517}" srcOrd="1" destOrd="0" presId="urn:microsoft.com/office/officeart/2005/8/layout/default"/>
    <dgm:cxn modelId="{FBF4CA2F-4095-48F4-A2E9-E5178BCD8205}" type="presParOf" srcId="{D3BCF73E-2B31-40E3-9398-0C889CC25E1F}" destId="{73134100-5953-4360-AAAA-76DCAFEF475C}" srcOrd="2" destOrd="0" presId="urn:microsoft.com/office/officeart/2005/8/layout/default"/>
    <dgm:cxn modelId="{543B58F9-8BDB-4F3E-AC00-F60FF4EA7CBC}" type="presParOf" srcId="{D3BCF73E-2B31-40E3-9398-0C889CC25E1F}" destId="{85D8E3A2-E07A-4CDB-9871-9E9440E9B4AC}" srcOrd="3" destOrd="0" presId="urn:microsoft.com/office/officeart/2005/8/layout/default"/>
    <dgm:cxn modelId="{FE638C7E-E67A-4CAD-A0EE-CF50D1E099CE}" type="presParOf" srcId="{D3BCF73E-2B31-40E3-9398-0C889CC25E1F}" destId="{4FAAE14C-863A-42FC-92B3-7324A125DC70}" srcOrd="4" destOrd="0" presId="urn:microsoft.com/office/officeart/2005/8/layout/default"/>
    <dgm:cxn modelId="{7E5D630B-9916-4BC1-A766-4A4DA1135C83}" type="presParOf" srcId="{D3BCF73E-2B31-40E3-9398-0C889CC25E1F}" destId="{229C1ED4-C410-4BB1-8A12-2B9BC573295F}" srcOrd="5" destOrd="0" presId="urn:microsoft.com/office/officeart/2005/8/layout/default"/>
    <dgm:cxn modelId="{86B3233B-C520-4AD7-BA04-65D63688CAF9}" type="presParOf" srcId="{D3BCF73E-2B31-40E3-9398-0C889CC25E1F}" destId="{4F97EBD5-653D-48E6-8CC4-6B16D655DD23}" srcOrd="6" destOrd="0" presId="urn:microsoft.com/office/officeart/2005/8/layout/default"/>
    <dgm:cxn modelId="{EF7BD8A0-6BAE-4CC0-B8CE-F27E38D47DA6}" type="presParOf" srcId="{D3BCF73E-2B31-40E3-9398-0C889CC25E1F}" destId="{4E71F5F8-DB08-42D4-87B7-13CE5F35F8A1}" srcOrd="7" destOrd="0" presId="urn:microsoft.com/office/officeart/2005/8/layout/default"/>
    <dgm:cxn modelId="{11F2829A-38E5-4EB2-96BF-39215AF0399C}" type="presParOf" srcId="{D3BCF73E-2B31-40E3-9398-0C889CC25E1F}" destId="{1F3997CD-FE21-444F-B9E7-C9181C9A62C3}" srcOrd="8" destOrd="0" presId="urn:microsoft.com/office/officeart/2005/8/layout/defaul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84C8006-B437-4176-9F8E-3DE39A7EA155}" type="doc">
      <dgm:prSet loTypeId="urn:microsoft.com/office/officeart/2005/8/layout/default" loCatId="list" qsTypeId="urn:microsoft.com/office/officeart/2005/8/quickstyle/simple1" qsCatId="simple" csTypeId="urn:microsoft.com/office/officeart/2005/8/colors/accent2_2" csCatId="accent2" phldr="1"/>
      <dgm:spPr/>
      <dgm:t>
        <a:bodyPr/>
        <a:lstStyle/>
        <a:p>
          <a:endParaRPr lang="it-IT"/>
        </a:p>
      </dgm:t>
    </dgm:pt>
    <dgm:pt modelId="{CA52FAA5-9F63-4924-85EF-7BA1A483C80F}">
      <dgm:prSet phldrT="[Testo]">
        <dgm:style>
          <a:lnRef idx="2">
            <a:schemeClr val="accent2"/>
          </a:lnRef>
          <a:fillRef idx="1">
            <a:schemeClr val="lt1"/>
          </a:fillRef>
          <a:effectRef idx="0">
            <a:schemeClr val="accent2"/>
          </a:effectRef>
          <a:fontRef idx="minor">
            <a:schemeClr val="dk1"/>
          </a:fontRef>
        </dgm:style>
      </dgm:prSet>
      <dgm:spPr>
        <a:solidFill>
          <a:schemeClr val="accent1">
            <a:lumMod val="40000"/>
            <a:lumOff val="60000"/>
          </a:schemeClr>
        </a:solidFill>
        <a:ln>
          <a:noFill/>
        </a:ln>
      </dgm:spPr>
      <dgm:t>
        <a:bodyPr/>
        <a:lstStyle/>
        <a:p>
          <a:r>
            <a:rPr lang="it-IT" b="0" i="0" dirty="0"/>
            <a:t>   Ogni cella contiene un singolo valore atomico; ogni riga è identificabile in modo univoco</a:t>
          </a:r>
          <a:endParaRPr lang="it-IT" dirty="0">
            <a:solidFill>
              <a:srgbClr val="1A1A1A"/>
            </a:solidFill>
            <a:latin typeface="Calibri" pitchFamily="34" charset="0"/>
            <a:ea typeface="Calibri" pitchFamily="34" charset="-122"/>
            <a:cs typeface="Calibri" pitchFamily="34" charset="-120"/>
          </a:endParaRPr>
        </a:p>
      </dgm:t>
    </dgm:pt>
    <dgm:pt modelId="{6F283F5B-408B-4408-A274-CB844ACBB017}" type="parTrans" cxnId="{68309F71-17A3-4CF2-9BBD-214C4297996F}">
      <dgm:prSet/>
      <dgm:spPr/>
      <dgm:t>
        <a:bodyPr/>
        <a:lstStyle/>
        <a:p>
          <a:endParaRPr lang="it-IT"/>
        </a:p>
      </dgm:t>
    </dgm:pt>
    <dgm:pt modelId="{49C959F4-DEDE-4422-BD77-AE7956C3B6C0}" type="sibTrans" cxnId="{68309F71-17A3-4CF2-9BBD-214C4297996F}">
      <dgm:prSet/>
      <dgm:spPr/>
      <dgm:t>
        <a:bodyPr/>
        <a:lstStyle/>
        <a:p>
          <a:endParaRPr lang="it-IT"/>
        </a:p>
      </dgm:t>
    </dgm:pt>
    <dgm:pt modelId="{3E72A668-8F2F-46DC-825C-E916E4FE6D33}" type="pres">
      <dgm:prSet presAssocID="{E84C8006-B437-4176-9F8E-3DE39A7EA155}" presName="diagram" presStyleCnt="0">
        <dgm:presLayoutVars>
          <dgm:dir/>
          <dgm:resizeHandles val="exact"/>
        </dgm:presLayoutVars>
      </dgm:prSet>
      <dgm:spPr/>
    </dgm:pt>
    <dgm:pt modelId="{5D405120-0B52-4B15-A1EC-483E064687B7}" type="pres">
      <dgm:prSet presAssocID="{CA52FAA5-9F63-4924-85EF-7BA1A483C80F}" presName="node" presStyleLbl="node1" presStyleIdx="0" presStyleCnt="1" custScaleX="188582" custScaleY="51898" custLinFactNeighborX="-2250" custLinFactNeighborY="-24219">
        <dgm:presLayoutVars>
          <dgm:bulletEnabled val="1"/>
        </dgm:presLayoutVars>
      </dgm:prSet>
      <dgm:spPr/>
    </dgm:pt>
  </dgm:ptLst>
  <dgm:cxnLst>
    <dgm:cxn modelId="{7E44AC4A-462F-4075-A152-9604F41EF53D}" type="presOf" srcId="{CA52FAA5-9F63-4924-85EF-7BA1A483C80F}" destId="{5D405120-0B52-4B15-A1EC-483E064687B7}" srcOrd="0" destOrd="0" presId="urn:microsoft.com/office/officeart/2005/8/layout/default"/>
    <dgm:cxn modelId="{68309F71-17A3-4CF2-9BBD-214C4297996F}" srcId="{E84C8006-B437-4176-9F8E-3DE39A7EA155}" destId="{CA52FAA5-9F63-4924-85EF-7BA1A483C80F}" srcOrd="0" destOrd="0" parTransId="{6F283F5B-408B-4408-A274-CB844ACBB017}" sibTransId="{49C959F4-DEDE-4422-BD77-AE7956C3B6C0}"/>
    <dgm:cxn modelId="{70843DEA-7A3E-4C95-BECB-21A830349A89}" type="presOf" srcId="{E84C8006-B437-4176-9F8E-3DE39A7EA155}" destId="{3E72A668-8F2F-46DC-825C-E916E4FE6D33}" srcOrd="0" destOrd="0" presId="urn:microsoft.com/office/officeart/2005/8/layout/default"/>
    <dgm:cxn modelId="{D0F266ED-9B5C-48BD-9F72-3428EECBB99E}" type="presParOf" srcId="{3E72A668-8F2F-46DC-825C-E916E4FE6D33}" destId="{5D405120-0B52-4B15-A1EC-483E064687B7}"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84C8006-B437-4176-9F8E-3DE39A7EA155}" type="doc">
      <dgm:prSet loTypeId="urn:microsoft.com/office/officeart/2005/8/layout/default" loCatId="list" qsTypeId="urn:microsoft.com/office/officeart/2005/8/quickstyle/simple1" qsCatId="simple" csTypeId="urn:microsoft.com/office/officeart/2005/8/colors/accent2_2" csCatId="accent2" phldr="1"/>
      <dgm:spPr/>
      <dgm:t>
        <a:bodyPr/>
        <a:lstStyle/>
        <a:p>
          <a:endParaRPr lang="it-IT"/>
        </a:p>
      </dgm:t>
    </dgm:pt>
    <dgm:pt modelId="{CA52FAA5-9F63-4924-85EF-7BA1A483C80F}">
      <dgm:prSet phldrT="[Testo]">
        <dgm:style>
          <a:lnRef idx="2">
            <a:schemeClr val="accent2"/>
          </a:lnRef>
          <a:fillRef idx="1">
            <a:schemeClr val="lt1"/>
          </a:fillRef>
          <a:effectRef idx="0">
            <a:schemeClr val="accent2"/>
          </a:effectRef>
          <a:fontRef idx="minor">
            <a:schemeClr val="dk1"/>
          </a:fontRef>
        </dgm:style>
      </dgm:prSet>
      <dgm:spPr>
        <a:solidFill>
          <a:schemeClr val="accent1">
            <a:lumMod val="40000"/>
            <a:lumOff val="60000"/>
          </a:schemeClr>
        </a:solidFill>
        <a:ln>
          <a:noFill/>
        </a:ln>
      </dgm:spPr>
      <dgm:t>
        <a:bodyPr/>
        <a:lstStyle/>
        <a:p>
          <a:r>
            <a:rPr lang="it-IT" dirty="0">
              <a:solidFill>
                <a:srgbClr val="1A1A1A"/>
              </a:solidFill>
              <a:latin typeface="Calibri" pitchFamily="34" charset="0"/>
              <a:ea typeface="Calibri" pitchFamily="34" charset="-122"/>
              <a:cs typeface="Calibri" pitchFamily="34" charset="-120"/>
            </a:rPr>
            <a:t>    </a:t>
          </a:r>
          <a:r>
            <a:rPr lang="it-IT" b="0" i="0" dirty="0"/>
            <a:t>Rimuovere le dipendenze parziali: le colonne non chiave devono dipendere dall'intera chiave primaria</a:t>
          </a:r>
          <a:endParaRPr lang="it-IT" dirty="0">
            <a:solidFill>
              <a:srgbClr val="1A1A1A"/>
            </a:solidFill>
            <a:latin typeface="Calibri" pitchFamily="34" charset="0"/>
            <a:ea typeface="Calibri" pitchFamily="34" charset="-122"/>
            <a:cs typeface="Calibri" pitchFamily="34" charset="-120"/>
          </a:endParaRPr>
        </a:p>
      </dgm:t>
    </dgm:pt>
    <dgm:pt modelId="{6F283F5B-408B-4408-A274-CB844ACBB017}" type="parTrans" cxnId="{68309F71-17A3-4CF2-9BBD-214C4297996F}">
      <dgm:prSet/>
      <dgm:spPr/>
      <dgm:t>
        <a:bodyPr/>
        <a:lstStyle/>
        <a:p>
          <a:endParaRPr lang="it-IT"/>
        </a:p>
      </dgm:t>
    </dgm:pt>
    <dgm:pt modelId="{49C959F4-DEDE-4422-BD77-AE7956C3B6C0}" type="sibTrans" cxnId="{68309F71-17A3-4CF2-9BBD-214C4297996F}">
      <dgm:prSet/>
      <dgm:spPr/>
      <dgm:t>
        <a:bodyPr/>
        <a:lstStyle/>
        <a:p>
          <a:endParaRPr lang="it-IT"/>
        </a:p>
      </dgm:t>
    </dgm:pt>
    <dgm:pt modelId="{3E72A668-8F2F-46DC-825C-E916E4FE6D33}" type="pres">
      <dgm:prSet presAssocID="{E84C8006-B437-4176-9F8E-3DE39A7EA155}" presName="diagram" presStyleCnt="0">
        <dgm:presLayoutVars>
          <dgm:dir/>
          <dgm:resizeHandles val="exact"/>
        </dgm:presLayoutVars>
      </dgm:prSet>
      <dgm:spPr/>
    </dgm:pt>
    <dgm:pt modelId="{5D405120-0B52-4B15-A1EC-483E064687B7}" type="pres">
      <dgm:prSet presAssocID="{CA52FAA5-9F63-4924-85EF-7BA1A483C80F}" presName="node" presStyleLbl="node1" presStyleIdx="0" presStyleCnt="1" custScaleX="188582" custScaleY="51898" custLinFactNeighborX="-2250" custLinFactNeighborY="-24219">
        <dgm:presLayoutVars>
          <dgm:bulletEnabled val="1"/>
        </dgm:presLayoutVars>
      </dgm:prSet>
      <dgm:spPr/>
    </dgm:pt>
  </dgm:ptLst>
  <dgm:cxnLst>
    <dgm:cxn modelId="{7E44AC4A-462F-4075-A152-9604F41EF53D}" type="presOf" srcId="{CA52FAA5-9F63-4924-85EF-7BA1A483C80F}" destId="{5D405120-0B52-4B15-A1EC-483E064687B7}" srcOrd="0" destOrd="0" presId="urn:microsoft.com/office/officeart/2005/8/layout/default"/>
    <dgm:cxn modelId="{68309F71-17A3-4CF2-9BBD-214C4297996F}" srcId="{E84C8006-B437-4176-9F8E-3DE39A7EA155}" destId="{CA52FAA5-9F63-4924-85EF-7BA1A483C80F}" srcOrd="0" destOrd="0" parTransId="{6F283F5B-408B-4408-A274-CB844ACBB017}" sibTransId="{49C959F4-DEDE-4422-BD77-AE7956C3B6C0}"/>
    <dgm:cxn modelId="{70843DEA-7A3E-4C95-BECB-21A830349A89}" type="presOf" srcId="{E84C8006-B437-4176-9F8E-3DE39A7EA155}" destId="{3E72A668-8F2F-46DC-825C-E916E4FE6D33}" srcOrd="0" destOrd="0" presId="urn:microsoft.com/office/officeart/2005/8/layout/default"/>
    <dgm:cxn modelId="{D0F266ED-9B5C-48BD-9F72-3428EECBB99E}" type="presParOf" srcId="{3E72A668-8F2F-46DC-825C-E916E4FE6D33}" destId="{5D405120-0B52-4B15-A1EC-483E064687B7}"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84C8006-B437-4176-9F8E-3DE39A7EA155}" type="doc">
      <dgm:prSet loTypeId="urn:microsoft.com/office/officeart/2005/8/layout/default" loCatId="list" qsTypeId="urn:microsoft.com/office/officeart/2005/8/quickstyle/simple1" qsCatId="simple" csTypeId="urn:microsoft.com/office/officeart/2005/8/colors/accent2_2" csCatId="accent2" phldr="1"/>
      <dgm:spPr/>
      <dgm:t>
        <a:bodyPr/>
        <a:lstStyle/>
        <a:p>
          <a:endParaRPr lang="it-IT"/>
        </a:p>
      </dgm:t>
    </dgm:pt>
    <dgm:pt modelId="{CA52FAA5-9F63-4924-85EF-7BA1A483C80F}">
      <dgm:prSet phldrT="[Testo]">
        <dgm:style>
          <a:lnRef idx="2">
            <a:schemeClr val="accent2"/>
          </a:lnRef>
          <a:fillRef idx="1">
            <a:schemeClr val="lt1"/>
          </a:fillRef>
          <a:effectRef idx="0">
            <a:schemeClr val="accent2"/>
          </a:effectRef>
          <a:fontRef idx="minor">
            <a:schemeClr val="dk1"/>
          </a:fontRef>
        </dgm:style>
      </dgm:prSet>
      <dgm:spPr>
        <a:solidFill>
          <a:schemeClr val="accent1">
            <a:lumMod val="40000"/>
            <a:lumOff val="60000"/>
          </a:schemeClr>
        </a:solidFill>
        <a:ln>
          <a:noFill/>
        </a:ln>
      </dgm:spPr>
      <dgm:t>
        <a:bodyPr/>
        <a:lstStyle/>
        <a:p>
          <a:r>
            <a:rPr lang="it-IT" b="0" i="0" dirty="0"/>
            <a:t>Rimuovere le dipendenze transitive: le colonne </a:t>
          </a:r>
          <a:br>
            <a:rPr lang="it-IT" b="0" i="0" dirty="0"/>
          </a:br>
          <a:r>
            <a:rPr lang="it-IT" b="0" i="0" dirty="0"/>
            <a:t>non chiave dipendono solo dalla chiave primaria, </a:t>
          </a:r>
          <a:br>
            <a:rPr lang="it-IT" b="0" i="0" dirty="0"/>
          </a:br>
          <a:r>
            <a:rPr lang="it-IT" b="0" i="0" dirty="0"/>
            <a:t>non da altre colonne non chiave</a:t>
          </a:r>
          <a:endParaRPr lang="it-IT" dirty="0">
            <a:solidFill>
              <a:srgbClr val="1A1A1A"/>
            </a:solidFill>
            <a:latin typeface="Calibri" pitchFamily="34" charset="0"/>
            <a:ea typeface="Calibri" pitchFamily="34" charset="-122"/>
            <a:cs typeface="Calibri" pitchFamily="34" charset="-120"/>
          </a:endParaRPr>
        </a:p>
      </dgm:t>
    </dgm:pt>
    <dgm:pt modelId="{6F283F5B-408B-4408-A274-CB844ACBB017}" type="parTrans" cxnId="{68309F71-17A3-4CF2-9BBD-214C4297996F}">
      <dgm:prSet/>
      <dgm:spPr/>
      <dgm:t>
        <a:bodyPr/>
        <a:lstStyle/>
        <a:p>
          <a:endParaRPr lang="it-IT"/>
        </a:p>
      </dgm:t>
    </dgm:pt>
    <dgm:pt modelId="{49C959F4-DEDE-4422-BD77-AE7956C3B6C0}" type="sibTrans" cxnId="{68309F71-17A3-4CF2-9BBD-214C4297996F}">
      <dgm:prSet/>
      <dgm:spPr/>
      <dgm:t>
        <a:bodyPr/>
        <a:lstStyle/>
        <a:p>
          <a:endParaRPr lang="it-IT"/>
        </a:p>
      </dgm:t>
    </dgm:pt>
    <dgm:pt modelId="{3E72A668-8F2F-46DC-825C-E916E4FE6D33}" type="pres">
      <dgm:prSet presAssocID="{E84C8006-B437-4176-9F8E-3DE39A7EA155}" presName="diagram" presStyleCnt="0">
        <dgm:presLayoutVars>
          <dgm:dir/>
          <dgm:resizeHandles val="exact"/>
        </dgm:presLayoutVars>
      </dgm:prSet>
      <dgm:spPr/>
    </dgm:pt>
    <dgm:pt modelId="{5D405120-0B52-4B15-A1EC-483E064687B7}" type="pres">
      <dgm:prSet presAssocID="{CA52FAA5-9F63-4924-85EF-7BA1A483C80F}" presName="node" presStyleLbl="node1" presStyleIdx="0" presStyleCnt="1" custScaleX="188582" custScaleY="51898" custLinFactNeighborX="-2250" custLinFactNeighborY="-24219">
        <dgm:presLayoutVars>
          <dgm:bulletEnabled val="1"/>
        </dgm:presLayoutVars>
      </dgm:prSet>
      <dgm:spPr/>
    </dgm:pt>
  </dgm:ptLst>
  <dgm:cxnLst>
    <dgm:cxn modelId="{7E44AC4A-462F-4075-A152-9604F41EF53D}" type="presOf" srcId="{CA52FAA5-9F63-4924-85EF-7BA1A483C80F}" destId="{5D405120-0B52-4B15-A1EC-483E064687B7}" srcOrd="0" destOrd="0" presId="urn:microsoft.com/office/officeart/2005/8/layout/default"/>
    <dgm:cxn modelId="{68309F71-17A3-4CF2-9BBD-214C4297996F}" srcId="{E84C8006-B437-4176-9F8E-3DE39A7EA155}" destId="{CA52FAA5-9F63-4924-85EF-7BA1A483C80F}" srcOrd="0" destOrd="0" parTransId="{6F283F5B-408B-4408-A274-CB844ACBB017}" sibTransId="{49C959F4-DEDE-4422-BD77-AE7956C3B6C0}"/>
    <dgm:cxn modelId="{70843DEA-7A3E-4C95-BECB-21A830349A89}" type="presOf" srcId="{E84C8006-B437-4176-9F8E-3DE39A7EA155}" destId="{3E72A668-8F2F-46DC-825C-E916E4FE6D33}" srcOrd="0" destOrd="0" presId="urn:microsoft.com/office/officeart/2005/8/layout/default"/>
    <dgm:cxn modelId="{D0F266ED-9B5C-48BD-9F72-3428EECBB99E}" type="presParOf" srcId="{3E72A668-8F2F-46DC-825C-E916E4FE6D33}" destId="{5D405120-0B52-4B15-A1EC-483E064687B7}"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84C8006-B437-4176-9F8E-3DE39A7EA155}" type="doc">
      <dgm:prSet loTypeId="urn:microsoft.com/office/officeart/2005/8/layout/default" loCatId="list" qsTypeId="urn:microsoft.com/office/officeart/2005/8/quickstyle/simple1" qsCatId="simple" csTypeId="urn:microsoft.com/office/officeart/2005/8/colors/accent2_2" csCatId="accent2" phldr="1"/>
      <dgm:spPr/>
      <dgm:t>
        <a:bodyPr/>
        <a:lstStyle/>
        <a:p>
          <a:endParaRPr lang="it-IT"/>
        </a:p>
      </dgm:t>
    </dgm:pt>
    <dgm:pt modelId="{CA52FAA5-9F63-4924-85EF-7BA1A483C80F}">
      <dgm:prSet phldrT="[Testo]">
        <dgm:style>
          <a:lnRef idx="2">
            <a:schemeClr val="accent2"/>
          </a:lnRef>
          <a:fillRef idx="1">
            <a:schemeClr val="lt1"/>
          </a:fillRef>
          <a:effectRef idx="0">
            <a:schemeClr val="accent2"/>
          </a:effectRef>
          <a:fontRef idx="minor">
            <a:schemeClr val="dk1"/>
          </a:fontRef>
        </dgm:style>
      </dgm:prSet>
      <dgm:spPr>
        <a:solidFill>
          <a:schemeClr val="accent1">
            <a:lumMod val="40000"/>
            <a:lumOff val="60000"/>
          </a:schemeClr>
        </a:solidFill>
        <a:ln>
          <a:noFill/>
        </a:ln>
      </dgm:spPr>
      <dgm:t>
        <a:bodyPr/>
        <a:lstStyle/>
        <a:p>
          <a:r>
            <a:rPr lang="en-US" b="0" dirty="0">
              <a:solidFill>
                <a:schemeClr val="tx1"/>
              </a:solidFill>
              <a:latin typeface="+mn-lt"/>
              <a:ea typeface="Segoe UI" pitchFamily="34" charset="-122"/>
              <a:cs typeface="Segoe UI" pitchFamily="34" charset="-120"/>
            </a:rPr>
            <a:t>SQL Server non </a:t>
          </a:r>
          <a:r>
            <a:rPr lang="en-US" b="0" dirty="0" err="1">
              <a:solidFill>
                <a:schemeClr val="tx1"/>
              </a:solidFill>
              <a:latin typeface="+mn-lt"/>
              <a:ea typeface="Segoe UI" pitchFamily="34" charset="-122"/>
              <a:cs typeface="Segoe UI" pitchFamily="34" charset="-120"/>
            </a:rPr>
            <a:t>legge</a:t>
          </a:r>
          <a:r>
            <a:rPr lang="en-US" b="0" dirty="0">
              <a:solidFill>
                <a:schemeClr val="tx1"/>
              </a:solidFill>
              <a:latin typeface="+mn-lt"/>
              <a:ea typeface="Segoe UI" pitchFamily="34" charset="-122"/>
              <a:cs typeface="Segoe UI" pitchFamily="34" charset="-120"/>
            </a:rPr>
            <a:t> </a:t>
          </a:r>
          <a:r>
            <a:rPr lang="en-US" b="0" dirty="0" err="1">
              <a:solidFill>
                <a:schemeClr val="tx1"/>
              </a:solidFill>
              <a:latin typeface="+mn-lt"/>
              <a:ea typeface="Segoe UI" pitchFamily="34" charset="-122"/>
              <a:cs typeface="Segoe UI" pitchFamily="34" charset="-120"/>
            </a:rPr>
            <a:t>righe</a:t>
          </a:r>
          <a:r>
            <a:rPr lang="en-US" b="0" dirty="0">
              <a:solidFill>
                <a:schemeClr val="tx1"/>
              </a:solidFill>
              <a:latin typeface="+mn-lt"/>
              <a:ea typeface="Segoe UI" pitchFamily="34" charset="-122"/>
              <a:cs typeface="Segoe UI" pitchFamily="34" charset="-120"/>
            </a:rPr>
            <a:t>: </a:t>
          </a:r>
          <a:r>
            <a:rPr lang="en-US" b="0" dirty="0" err="1">
              <a:solidFill>
                <a:schemeClr val="tx1"/>
              </a:solidFill>
              <a:latin typeface="+mn-lt"/>
              <a:ea typeface="Segoe UI" pitchFamily="34" charset="-122"/>
              <a:cs typeface="Segoe UI" pitchFamily="34" charset="-120"/>
            </a:rPr>
            <a:t>legge</a:t>
          </a:r>
          <a:r>
            <a:rPr lang="en-US" b="0" dirty="0">
              <a:solidFill>
                <a:schemeClr val="tx1"/>
              </a:solidFill>
              <a:latin typeface="+mn-lt"/>
              <a:ea typeface="Segoe UI" pitchFamily="34" charset="-122"/>
              <a:cs typeface="Segoe UI" pitchFamily="34" charset="-120"/>
            </a:rPr>
            <a:t> </a:t>
          </a:r>
          <a:r>
            <a:rPr lang="en-US" b="0" dirty="0" err="1">
              <a:solidFill>
                <a:schemeClr val="tx1"/>
              </a:solidFill>
              <a:latin typeface="+mn-lt"/>
              <a:ea typeface="Segoe UI" pitchFamily="34" charset="-122"/>
              <a:cs typeface="Segoe UI" pitchFamily="34" charset="-120"/>
            </a:rPr>
            <a:t>pagine</a:t>
          </a:r>
          <a:r>
            <a:rPr lang="en-US" b="0" dirty="0">
              <a:solidFill>
                <a:schemeClr val="tx1"/>
              </a:solidFill>
              <a:latin typeface="+mn-lt"/>
              <a:ea typeface="Segoe UI" pitchFamily="34" charset="-122"/>
              <a:cs typeface="Segoe UI" pitchFamily="34" charset="-120"/>
            </a:rPr>
            <a:t>. Quante </a:t>
          </a:r>
          <a:r>
            <a:rPr lang="en-US" b="0" dirty="0" err="1">
              <a:solidFill>
                <a:schemeClr val="tx1"/>
              </a:solidFill>
              <a:latin typeface="+mn-lt"/>
              <a:ea typeface="Segoe UI" pitchFamily="34" charset="-122"/>
              <a:cs typeface="Segoe UI" pitchFamily="34" charset="-120"/>
            </a:rPr>
            <a:t>righe</a:t>
          </a:r>
          <a:r>
            <a:rPr lang="en-US" b="0" dirty="0">
              <a:solidFill>
                <a:schemeClr val="tx1"/>
              </a:solidFill>
              <a:latin typeface="+mn-lt"/>
              <a:ea typeface="Segoe UI" pitchFamily="34" charset="-122"/>
              <a:cs typeface="Segoe UI" pitchFamily="34" charset="-120"/>
            </a:rPr>
            <a:t> </a:t>
          </a:r>
          <a:r>
            <a:rPr lang="en-US" b="0" dirty="0" err="1">
              <a:solidFill>
                <a:schemeClr val="tx1"/>
              </a:solidFill>
              <a:latin typeface="+mn-lt"/>
              <a:ea typeface="Segoe UI" pitchFamily="34" charset="-122"/>
              <a:cs typeface="Segoe UI" pitchFamily="34" charset="-120"/>
            </a:rPr>
            <a:t>entrano</a:t>
          </a:r>
          <a:r>
            <a:rPr lang="en-US" b="0" dirty="0">
              <a:solidFill>
                <a:schemeClr val="tx1"/>
              </a:solidFill>
              <a:latin typeface="+mn-lt"/>
              <a:ea typeface="Segoe UI" pitchFamily="34" charset="-122"/>
              <a:cs typeface="Segoe UI" pitchFamily="34" charset="-120"/>
            </a:rPr>
            <a:t> in </a:t>
          </a:r>
          <a:r>
            <a:rPr lang="en-US" b="0" dirty="0" err="1">
              <a:solidFill>
                <a:schemeClr val="tx1"/>
              </a:solidFill>
              <a:latin typeface="+mn-lt"/>
              <a:ea typeface="Segoe UI" pitchFamily="34" charset="-122"/>
              <a:cs typeface="Segoe UI" pitchFamily="34" charset="-120"/>
            </a:rPr>
            <a:t>una</a:t>
          </a:r>
          <a:r>
            <a:rPr lang="en-US" b="0" dirty="0">
              <a:solidFill>
                <a:schemeClr val="tx1"/>
              </a:solidFill>
              <a:latin typeface="+mn-lt"/>
              <a:ea typeface="Segoe UI" pitchFamily="34" charset="-122"/>
              <a:cs typeface="Segoe UI" pitchFamily="34" charset="-120"/>
            </a:rPr>
            <a:t> </a:t>
          </a:r>
          <a:r>
            <a:rPr lang="en-US" b="0" dirty="0" err="1">
              <a:solidFill>
                <a:schemeClr val="tx1"/>
              </a:solidFill>
              <a:latin typeface="+mn-lt"/>
              <a:ea typeface="Segoe UI" pitchFamily="34" charset="-122"/>
              <a:cs typeface="Segoe UI" pitchFamily="34" charset="-120"/>
            </a:rPr>
            <a:t>pagina</a:t>
          </a:r>
          <a:r>
            <a:rPr lang="en-US" b="0" dirty="0">
              <a:solidFill>
                <a:schemeClr val="tx1"/>
              </a:solidFill>
              <a:latin typeface="+mn-lt"/>
              <a:ea typeface="Segoe UI" pitchFamily="34" charset="-122"/>
              <a:cs typeface="Segoe UI" pitchFamily="34" charset="-120"/>
            </a:rPr>
            <a:t> lo decide la </a:t>
          </a:r>
          <a:r>
            <a:rPr lang="en-US" b="0" dirty="0" err="1">
              <a:solidFill>
                <a:schemeClr val="tx1"/>
              </a:solidFill>
              <a:latin typeface="+mn-lt"/>
              <a:ea typeface="Segoe UI" pitchFamily="34" charset="-122"/>
              <a:cs typeface="Segoe UI" pitchFamily="34" charset="-120"/>
            </a:rPr>
            <a:t>definizione</a:t>
          </a:r>
          <a:r>
            <a:rPr lang="en-US" b="0" dirty="0">
              <a:solidFill>
                <a:schemeClr val="tx1"/>
              </a:solidFill>
              <a:latin typeface="+mn-lt"/>
              <a:ea typeface="Segoe UI" pitchFamily="34" charset="-122"/>
              <a:cs typeface="Segoe UI" pitchFamily="34" charset="-120"/>
            </a:rPr>
            <a:t>.</a:t>
          </a:r>
          <a:endParaRPr lang="it-IT" b="0" dirty="0">
            <a:solidFill>
              <a:schemeClr val="tx1"/>
            </a:solidFill>
            <a:latin typeface="+mn-lt"/>
          </a:endParaRPr>
        </a:p>
      </dgm:t>
    </dgm:pt>
    <dgm:pt modelId="{6F283F5B-408B-4408-A274-CB844ACBB017}" type="parTrans" cxnId="{68309F71-17A3-4CF2-9BBD-214C4297996F}">
      <dgm:prSet/>
      <dgm:spPr/>
      <dgm:t>
        <a:bodyPr/>
        <a:lstStyle/>
        <a:p>
          <a:endParaRPr lang="it-IT"/>
        </a:p>
      </dgm:t>
    </dgm:pt>
    <dgm:pt modelId="{49C959F4-DEDE-4422-BD77-AE7956C3B6C0}" type="sibTrans" cxnId="{68309F71-17A3-4CF2-9BBD-214C4297996F}">
      <dgm:prSet/>
      <dgm:spPr/>
      <dgm:t>
        <a:bodyPr/>
        <a:lstStyle/>
        <a:p>
          <a:endParaRPr lang="it-IT"/>
        </a:p>
      </dgm:t>
    </dgm:pt>
    <dgm:pt modelId="{3E72A668-8F2F-46DC-825C-E916E4FE6D33}" type="pres">
      <dgm:prSet presAssocID="{E84C8006-B437-4176-9F8E-3DE39A7EA155}" presName="diagram" presStyleCnt="0">
        <dgm:presLayoutVars>
          <dgm:dir/>
          <dgm:resizeHandles val="exact"/>
        </dgm:presLayoutVars>
      </dgm:prSet>
      <dgm:spPr/>
    </dgm:pt>
    <dgm:pt modelId="{5D405120-0B52-4B15-A1EC-483E064687B7}" type="pres">
      <dgm:prSet presAssocID="{CA52FAA5-9F63-4924-85EF-7BA1A483C80F}" presName="node" presStyleLbl="node1" presStyleIdx="0" presStyleCnt="1" custScaleX="436674" custLinFactX="-58242" custLinFactNeighborX="-100000" custLinFactNeighborY="-82708">
        <dgm:presLayoutVars>
          <dgm:bulletEnabled val="1"/>
        </dgm:presLayoutVars>
      </dgm:prSet>
      <dgm:spPr/>
    </dgm:pt>
  </dgm:ptLst>
  <dgm:cxnLst>
    <dgm:cxn modelId="{7E44AC4A-462F-4075-A152-9604F41EF53D}" type="presOf" srcId="{CA52FAA5-9F63-4924-85EF-7BA1A483C80F}" destId="{5D405120-0B52-4B15-A1EC-483E064687B7}" srcOrd="0" destOrd="0" presId="urn:microsoft.com/office/officeart/2005/8/layout/default"/>
    <dgm:cxn modelId="{68309F71-17A3-4CF2-9BBD-214C4297996F}" srcId="{E84C8006-B437-4176-9F8E-3DE39A7EA155}" destId="{CA52FAA5-9F63-4924-85EF-7BA1A483C80F}" srcOrd="0" destOrd="0" parTransId="{6F283F5B-408B-4408-A274-CB844ACBB017}" sibTransId="{49C959F4-DEDE-4422-BD77-AE7956C3B6C0}"/>
    <dgm:cxn modelId="{70843DEA-7A3E-4C95-BECB-21A830349A89}" type="presOf" srcId="{E84C8006-B437-4176-9F8E-3DE39A7EA155}" destId="{3E72A668-8F2F-46DC-825C-E916E4FE6D33}" srcOrd="0" destOrd="0" presId="urn:microsoft.com/office/officeart/2005/8/layout/default"/>
    <dgm:cxn modelId="{D0F266ED-9B5C-48BD-9F72-3428EECBB99E}" type="presParOf" srcId="{3E72A668-8F2F-46DC-825C-E916E4FE6D33}" destId="{5D405120-0B52-4B15-A1EC-483E064687B7}"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A9E5E78-8A8E-4ACA-BF03-AC4489B8AE95}"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it-IT"/>
        </a:p>
      </dgm:t>
    </dgm:pt>
    <dgm:pt modelId="{C1D90789-389D-4F78-A479-7F350E6951E3}">
      <dgm:prSet phldrT="[Testo]" custT="1"/>
      <dgm:spPr>
        <a:solidFill>
          <a:schemeClr val="accent1">
            <a:lumMod val="40000"/>
            <a:lumOff val="60000"/>
          </a:schemeClr>
        </a:solidFill>
      </dgm:spPr>
      <dgm:t>
        <a:bodyPr/>
        <a:lstStyle/>
        <a:p>
          <a:pPr>
            <a:buNone/>
          </a:pPr>
          <a:r>
            <a:rPr lang="en-US" sz="2000" b="1" dirty="0">
              <a:solidFill>
                <a:schemeClr val="accent1">
                  <a:lumMod val="75000"/>
                </a:schemeClr>
              </a:solidFill>
              <a:latin typeface="+mj-lt"/>
              <a:ea typeface="Segoe UI" pitchFamily="34" charset="-122"/>
              <a:cs typeface="Segoe UI" pitchFamily="34" charset="-120"/>
            </a:rPr>
            <a:t>IDENTITY(seed, </a:t>
          </a:r>
          <a:r>
            <a:rPr lang="en-US" sz="2000" b="1" dirty="0" err="1">
              <a:solidFill>
                <a:schemeClr val="accent1">
                  <a:lumMod val="75000"/>
                </a:schemeClr>
              </a:solidFill>
              <a:latin typeface="+mj-lt"/>
              <a:ea typeface="Segoe UI" pitchFamily="34" charset="-122"/>
              <a:cs typeface="Segoe UI" pitchFamily="34" charset="-120"/>
            </a:rPr>
            <a:t>incremento</a:t>
          </a:r>
          <a:r>
            <a:rPr lang="en-US" sz="2000" b="1" dirty="0">
              <a:solidFill>
                <a:schemeClr val="accent1">
                  <a:lumMod val="75000"/>
                </a:schemeClr>
              </a:solidFill>
              <a:latin typeface="+mj-lt"/>
              <a:ea typeface="Segoe UI" pitchFamily="34" charset="-122"/>
              <a:cs typeface="Segoe UI" pitchFamily="34" charset="-120"/>
            </a:rPr>
            <a:t>)</a:t>
          </a:r>
          <a:endParaRPr lang="it-IT" sz="2000" dirty="0">
            <a:solidFill>
              <a:schemeClr val="accent1">
                <a:lumMod val="75000"/>
              </a:schemeClr>
            </a:solidFill>
            <a:latin typeface="+mj-lt"/>
          </a:endParaRPr>
        </a:p>
      </dgm:t>
    </dgm:pt>
    <dgm:pt modelId="{78338705-C6A8-455C-BC39-719D1E53B503}" type="parTrans" cxnId="{3CDB5492-54BF-4339-968D-441D1ECEEFD2}">
      <dgm:prSet/>
      <dgm:spPr/>
      <dgm:t>
        <a:bodyPr/>
        <a:lstStyle/>
        <a:p>
          <a:endParaRPr lang="it-IT"/>
        </a:p>
      </dgm:t>
    </dgm:pt>
    <dgm:pt modelId="{EB00BCC0-4A0F-47F3-B27E-BED10ED70FA9}" type="sibTrans" cxnId="{3CDB5492-54BF-4339-968D-441D1ECEEFD2}">
      <dgm:prSet/>
      <dgm:spPr/>
      <dgm:t>
        <a:bodyPr/>
        <a:lstStyle/>
        <a:p>
          <a:endParaRPr lang="it-IT"/>
        </a:p>
      </dgm:t>
    </dgm:pt>
    <dgm:pt modelId="{47DC09D8-4C00-4DE1-82C2-9426BD709F3E}">
      <dgm:prSet phldrT="[Testo]" custT="1"/>
      <dgm:spPr>
        <a:solidFill>
          <a:schemeClr val="accent1">
            <a:lumMod val="40000"/>
            <a:lumOff val="60000"/>
          </a:schemeClr>
        </a:solidFill>
      </dgm:spPr>
      <dgm:t>
        <a:bodyPr/>
        <a:lstStyle/>
        <a:p>
          <a:r>
            <a:rPr lang="en-US" sz="2000" b="1" dirty="0">
              <a:solidFill>
                <a:schemeClr val="accent1">
                  <a:lumMod val="75000"/>
                </a:schemeClr>
              </a:solidFill>
              <a:latin typeface="+mj-lt"/>
              <a:ea typeface="Segoe UI" pitchFamily="34" charset="-122"/>
              <a:cs typeface="Segoe UI" pitchFamily="34" charset="-120"/>
            </a:rPr>
            <a:t>DEFAULT</a:t>
          </a:r>
          <a:endParaRPr lang="it-IT" sz="1800" dirty="0">
            <a:solidFill>
              <a:schemeClr val="accent1">
                <a:lumMod val="75000"/>
              </a:schemeClr>
            </a:solidFill>
            <a:latin typeface="+mj-lt"/>
          </a:endParaRPr>
        </a:p>
      </dgm:t>
    </dgm:pt>
    <dgm:pt modelId="{B5172FC6-FF6F-45DB-92F4-B72890EA0BB2}" type="parTrans" cxnId="{BE00CA4B-6E8D-436B-8FB1-62BF74EF9539}">
      <dgm:prSet/>
      <dgm:spPr/>
      <dgm:t>
        <a:bodyPr/>
        <a:lstStyle/>
        <a:p>
          <a:endParaRPr lang="it-IT"/>
        </a:p>
      </dgm:t>
    </dgm:pt>
    <dgm:pt modelId="{F2D3D3CD-1243-4C3D-B4B0-7A399AE72C1F}" type="sibTrans" cxnId="{BE00CA4B-6E8D-436B-8FB1-62BF74EF9539}">
      <dgm:prSet/>
      <dgm:spPr/>
      <dgm:t>
        <a:bodyPr/>
        <a:lstStyle/>
        <a:p>
          <a:endParaRPr lang="it-IT"/>
        </a:p>
      </dgm:t>
    </dgm:pt>
    <dgm:pt modelId="{66DE7CA4-5364-4F11-8BC5-13819E829A71}">
      <dgm:prSet phldrT="[Testo]" phldr="0" custT="1"/>
      <dgm:spPr>
        <a:solidFill>
          <a:schemeClr val="accent1">
            <a:lumMod val="40000"/>
            <a:lumOff val="60000"/>
          </a:schemeClr>
        </a:solidFill>
      </dgm:spPr>
      <dgm:t>
        <a:bodyPr/>
        <a:lstStyle/>
        <a:p>
          <a:r>
            <a:rPr lang="it-IT" sz="2000" b="1" dirty="0">
              <a:solidFill>
                <a:schemeClr val="accent1">
                  <a:lumMod val="75000"/>
                </a:schemeClr>
              </a:solidFill>
              <a:latin typeface="+mj-lt"/>
            </a:rPr>
            <a:t>COLONNE CALCOLATE</a:t>
          </a:r>
        </a:p>
      </dgm:t>
    </dgm:pt>
    <dgm:pt modelId="{4145DC81-7174-42F0-B68B-6B150C214D42}" type="parTrans" cxnId="{383DDFE2-0724-42A5-8C96-24F9E39FDF03}">
      <dgm:prSet/>
      <dgm:spPr/>
      <dgm:t>
        <a:bodyPr/>
        <a:lstStyle/>
        <a:p>
          <a:endParaRPr lang="it-IT"/>
        </a:p>
      </dgm:t>
    </dgm:pt>
    <dgm:pt modelId="{07E05250-67C8-4F78-8444-DDD742D76953}" type="sibTrans" cxnId="{383DDFE2-0724-42A5-8C96-24F9E39FDF03}">
      <dgm:prSet/>
      <dgm:spPr/>
      <dgm:t>
        <a:bodyPr/>
        <a:lstStyle/>
        <a:p>
          <a:endParaRPr lang="it-IT"/>
        </a:p>
      </dgm:t>
    </dgm:pt>
    <dgm:pt modelId="{45883A6F-372C-410C-872C-5BD8646BC1EB}">
      <dgm:prSet phldrT="[Testo]"/>
      <dgm:spPr>
        <a:solidFill>
          <a:schemeClr val="accent1">
            <a:lumMod val="40000"/>
            <a:lumOff val="60000"/>
          </a:schemeClr>
        </a:solidFill>
      </dgm:spPr>
      <dgm:t>
        <a:bodyPr/>
        <a:lstStyle/>
        <a:p>
          <a:pPr>
            <a:buSzPct val="100000"/>
            <a:buChar char="•"/>
          </a:pPr>
          <a:r>
            <a:rPr lang="en-US" sz="1400" dirty="0">
              <a:solidFill>
                <a:srgbClr val="1A1A1A"/>
              </a:solidFill>
              <a:latin typeface="Segoe UI" pitchFamily="34" charset="0"/>
              <a:ea typeface="Segoe UI" pitchFamily="34" charset="-122"/>
              <a:cs typeface="Segoe UI" pitchFamily="34" charset="-120"/>
            </a:rPr>
            <a:t>Genera il </a:t>
          </a:r>
          <a:r>
            <a:rPr lang="en-US" sz="1400" dirty="0" err="1">
              <a:solidFill>
                <a:srgbClr val="1A1A1A"/>
              </a:solidFill>
              <a:latin typeface="Segoe UI" pitchFamily="34" charset="0"/>
              <a:ea typeface="Segoe UI" pitchFamily="34" charset="-122"/>
              <a:cs typeface="Segoe UI" pitchFamily="34" charset="-120"/>
            </a:rPr>
            <a:t>valore</a:t>
          </a:r>
          <a:r>
            <a:rPr lang="en-US" sz="1400" dirty="0">
              <a:solidFill>
                <a:srgbClr val="1A1A1A"/>
              </a:solidFill>
              <a:latin typeface="Segoe UI" pitchFamily="34" charset="0"/>
              <a:ea typeface="Segoe UI" pitchFamily="34" charset="-122"/>
              <a:cs typeface="Segoe UI" pitchFamily="34" charset="-120"/>
            </a:rPr>
            <a:t> </a:t>
          </a:r>
          <a:r>
            <a:rPr lang="en-US" sz="1400" dirty="0" err="1">
              <a:solidFill>
                <a:srgbClr val="1A1A1A"/>
              </a:solidFill>
              <a:latin typeface="Segoe UI" pitchFamily="34" charset="0"/>
              <a:ea typeface="Segoe UI" pitchFamily="34" charset="-122"/>
              <a:cs typeface="Segoe UI" pitchFamily="34" charset="-120"/>
            </a:rPr>
            <a:t>all'INSERT</a:t>
          </a:r>
          <a:r>
            <a:rPr lang="en-US" sz="1400" dirty="0">
              <a:solidFill>
                <a:srgbClr val="1A1A1A"/>
              </a:solidFill>
              <a:latin typeface="Segoe UI" pitchFamily="34" charset="0"/>
              <a:ea typeface="Segoe UI" pitchFamily="34" charset="-122"/>
              <a:cs typeface="Segoe UI" pitchFamily="34" charset="-120"/>
            </a:rPr>
            <a:t>, per </a:t>
          </a:r>
          <a:r>
            <a:rPr lang="en-US" sz="1400" dirty="0" err="1">
              <a:solidFill>
                <a:srgbClr val="1A1A1A"/>
              </a:solidFill>
              <a:latin typeface="Segoe UI" pitchFamily="34" charset="0"/>
              <a:ea typeface="Segoe UI" pitchFamily="34" charset="-122"/>
              <a:cs typeface="Segoe UI" pitchFamily="34" charset="-120"/>
            </a:rPr>
            <a:t>singola</a:t>
          </a:r>
          <a:r>
            <a:rPr lang="en-US" sz="1400" dirty="0">
              <a:solidFill>
                <a:srgbClr val="1A1A1A"/>
              </a:solidFill>
              <a:latin typeface="Segoe UI" pitchFamily="34" charset="0"/>
              <a:ea typeface="Segoe UI" pitchFamily="34" charset="-122"/>
              <a:cs typeface="Segoe UI" pitchFamily="34" charset="-120"/>
            </a:rPr>
            <a:t> </a:t>
          </a:r>
          <a:r>
            <a:rPr lang="en-US" sz="1400" dirty="0" err="1">
              <a:solidFill>
                <a:srgbClr val="1A1A1A"/>
              </a:solidFill>
              <a:latin typeface="Segoe UI" pitchFamily="34" charset="0"/>
              <a:ea typeface="Segoe UI" pitchFamily="34" charset="-122"/>
              <a:cs typeface="Segoe UI" pitchFamily="34" charset="-120"/>
            </a:rPr>
            <a:t>tabella</a:t>
          </a:r>
          <a:endParaRPr lang="it-IT" sz="1400" dirty="0"/>
        </a:p>
      </dgm:t>
    </dgm:pt>
    <dgm:pt modelId="{F0BEC6D1-5132-4D1F-B1FF-DB3DAE561FA6}" type="parTrans" cxnId="{26A8707D-9B9D-4E51-B8E4-252CDA475C96}">
      <dgm:prSet/>
      <dgm:spPr/>
      <dgm:t>
        <a:bodyPr/>
        <a:lstStyle/>
        <a:p>
          <a:endParaRPr lang="it-IT"/>
        </a:p>
      </dgm:t>
    </dgm:pt>
    <dgm:pt modelId="{0A9DCD3B-6BA2-43CD-B859-84B040196A70}" type="sibTrans" cxnId="{26A8707D-9B9D-4E51-B8E4-252CDA475C96}">
      <dgm:prSet/>
      <dgm:spPr/>
      <dgm:t>
        <a:bodyPr/>
        <a:lstStyle/>
        <a:p>
          <a:endParaRPr lang="it-IT"/>
        </a:p>
      </dgm:t>
    </dgm:pt>
    <dgm:pt modelId="{D16812DE-5F0C-4355-8979-53166CF6C1CC}">
      <dgm:prSet phldrT="[Testo]"/>
      <dgm:spPr>
        <a:solidFill>
          <a:schemeClr val="accent1">
            <a:lumMod val="40000"/>
            <a:lumOff val="60000"/>
          </a:schemeClr>
        </a:solidFill>
      </dgm:spPr>
      <dgm:t>
        <a:bodyPr/>
        <a:lstStyle/>
        <a:p>
          <a:pPr>
            <a:buSzPct val="100000"/>
            <a:buChar char="•"/>
          </a:pPr>
          <a:r>
            <a:rPr lang="en-US" sz="1400">
              <a:solidFill>
                <a:srgbClr val="1A1A1A"/>
              </a:solidFill>
              <a:latin typeface="Segoe UI" pitchFamily="34" charset="0"/>
              <a:ea typeface="Segoe UI" pitchFamily="34" charset="-122"/>
              <a:cs typeface="Segoe UI" pitchFamily="34" charset="-120"/>
            </a:rPr>
            <a:t>Si applica solo se l'INSERT omette la colonna</a:t>
          </a:r>
          <a:endParaRPr lang="it-IT" sz="1400" dirty="0"/>
        </a:p>
      </dgm:t>
    </dgm:pt>
    <dgm:pt modelId="{D8BB8100-51EC-4BBF-9A14-BA3D4D013616}" type="parTrans" cxnId="{4C3FF597-7B63-49F3-BA55-F7D57FFA9248}">
      <dgm:prSet/>
      <dgm:spPr/>
      <dgm:t>
        <a:bodyPr/>
        <a:lstStyle/>
        <a:p>
          <a:endParaRPr lang="it-IT"/>
        </a:p>
      </dgm:t>
    </dgm:pt>
    <dgm:pt modelId="{04FAF135-9438-451A-B288-AD50E49323F1}" type="sibTrans" cxnId="{4C3FF597-7B63-49F3-BA55-F7D57FFA9248}">
      <dgm:prSet/>
      <dgm:spPr/>
      <dgm:t>
        <a:bodyPr/>
        <a:lstStyle/>
        <a:p>
          <a:endParaRPr lang="it-IT"/>
        </a:p>
      </dgm:t>
    </dgm:pt>
    <dgm:pt modelId="{9AC1E0FD-6A9F-4C78-A079-18FEA1B957AD}">
      <dgm:prSet/>
      <dgm:spPr>
        <a:solidFill>
          <a:schemeClr val="accent1">
            <a:lumMod val="40000"/>
            <a:lumOff val="60000"/>
          </a:schemeClr>
        </a:solidFill>
      </dgm:spPr>
      <dgm:t>
        <a:bodyPr/>
        <a:lstStyle/>
        <a:p>
          <a:r>
            <a:rPr lang="en-US" sz="1400" dirty="0">
              <a:solidFill>
                <a:srgbClr val="1A1A1A"/>
              </a:solidFill>
              <a:latin typeface="Segoe UI" pitchFamily="34" charset="0"/>
              <a:ea typeface="Segoe UI" pitchFamily="34" charset="-122"/>
              <a:cs typeface="Segoe UI" pitchFamily="34" charset="-120"/>
            </a:rPr>
            <a:t>Non </a:t>
          </a:r>
          <a:r>
            <a:rPr lang="en-US" sz="1400" dirty="0" err="1">
              <a:solidFill>
                <a:srgbClr val="1A1A1A"/>
              </a:solidFill>
              <a:latin typeface="Segoe UI" pitchFamily="34" charset="0"/>
              <a:ea typeface="Segoe UI" pitchFamily="34" charset="-122"/>
              <a:cs typeface="Segoe UI" pitchFamily="34" charset="-120"/>
            </a:rPr>
            <a:t>riempie</a:t>
          </a:r>
          <a:r>
            <a:rPr lang="en-US" sz="1400" dirty="0">
              <a:solidFill>
                <a:srgbClr val="1A1A1A"/>
              </a:solidFill>
              <a:latin typeface="Segoe UI" pitchFamily="34" charset="0"/>
              <a:ea typeface="Segoe UI" pitchFamily="34" charset="-122"/>
              <a:cs typeface="Segoe UI" pitchFamily="34" charset="-120"/>
            </a:rPr>
            <a:t> le </a:t>
          </a:r>
          <a:r>
            <a:rPr lang="en-US" sz="1400" dirty="0" err="1">
              <a:solidFill>
                <a:srgbClr val="1A1A1A"/>
              </a:solidFill>
              <a:latin typeface="Segoe UI" pitchFamily="34" charset="0"/>
              <a:ea typeface="Segoe UI" pitchFamily="34" charset="-122"/>
              <a:cs typeface="Segoe UI" pitchFamily="34" charset="-120"/>
            </a:rPr>
            <a:t>righe</a:t>
          </a:r>
          <a:r>
            <a:rPr lang="en-US" sz="1400" dirty="0">
              <a:solidFill>
                <a:srgbClr val="1A1A1A"/>
              </a:solidFill>
              <a:latin typeface="Segoe UI" pitchFamily="34" charset="0"/>
              <a:ea typeface="Segoe UI" pitchFamily="34" charset="-122"/>
              <a:cs typeface="Segoe UI" pitchFamily="34" charset="-120"/>
            </a:rPr>
            <a:t> </a:t>
          </a:r>
          <a:r>
            <a:rPr lang="en-US" sz="1400" dirty="0" err="1">
              <a:solidFill>
                <a:srgbClr val="1A1A1A"/>
              </a:solidFill>
              <a:latin typeface="Segoe UI" pitchFamily="34" charset="0"/>
              <a:ea typeface="Segoe UI" pitchFamily="34" charset="-122"/>
              <a:cs typeface="Segoe UI" pitchFamily="34" charset="-120"/>
            </a:rPr>
            <a:t>esistenti</a:t>
          </a:r>
          <a:endParaRPr lang="en-US" sz="1400" dirty="0"/>
        </a:p>
      </dgm:t>
    </dgm:pt>
    <dgm:pt modelId="{68706798-E201-452B-80C5-96E98575B910}" type="parTrans" cxnId="{84CEBE50-210C-4EB5-B7D8-B08B1B2EA196}">
      <dgm:prSet/>
      <dgm:spPr/>
      <dgm:t>
        <a:bodyPr/>
        <a:lstStyle/>
        <a:p>
          <a:endParaRPr lang="it-IT"/>
        </a:p>
      </dgm:t>
    </dgm:pt>
    <dgm:pt modelId="{561FE06D-181E-4D85-830B-5BE03D5C4A85}" type="sibTrans" cxnId="{84CEBE50-210C-4EB5-B7D8-B08B1B2EA196}">
      <dgm:prSet/>
      <dgm:spPr/>
      <dgm:t>
        <a:bodyPr/>
        <a:lstStyle/>
        <a:p>
          <a:endParaRPr lang="it-IT"/>
        </a:p>
      </dgm:t>
    </dgm:pt>
    <dgm:pt modelId="{F801255A-A4AB-47DB-81AE-7B258690A375}">
      <dgm:prSet phldrT="[Testo]" phldr="0"/>
      <dgm:spPr>
        <a:solidFill>
          <a:schemeClr val="accent1">
            <a:lumMod val="40000"/>
            <a:lumOff val="60000"/>
          </a:schemeClr>
        </a:solidFill>
      </dgm:spPr>
      <dgm:t>
        <a:bodyPr/>
        <a:lstStyle/>
        <a:p>
          <a:pPr>
            <a:buSzPct val="100000"/>
            <a:buChar char="•"/>
          </a:pPr>
          <a:r>
            <a:rPr lang="en-US" sz="1600" dirty="0" err="1">
              <a:solidFill>
                <a:srgbClr val="1A1A1A"/>
              </a:solidFill>
              <a:latin typeface="Segoe UI" pitchFamily="34" charset="0"/>
              <a:ea typeface="Segoe UI" pitchFamily="34" charset="-122"/>
              <a:cs typeface="Segoe UI" pitchFamily="34" charset="-120"/>
            </a:rPr>
            <a:t>Espressione</a:t>
          </a:r>
          <a:r>
            <a:rPr lang="en-US" sz="1600" dirty="0">
              <a:solidFill>
                <a:srgbClr val="1A1A1A"/>
              </a:solidFill>
              <a:latin typeface="Segoe UI" pitchFamily="34" charset="0"/>
              <a:ea typeface="Segoe UI" pitchFamily="34" charset="-122"/>
              <a:cs typeface="Segoe UI" pitchFamily="34" charset="-120"/>
            </a:rPr>
            <a:t> </a:t>
          </a:r>
          <a:r>
            <a:rPr lang="en-US" sz="1600" dirty="0" err="1">
              <a:solidFill>
                <a:srgbClr val="1A1A1A"/>
              </a:solidFill>
              <a:latin typeface="Segoe UI" pitchFamily="34" charset="0"/>
              <a:ea typeface="Segoe UI" pitchFamily="34" charset="-122"/>
              <a:cs typeface="Segoe UI" pitchFamily="34" charset="-120"/>
            </a:rPr>
            <a:t>su</a:t>
          </a:r>
          <a:r>
            <a:rPr lang="en-US" sz="1600" dirty="0">
              <a:solidFill>
                <a:srgbClr val="1A1A1A"/>
              </a:solidFill>
              <a:latin typeface="Segoe UI" pitchFamily="34" charset="0"/>
              <a:ea typeface="Segoe UI" pitchFamily="34" charset="-122"/>
              <a:cs typeface="Segoe UI" pitchFamily="34" charset="-120"/>
            </a:rPr>
            <a:t> </a:t>
          </a:r>
          <a:r>
            <a:rPr lang="en-US" sz="1600" dirty="0" err="1">
              <a:solidFill>
                <a:srgbClr val="1A1A1A"/>
              </a:solidFill>
              <a:latin typeface="Segoe UI" pitchFamily="34" charset="0"/>
              <a:ea typeface="Segoe UI" pitchFamily="34" charset="-122"/>
              <a:cs typeface="Segoe UI" pitchFamily="34" charset="-120"/>
            </a:rPr>
            <a:t>altre</a:t>
          </a:r>
          <a:r>
            <a:rPr lang="en-US" sz="1600" dirty="0">
              <a:solidFill>
                <a:srgbClr val="1A1A1A"/>
              </a:solidFill>
              <a:latin typeface="Segoe UI" pitchFamily="34" charset="0"/>
              <a:ea typeface="Segoe UI" pitchFamily="34" charset="-122"/>
              <a:cs typeface="Segoe UI" pitchFamily="34" charset="-120"/>
            </a:rPr>
            <a:t> </a:t>
          </a:r>
          <a:r>
            <a:rPr lang="en-US" sz="1600" dirty="0" err="1">
              <a:solidFill>
                <a:srgbClr val="1A1A1A"/>
              </a:solidFill>
              <a:latin typeface="Segoe UI" pitchFamily="34" charset="0"/>
              <a:ea typeface="Segoe UI" pitchFamily="34" charset="-122"/>
              <a:cs typeface="Segoe UI" pitchFamily="34" charset="-120"/>
            </a:rPr>
            <a:t>colonne</a:t>
          </a:r>
          <a:r>
            <a:rPr lang="en-US" sz="1600" dirty="0">
              <a:solidFill>
                <a:srgbClr val="1A1A1A"/>
              </a:solidFill>
              <a:latin typeface="Segoe UI" pitchFamily="34" charset="0"/>
              <a:ea typeface="Segoe UI" pitchFamily="34" charset="-122"/>
              <a:cs typeface="Segoe UI" pitchFamily="34" charset="-120"/>
            </a:rPr>
            <a:t> della </a:t>
          </a:r>
          <a:r>
            <a:rPr lang="en-US" sz="1600" dirty="0" err="1">
              <a:solidFill>
                <a:srgbClr val="1A1A1A"/>
              </a:solidFill>
              <a:latin typeface="Segoe UI" pitchFamily="34" charset="0"/>
              <a:ea typeface="Segoe UI" pitchFamily="34" charset="-122"/>
              <a:cs typeface="Segoe UI" pitchFamily="34" charset="-120"/>
            </a:rPr>
            <a:t>stessa</a:t>
          </a:r>
          <a:r>
            <a:rPr lang="en-US" sz="1600" dirty="0">
              <a:solidFill>
                <a:srgbClr val="1A1A1A"/>
              </a:solidFill>
              <a:latin typeface="Segoe UI" pitchFamily="34" charset="0"/>
              <a:ea typeface="Segoe UI" pitchFamily="34" charset="-122"/>
              <a:cs typeface="Segoe UI" pitchFamily="34" charset="-120"/>
            </a:rPr>
            <a:t> </a:t>
          </a:r>
          <a:r>
            <a:rPr lang="en-US" sz="1600" dirty="0" err="1">
              <a:solidFill>
                <a:srgbClr val="1A1A1A"/>
              </a:solidFill>
              <a:latin typeface="Segoe UI" pitchFamily="34" charset="0"/>
              <a:ea typeface="Segoe UI" pitchFamily="34" charset="-122"/>
              <a:cs typeface="Segoe UI" pitchFamily="34" charset="-120"/>
            </a:rPr>
            <a:t>riga</a:t>
          </a:r>
          <a:endParaRPr lang="it-IT" sz="1600" dirty="0"/>
        </a:p>
      </dgm:t>
    </dgm:pt>
    <dgm:pt modelId="{E50317B7-DB45-4E1A-9FAF-B2EAC3865FAF}" type="parTrans" cxnId="{C0A98D3C-5541-4CBA-BAC0-12B7BE70615E}">
      <dgm:prSet/>
      <dgm:spPr/>
      <dgm:t>
        <a:bodyPr/>
        <a:lstStyle/>
        <a:p>
          <a:endParaRPr lang="it-IT"/>
        </a:p>
      </dgm:t>
    </dgm:pt>
    <dgm:pt modelId="{5D0E91AC-DF4C-438E-B6C3-F3806500CA0A}" type="sibTrans" cxnId="{C0A98D3C-5541-4CBA-BAC0-12B7BE70615E}">
      <dgm:prSet/>
      <dgm:spPr/>
      <dgm:t>
        <a:bodyPr/>
        <a:lstStyle/>
        <a:p>
          <a:endParaRPr lang="it-IT"/>
        </a:p>
      </dgm:t>
    </dgm:pt>
    <dgm:pt modelId="{97A6FCF1-AE3A-4E38-BA6D-CD3A503A8780}">
      <dgm:prSet/>
      <dgm:spPr>
        <a:solidFill>
          <a:schemeClr val="accent1">
            <a:lumMod val="40000"/>
            <a:lumOff val="60000"/>
          </a:schemeClr>
        </a:solidFill>
      </dgm:spPr>
      <dgm:t>
        <a:bodyPr/>
        <a:lstStyle/>
        <a:p>
          <a:r>
            <a:rPr lang="en-US" sz="1600" dirty="0">
              <a:solidFill>
                <a:srgbClr val="1A1A1A"/>
              </a:solidFill>
              <a:latin typeface="Segoe UI" pitchFamily="34" charset="0"/>
              <a:ea typeface="Segoe UI" pitchFamily="34" charset="-122"/>
              <a:cs typeface="Segoe UI" pitchFamily="34" charset="-120"/>
            </a:rPr>
            <a:t>Di default </a:t>
          </a:r>
          <a:r>
            <a:rPr lang="en-US" sz="1600" dirty="0" err="1">
              <a:solidFill>
                <a:srgbClr val="1A1A1A"/>
              </a:solidFill>
              <a:latin typeface="Segoe UI" pitchFamily="34" charset="0"/>
              <a:ea typeface="Segoe UI" pitchFamily="34" charset="-122"/>
              <a:cs typeface="Segoe UI" pitchFamily="34" charset="-120"/>
            </a:rPr>
            <a:t>virtuale</a:t>
          </a:r>
          <a:r>
            <a:rPr lang="en-US" sz="1600" dirty="0">
              <a:solidFill>
                <a:srgbClr val="1A1A1A"/>
              </a:solidFill>
              <a:latin typeface="Segoe UI" pitchFamily="34" charset="0"/>
              <a:ea typeface="Segoe UI" pitchFamily="34" charset="-122"/>
              <a:cs typeface="Segoe UI" pitchFamily="34" charset="-120"/>
            </a:rPr>
            <a:t>: </a:t>
          </a:r>
          <a:r>
            <a:rPr lang="en-US" sz="1600" dirty="0" err="1">
              <a:solidFill>
                <a:srgbClr val="1A1A1A"/>
              </a:solidFill>
              <a:latin typeface="Segoe UI" pitchFamily="34" charset="0"/>
              <a:ea typeface="Segoe UI" pitchFamily="34" charset="-122"/>
              <a:cs typeface="Segoe UI" pitchFamily="34" charset="-120"/>
            </a:rPr>
            <a:t>calcolata</a:t>
          </a:r>
          <a:r>
            <a:rPr lang="en-US" sz="1600" dirty="0">
              <a:solidFill>
                <a:srgbClr val="1A1A1A"/>
              </a:solidFill>
              <a:latin typeface="Segoe UI" pitchFamily="34" charset="0"/>
              <a:ea typeface="Segoe UI" pitchFamily="34" charset="-122"/>
              <a:cs typeface="Segoe UI" pitchFamily="34" charset="-120"/>
            </a:rPr>
            <a:t> a ogni </a:t>
          </a:r>
          <a:r>
            <a:rPr lang="en-US" sz="1600" dirty="0" err="1">
              <a:solidFill>
                <a:srgbClr val="1A1A1A"/>
              </a:solidFill>
              <a:latin typeface="Segoe UI" pitchFamily="34" charset="0"/>
              <a:ea typeface="Segoe UI" pitchFamily="34" charset="-122"/>
              <a:cs typeface="Segoe UI" pitchFamily="34" charset="-120"/>
            </a:rPr>
            <a:t>lettura</a:t>
          </a:r>
          <a:endParaRPr lang="en-US" sz="1600" dirty="0"/>
        </a:p>
      </dgm:t>
    </dgm:pt>
    <dgm:pt modelId="{C46F8523-0398-41C6-ADD2-6861721E00DC}" type="parTrans" cxnId="{ED15AF3B-AAAE-4BFC-8B48-BAD5A35A451C}">
      <dgm:prSet/>
      <dgm:spPr/>
      <dgm:t>
        <a:bodyPr/>
        <a:lstStyle/>
        <a:p>
          <a:endParaRPr lang="it-IT"/>
        </a:p>
      </dgm:t>
    </dgm:pt>
    <dgm:pt modelId="{40581001-9E31-4450-8985-A9E0C113297C}" type="sibTrans" cxnId="{ED15AF3B-AAAE-4BFC-8B48-BAD5A35A451C}">
      <dgm:prSet/>
      <dgm:spPr/>
      <dgm:t>
        <a:bodyPr/>
        <a:lstStyle/>
        <a:p>
          <a:endParaRPr lang="it-IT"/>
        </a:p>
      </dgm:t>
    </dgm:pt>
    <dgm:pt modelId="{6B6DAD12-7373-42A7-AB6E-27BDE5E23DCB}">
      <dgm:prSet/>
      <dgm:spPr>
        <a:solidFill>
          <a:schemeClr val="accent1">
            <a:lumMod val="40000"/>
            <a:lumOff val="60000"/>
          </a:schemeClr>
        </a:solidFill>
      </dgm:spPr>
      <dgm:t>
        <a:bodyPr/>
        <a:lstStyle/>
        <a:p>
          <a:r>
            <a:rPr lang="en-US" sz="1600">
              <a:solidFill>
                <a:srgbClr val="1A1A1A"/>
              </a:solidFill>
              <a:latin typeface="Segoe UI" pitchFamily="34" charset="0"/>
              <a:ea typeface="Segoe UI" pitchFamily="34" charset="-122"/>
              <a:cs typeface="Segoe UI" pitchFamily="34" charset="-120"/>
            </a:rPr>
            <a:t>PERSISTED la materializza su disco</a:t>
          </a:r>
          <a:endParaRPr lang="en-US" sz="1600" dirty="0"/>
        </a:p>
      </dgm:t>
    </dgm:pt>
    <dgm:pt modelId="{32576B45-E28E-4FE8-94E0-BC978DFC7001}" type="parTrans" cxnId="{A6B150F6-3A80-47DF-ABEA-B690E6BAC932}">
      <dgm:prSet/>
      <dgm:spPr/>
      <dgm:t>
        <a:bodyPr/>
        <a:lstStyle/>
        <a:p>
          <a:endParaRPr lang="it-IT"/>
        </a:p>
      </dgm:t>
    </dgm:pt>
    <dgm:pt modelId="{BF531F3E-5DEB-4DFA-810D-3048A6FA5739}" type="sibTrans" cxnId="{A6B150F6-3A80-47DF-ABEA-B690E6BAC932}">
      <dgm:prSet/>
      <dgm:spPr/>
      <dgm:t>
        <a:bodyPr/>
        <a:lstStyle/>
        <a:p>
          <a:endParaRPr lang="it-IT"/>
        </a:p>
      </dgm:t>
    </dgm:pt>
    <dgm:pt modelId="{1DD621D1-4C33-4FDE-9BA3-ADA644969A05}">
      <dgm:prSet/>
      <dgm:spPr>
        <a:solidFill>
          <a:schemeClr val="accent1">
            <a:lumMod val="40000"/>
            <a:lumOff val="60000"/>
          </a:schemeClr>
        </a:solidFill>
      </dgm:spPr>
      <dgm:t>
        <a:bodyPr/>
        <a:lstStyle/>
        <a:p>
          <a:r>
            <a:rPr lang="en-US" sz="1600" dirty="0">
              <a:solidFill>
                <a:srgbClr val="1A1A1A"/>
              </a:solidFill>
              <a:latin typeface="Segoe UI" pitchFamily="34" charset="0"/>
              <a:ea typeface="Segoe UI" pitchFamily="34" charset="-122"/>
              <a:cs typeface="Segoe UI" pitchFamily="34" charset="-120"/>
            </a:rPr>
            <a:t>Modo </a:t>
          </a:r>
          <a:r>
            <a:rPr lang="en-US" sz="1600" dirty="0" err="1">
              <a:solidFill>
                <a:srgbClr val="1A1A1A"/>
              </a:solidFill>
              <a:latin typeface="Segoe UI" pitchFamily="34" charset="0"/>
              <a:ea typeface="Segoe UI" pitchFamily="34" charset="-122"/>
              <a:cs typeface="Segoe UI" pitchFamily="34" charset="-120"/>
            </a:rPr>
            <a:t>pulito</a:t>
          </a:r>
          <a:r>
            <a:rPr lang="en-US" sz="1600" dirty="0">
              <a:solidFill>
                <a:srgbClr val="1A1A1A"/>
              </a:solidFill>
              <a:latin typeface="Segoe UI" pitchFamily="34" charset="0"/>
              <a:ea typeface="Segoe UI" pitchFamily="34" charset="-122"/>
              <a:cs typeface="Segoe UI" pitchFamily="34" charset="-120"/>
            </a:rPr>
            <a:t> per </a:t>
          </a:r>
          <a:r>
            <a:rPr lang="en-US" sz="1600" dirty="0" err="1">
              <a:solidFill>
                <a:srgbClr val="1A1A1A"/>
              </a:solidFill>
              <a:latin typeface="Segoe UI" pitchFamily="34" charset="0"/>
              <a:ea typeface="Segoe UI" pitchFamily="34" charset="-122"/>
              <a:cs typeface="Segoe UI" pitchFamily="34" charset="-120"/>
            </a:rPr>
            <a:t>materializzare</a:t>
          </a:r>
          <a:r>
            <a:rPr lang="en-US" sz="1600" dirty="0">
              <a:solidFill>
                <a:srgbClr val="1A1A1A"/>
              </a:solidFill>
              <a:latin typeface="Segoe UI" pitchFamily="34" charset="0"/>
              <a:ea typeface="Segoe UI" pitchFamily="34" charset="-122"/>
              <a:cs typeface="Segoe UI" pitchFamily="34" charset="-120"/>
            </a:rPr>
            <a:t> </a:t>
          </a:r>
          <a:r>
            <a:rPr lang="en-US" sz="1600" dirty="0" err="1">
              <a:solidFill>
                <a:srgbClr val="1A1A1A"/>
              </a:solidFill>
              <a:latin typeface="Segoe UI" pitchFamily="34" charset="0"/>
              <a:ea typeface="Segoe UI" pitchFamily="34" charset="-122"/>
              <a:cs typeface="Segoe UI" pitchFamily="34" charset="-120"/>
            </a:rPr>
            <a:t>un'espressione</a:t>
          </a:r>
          <a:r>
            <a:rPr lang="en-US" sz="1600" dirty="0">
              <a:solidFill>
                <a:srgbClr val="1A1A1A"/>
              </a:solidFill>
              <a:latin typeface="Segoe UI" pitchFamily="34" charset="0"/>
              <a:ea typeface="Segoe UI" pitchFamily="34" charset="-122"/>
              <a:cs typeface="Segoe UI" pitchFamily="34" charset="-120"/>
            </a:rPr>
            <a:t> </a:t>
          </a:r>
          <a:r>
            <a:rPr lang="en-US" sz="1600" dirty="0" err="1">
              <a:solidFill>
                <a:srgbClr val="1A1A1A"/>
              </a:solidFill>
              <a:latin typeface="Segoe UI" pitchFamily="34" charset="0"/>
              <a:ea typeface="Segoe UI" pitchFamily="34" charset="-122"/>
              <a:cs typeface="Segoe UI" pitchFamily="34" charset="-120"/>
            </a:rPr>
            <a:t>ricorrente</a:t>
          </a:r>
          <a:endParaRPr lang="en-US" sz="1600" dirty="0"/>
        </a:p>
      </dgm:t>
    </dgm:pt>
    <dgm:pt modelId="{95B4C1DE-187B-4D58-B3ED-E84EEE6CB4C6}" type="parTrans" cxnId="{91B05480-FB98-4378-853C-3B8866C5E61E}">
      <dgm:prSet/>
      <dgm:spPr/>
      <dgm:t>
        <a:bodyPr/>
        <a:lstStyle/>
        <a:p>
          <a:endParaRPr lang="it-IT"/>
        </a:p>
      </dgm:t>
    </dgm:pt>
    <dgm:pt modelId="{FECCC7E7-248F-4CF5-9909-6EAEB9D6B44C}" type="sibTrans" cxnId="{91B05480-FB98-4378-853C-3B8866C5E61E}">
      <dgm:prSet/>
      <dgm:spPr/>
      <dgm:t>
        <a:bodyPr/>
        <a:lstStyle/>
        <a:p>
          <a:endParaRPr lang="it-IT"/>
        </a:p>
      </dgm:t>
    </dgm:pt>
    <dgm:pt modelId="{0F8E5CD0-BDA7-45F8-924D-45CB94817EAF}">
      <dgm:prSet/>
      <dgm:spPr>
        <a:solidFill>
          <a:schemeClr val="accent1">
            <a:lumMod val="40000"/>
            <a:lumOff val="60000"/>
          </a:schemeClr>
        </a:solidFill>
      </dgm:spPr>
      <dgm:t>
        <a:bodyPr/>
        <a:lstStyle/>
        <a:p>
          <a:r>
            <a:rPr lang="en-US" sz="1400" dirty="0" err="1">
              <a:solidFill>
                <a:srgbClr val="1A1A1A"/>
              </a:solidFill>
              <a:latin typeface="Segoe UI" pitchFamily="34" charset="0"/>
              <a:ea typeface="Segoe UI" pitchFamily="34" charset="-122"/>
              <a:cs typeface="Segoe UI" pitchFamily="34" charset="-120"/>
            </a:rPr>
            <a:t>Aggiungere</a:t>
          </a:r>
          <a:r>
            <a:rPr lang="en-US" sz="1400" dirty="0">
              <a:solidFill>
                <a:srgbClr val="1A1A1A"/>
              </a:solidFill>
              <a:latin typeface="Segoe UI" pitchFamily="34" charset="0"/>
              <a:ea typeface="Segoe UI" pitchFamily="34" charset="-122"/>
              <a:cs typeface="Segoe UI" pitchFamily="34" charset="-120"/>
            </a:rPr>
            <a:t> </a:t>
          </a:r>
          <a:r>
            <a:rPr lang="en-US" sz="1400" dirty="0" err="1">
              <a:solidFill>
                <a:srgbClr val="1A1A1A"/>
              </a:solidFill>
              <a:latin typeface="Segoe UI" pitchFamily="34" charset="0"/>
              <a:ea typeface="Segoe UI" pitchFamily="34" charset="-122"/>
              <a:cs typeface="Segoe UI" pitchFamily="34" charset="-120"/>
            </a:rPr>
            <a:t>una</a:t>
          </a:r>
          <a:r>
            <a:rPr lang="en-US" sz="1400" dirty="0">
              <a:solidFill>
                <a:srgbClr val="1A1A1A"/>
              </a:solidFill>
              <a:latin typeface="Segoe UI" pitchFamily="34" charset="0"/>
              <a:ea typeface="Segoe UI" pitchFamily="34" charset="-122"/>
              <a:cs typeface="Segoe UI" pitchFamily="34" charset="-120"/>
            </a:rPr>
            <a:t> </a:t>
          </a:r>
          <a:r>
            <a:rPr lang="en-US" sz="1400" dirty="0" err="1">
              <a:solidFill>
                <a:srgbClr val="1A1A1A"/>
              </a:solidFill>
              <a:latin typeface="Segoe UI" pitchFamily="34" charset="0"/>
              <a:ea typeface="Segoe UI" pitchFamily="34" charset="-122"/>
              <a:cs typeface="Segoe UI" pitchFamily="34" charset="-120"/>
            </a:rPr>
            <a:t>colonna</a:t>
          </a:r>
          <a:r>
            <a:rPr lang="en-US" sz="1400" dirty="0">
              <a:solidFill>
                <a:srgbClr val="1A1A1A"/>
              </a:solidFill>
              <a:latin typeface="Segoe UI" pitchFamily="34" charset="0"/>
              <a:ea typeface="Segoe UI" pitchFamily="34" charset="-122"/>
              <a:cs typeface="Segoe UI" pitchFamily="34" charset="-120"/>
            </a:rPr>
            <a:t> NOT NULL con DEFAULT </a:t>
          </a:r>
          <a:r>
            <a:rPr lang="en-US" sz="1400" dirty="0" err="1">
              <a:solidFill>
                <a:srgbClr val="1A1A1A"/>
              </a:solidFill>
              <a:latin typeface="Segoe UI" pitchFamily="34" charset="0"/>
              <a:ea typeface="Segoe UI" pitchFamily="34" charset="-122"/>
              <a:cs typeface="Segoe UI" pitchFamily="34" charset="-120"/>
            </a:rPr>
            <a:t>costante</a:t>
          </a:r>
          <a:r>
            <a:rPr lang="en-US" sz="1400" dirty="0">
              <a:solidFill>
                <a:srgbClr val="1A1A1A"/>
              </a:solidFill>
              <a:latin typeface="Segoe UI" pitchFamily="34" charset="0"/>
              <a:ea typeface="Segoe UI" pitchFamily="34" charset="-122"/>
              <a:cs typeface="Segoe UI" pitchFamily="34" charset="-120"/>
            </a:rPr>
            <a:t> è metadata-only</a:t>
          </a:r>
          <a:endParaRPr lang="en-US" sz="1400" dirty="0"/>
        </a:p>
      </dgm:t>
    </dgm:pt>
    <dgm:pt modelId="{DAC130E6-7714-4E95-93AC-AAE41F942630}" type="parTrans" cxnId="{74CD03D7-6FC1-453A-9434-13AE009BD805}">
      <dgm:prSet/>
      <dgm:spPr/>
      <dgm:t>
        <a:bodyPr/>
        <a:lstStyle/>
        <a:p>
          <a:endParaRPr lang="it-IT"/>
        </a:p>
      </dgm:t>
    </dgm:pt>
    <dgm:pt modelId="{7C5AFB97-BEC1-401C-A789-C15B9BDC1C1D}" type="sibTrans" cxnId="{74CD03D7-6FC1-453A-9434-13AE009BD805}">
      <dgm:prSet/>
      <dgm:spPr/>
      <dgm:t>
        <a:bodyPr/>
        <a:lstStyle/>
        <a:p>
          <a:endParaRPr lang="it-IT"/>
        </a:p>
      </dgm:t>
    </dgm:pt>
    <dgm:pt modelId="{7D6847A4-3FFB-4074-87B1-78E6D59DF0EA}">
      <dgm:prSet phldrT="[Testo]"/>
      <dgm:spPr>
        <a:solidFill>
          <a:schemeClr val="accent1">
            <a:lumMod val="40000"/>
            <a:lumOff val="60000"/>
          </a:schemeClr>
        </a:solidFill>
      </dgm:spPr>
      <dgm:t>
        <a:bodyPr/>
        <a:lstStyle/>
        <a:p>
          <a:pPr>
            <a:buSzPct val="100000"/>
            <a:buChar char="•"/>
          </a:pPr>
          <a:r>
            <a:rPr lang="en-US" sz="1400" dirty="0">
              <a:solidFill>
                <a:srgbClr val="1A1A1A"/>
              </a:solidFill>
              <a:latin typeface="Segoe UI" pitchFamily="34" charset="0"/>
              <a:ea typeface="Segoe UI" pitchFamily="34" charset="-122"/>
              <a:cs typeface="Segoe UI" pitchFamily="34" charset="-120"/>
            </a:rPr>
            <a:t>I </a:t>
          </a:r>
          <a:r>
            <a:rPr lang="en-US" sz="1400" dirty="0" err="1">
              <a:solidFill>
                <a:srgbClr val="1A1A1A"/>
              </a:solidFill>
              <a:latin typeface="Segoe UI" pitchFamily="34" charset="0"/>
              <a:ea typeface="Segoe UI" pitchFamily="34" charset="-122"/>
              <a:cs typeface="Segoe UI" pitchFamily="34" charset="-120"/>
            </a:rPr>
            <a:t>buchi</a:t>
          </a:r>
          <a:r>
            <a:rPr lang="en-US" sz="1400" dirty="0">
              <a:solidFill>
                <a:srgbClr val="1A1A1A"/>
              </a:solidFill>
              <a:latin typeface="Segoe UI" pitchFamily="34" charset="0"/>
              <a:ea typeface="Segoe UI" pitchFamily="34" charset="-122"/>
              <a:cs typeface="Segoe UI" pitchFamily="34" charset="-120"/>
            </a:rPr>
            <a:t> </a:t>
          </a:r>
          <a:r>
            <a:rPr lang="en-US" sz="1400" dirty="0" err="1">
              <a:solidFill>
                <a:srgbClr val="1A1A1A"/>
              </a:solidFill>
              <a:latin typeface="Segoe UI" pitchFamily="34" charset="0"/>
              <a:ea typeface="Segoe UI" pitchFamily="34" charset="-122"/>
              <a:cs typeface="Segoe UI" pitchFamily="34" charset="-120"/>
            </a:rPr>
            <a:t>sono</a:t>
          </a:r>
          <a:r>
            <a:rPr lang="en-US" sz="1400" dirty="0">
              <a:solidFill>
                <a:srgbClr val="1A1A1A"/>
              </a:solidFill>
              <a:latin typeface="Segoe UI" pitchFamily="34" charset="0"/>
              <a:ea typeface="Segoe UI" pitchFamily="34" charset="-122"/>
              <a:cs typeface="Segoe UI" pitchFamily="34" charset="-120"/>
            </a:rPr>
            <a:t> </a:t>
          </a:r>
          <a:r>
            <a:rPr lang="en-US" sz="1400" dirty="0" err="1">
              <a:solidFill>
                <a:srgbClr val="1A1A1A"/>
              </a:solidFill>
              <a:latin typeface="Segoe UI" pitchFamily="34" charset="0"/>
              <a:ea typeface="Segoe UI" pitchFamily="34" charset="-122"/>
              <a:cs typeface="Segoe UI" pitchFamily="34" charset="-120"/>
            </a:rPr>
            <a:t>normali</a:t>
          </a:r>
          <a:r>
            <a:rPr lang="en-US" sz="1400" dirty="0">
              <a:solidFill>
                <a:srgbClr val="1A1A1A"/>
              </a:solidFill>
              <a:latin typeface="Segoe UI" pitchFamily="34" charset="0"/>
              <a:ea typeface="Segoe UI" pitchFamily="34" charset="-122"/>
              <a:cs typeface="Segoe UI" pitchFamily="34" charset="-120"/>
            </a:rPr>
            <a:t>: non è </a:t>
          </a:r>
          <a:r>
            <a:rPr lang="en-US" sz="1400" dirty="0" err="1">
              <a:solidFill>
                <a:srgbClr val="1A1A1A"/>
              </a:solidFill>
              <a:latin typeface="Segoe UI" pitchFamily="34" charset="0"/>
              <a:ea typeface="Segoe UI" pitchFamily="34" charset="-122"/>
              <a:cs typeface="Segoe UI" pitchFamily="34" charset="-120"/>
            </a:rPr>
            <a:t>consigliato</a:t>
          </a:r>
          <a:r>
            <a:rPr lang="en-US" sz="1400" dirty="0">
              <a:solidFill>
                <a:srgbClr val="1A1A1A"/>
              </a:solidFill>
              <a:latin typeface="Segoe UI" pitchFamily="34" charset="0"/>
              <a:ea typeface="Segoe UI" pitchFamily="34" charset="-122"/>
              <a:cs typeface="Segoe UI" pitchFamily="34" charset="-120"/>
            </a:rPr>
            <a:t> per </a:t>
          </a:r>
          <a:r>
            <a:rPr lang="en-US" sz="1400" dirty="0" err="1">
              <a:solidFill>
                <a:srgbClr val="1A1A1A"/>
              </a:solidFill>
              <a:latin typeface="Segoe UI" pitchFamily="34" charset="0"/>
              <a:ea typeface="Segoe UI" pitchFamily="34" charset="-122"/>
              <a:cs typeface="Segoe UI" pitchFamily="34" charset="-120"/>
            </a:rPr>
            <a:t>dato</a:t>
          </a:r>
          <a:r>
            <a:rPr lang="en-US" sz="1400" dirty="0">
              <a:solidFill>
                <a:srgbClr val="1A1A1A"/>
              </a:solidFill>
              <a:latin typeface="Segoe UI" pitchFamily="34" charset="0"/>
              <a:ea typeface="Segoe UI" pitchFamily="34" charset="-122"/>
              <a:cs typeface="Segoe UI" pitchFamily="34" charset="-120"/>
            </a:rPr>
            <a:t> </a:t>
          </a:r>
          <a:r>
            <a:rPr lang="en-US" sz="1400" dirty="0" err="1">
              <a:solidFill>
                <a:srgbClr val="1A1A1A"/>
              </a:solidFill>
              <a:latin typeface="Segoe UI" pitchFamily="34" charset="0"/>
              <a:ea typeface="Segoe UI" pitchFamily="34" charset="-122"/>
              <a:cs typeface="Segoe UI" pitchFamily="34" charset="-120"/>
            </a:rPr>
            <a:t>applicativo</a:t>
          </a:r>
          <a:endParaRPr lang="it-IT" sz="1400" dirty="0"/>
        </a:p>
      </dgm:t>
    </dgm:pt>
    <dgm:pt modelId="{3FEA2048-24F3-4499-AD55-EC36ADB2A669}" type="parTrans" cxnId="{83694551-7965-4612-86A7-ECBD2A20F6F2}">
      <dgm:prSet/>
      <dgm:spPr/>
      <dgm:t>
        <a:bodyPr/>
        <a:lstStyle/>
        <a:p>
          <a:endParaRPr lang="it-IT"/>
        </a:p>
      </dgm:t>
    </dgm:pt>
    <dgm:pt modelId="{D514FC4C-1C83-4406-8A99-F410C4891E7E}" type="sibTrans" cxnId="{83694551-7965-4612-86A7-ECBD2A20F6F2}">
      <dgm:prSet/>
      <dgm:spPr/>
      <dgm:t>
        <a:bodyPr/>
        <a:lstStyle/>
        <a:p>
          <a:endParaRPr lang="it-IT"/>
        </a:p>
      </dgm:t>
    </dgm:pt>
    <dgm:pt modelId="{4E0817D6-013B-4132-AEB8-065C5FBAA3D4}">
      <dgm:prSet phldrT="[Testo]"/>
      <dgm:spPr>
        <a:solidFill>
          <a:schemeClr val="accent1">
            <a:lumMod val="40000"/>
            <a:lumOff val="60000"/>
          </a:schemeClr>
        </a:solidFill>
      </dgm:spPr>
      <dgm:t>
        <a:bodyPr/>
        <a:lstStyle/>
        <a:p>
          <a:pPr>
            <a:buSzPct val="100000"/>
            <a:buChar char="•"/>
          </a:pPr>
          <a:r>
            <a:rPr lang="en-US" sz="1400" dirty="0">
              <a:solidFill>
                <a:srgbClr val="1A1A1A"/>
              </a:solidFill>
              <a:latin typeface="Segoe UI" pitchFamily="34" charset="0"/>
              <a:ea typeface="Segoe UI" pitchFamily="34" charset="-122"/>
              <a:cs typeface="Segoe UI" pitchFamily="34" charset="-120"/>
            </a:rPr>
            <a:t>IDENTITY_INSERT ON per </a:t>
          </a:r>
          <a:r>
            <a:rPr lang="en-US" sz="1400" dirty="0" err="1">
              <a:solidFill>
                <a:srgbClr val="1A1A1A"/>
              </a:solidFill>
              <a:latin typeface="Segoe UI" pitchFamily="34" charset="0"/>
              <a:ea typeface="Segoe UI" pitchFamily="34" charset="-122"/>
              <a:cs typeface="Segoe UI" pitchFamily="34" charset="-120"/>
            </a:rPr>
            <a:t>forzare</a:t>
          </a:r>
          <a:r>
            <a:rPr lang="en-US" sz="1400" dirty="0">
              <a:solidFill>
                <a:srgbClr val="1A1A1A"/>
              </a:solidFill>
              <a:latin typeface="Segoe UI" pitchFamily="34" charset="0"/>
              <a:ea typeface="Segoe UI" pitchFamily="34" charset="-122"/>
              <a:cs typeface="Segoe UI" pitchFamily="34" charset="-120"/>
            </a:rPr>
            <a:t> un </a:t>
          </a:r>
          <a:r>
            <a:rPr lang="en-US" sz="1400" dirty="0" err="1">
              <a:solidFill>
                <a:srgbClr val="1A1A1A"/>
              </a:solidFill>
              <a:latin typeface="Segoe UI" pitchFamily="34" charset="0"/>
              <a:ea typeface="Segoe UI" pitchFamily="34" charset="-122"/>
              <a:cs typeface="Segoe UI" pitchFamily="34" charset="-120"/>
            </a:rPr>
            <a:t>valore</a:t>
          </a:r>
          <a:endParaRPr lang="it-IT" sz="1400" dirty="0"/>
        </a:p>
      </dgm:t>
    </dgm:pt>
    <dgm:pt modelId="{B537D0BA-91FF-466F-87CE-6B427D6B6C02}" type="parTrans" cxnId="{195E1C7B-A106-42A0-AE83-2CF923C6B84D}">
      <dgm:prSet/>
      <dgm:spPr/>
      <dgm:t>
        <a:bodyPr/>
        <a:lstStyle/>
        <a:p>
          <a:endParaRPr lang="it-IT"/>
        </a:p>
      </dgm:t>
    </dgm:pt>
    <dgm:pt modelId="{1E0FCCB8-E239-4B22-AD89-450EC9E8C7D5}" type="sibTrans" cxnId="{195E1C7B-A106-42A0-AE83-2CF923C6B84D}">
      <dgm:prSet/>
      <dgm:spPr/>
      <dgm:t>
        <a:bodyPr/>
        <a:lstStyle/>
        <a:p>
          <a:endParaRPr lang="it-IT"/>
        </a:p>
      </dgm:t>
    </dgm:pt>
    <dgm:pt modelId="{B8490268-3CE4-4A7F-A403-EDBA3C47C00D}">
      <dgm:prSet phldrT="[Testo]"/>
      <dgm:spPr>
        <a:solidFill>
          <a:schemeClr val="accent1">
            <a:lumMod val="40000"/>
            <a:lumOff val="60000"/>
          </a:schemeClr>
        </a:solidFill>
      </dgm:spPr>
      <dgm:t>
        <a:bodyPr/>
        <a:lstStyle/>
        <a:p>
          <a:pPr>
            <a:buSzPct val="100000"/>
            <a:buChar char="•"/>
          </a:pPr>
          <a:r>
            <a:rPr lang="en-US" sz="1400" dirty="0">
              <a:solidFill>
                <a:srgbClr val="1A1A1A"/>
              </a:solidFill>
              <a:latin typeface="Segoe UI" pitchFamily="34" charset="0"/>
              <a:ea typeface="Segoe UI" pitchFamily="34" charset="-122"/>
              <a:cs typeface="Segoe UI" pitchFamily="34" charset="-120"/>
            </a:rPr>
            <a:t>SCOPE_IDENTITY() per </a:t>
          </a:r>
          <a:r>
            <a:rPr lang="en-US" sz="1400" dirty="0" err="1">
              <a:solidFill>
                <a:srgbClr val="1A1A1A"/>
              </a:solidFill>
              <a:latin typeface="Segoe UI" pitchFamily="34" charset="0"/>
              <a:ea typeface="Segoe UI" pitchFamily="34" charset="-122"/>
              <a:cs typeface="Segoe UI" pitchFamily="34" charset="-120"/>
            </a:rPr>
            <a:t>rileggere</a:t>
          </a:r>
          <a:r>
            <a:rPr lang="en-US" sz="1400" dirty="0">
              <a:solidFill>
                <a:srgbClr val="1A1A1A"/>
              </a:solidFill>
              <a:latin typeface="Segoe UI" pitchFamily="34" charset="0"/>
              <a:ea typeface="Segoe UI" pitchFamily="34" charset="-122"/>
              <a:cs typeface="Segoe UI" pitchFamily="34" charset="-120"/>
            </a:rPr>
            <a:t> il </a:t>
          </a:r>
          <a:r>
            <a:rPr lang="en-US" sz="1400" dirty="0" err="1">
              <a:solidFill>
                <a:srgbClr val="1A1A1A"/>
              </a:solidFill>
              <a:latin typeface="Segoe UI" pitchFamily="34" charset="0"/>
              <a:ea typeface="Segoe UI" pitchFamily="34" charset="-122"/>
              <a:cs typeface="Segoe UI" pitchFamily="34" charset="-120"/>
            </a:rPr>
            <a:t>valore</a:t>
          </a:r>
          <a:r>
            <a:rPr lang="en-US" sz="1400" dirty="0">
              <a:solidFill>
                <a:srgbClr val="1A1A1A"/>
              </a:solidFill>
              <a:latin typeface="Segoe UI" pitchFamily="34" charset="0"/>
              <a:ea typeface="Segoe UI" pitchFamily="34" charset="-122"/>
              <a:cs typeface="Segoe UI" pitchFamily="34" charset="-120"/>
            </a:rPr>
            <a:t> </a:t>
          </a:r>
          <a:r>
            <a:rPr lang="en-US" sz="1400" dirty="0" err="1">
              <a:solidFill>
                <a:srgbClr val="1A1A1A"/>
              </a:solidFill>
              <a:latin typeface="Segoe UI" pitchFamily="34" charset="0"/>
              <a:ea typeface="Segoe UI" pitchFamily="34" charset="-122"/>
              <a:cs typeface="Segoe UI" pitchFamily="34" charset="-120"/>
            </a:rPr>
            <a:t>appena</a:t>
          </a:r>
          <a:r>
            <a:rPr lang="en-US" sz="1400" dirty="0">
              <a:solidFill>
                <a:srgbClr val="1A1A1A"/>
              </a:solidFill>
              <a:latin typeface="Segoe UI" pitchFamily="34" charset="0"/>
              <a:ea typeface="Segoe UI" pitchFamily="34" charset="-122"/>
              <a:cs typeface="Segoe UI" pitchFamily="34" charset="-120"/>
            </a:rPr>
            <a:t> </a:t>
          </a:r>
          <a:r>
            <a:rPr lang="en-US" sz="1400" dirty="0" err="1">
              <a:solidFill>
                <a:srgbClr val="1A1A1A"/>
              </a:solidFill>
              <a:latin typeface="Segoe UI" pitchFamily="34" charset="0"/>
              <a:ea typeface="Segoe UI" pitchFamily="34" charset="-122"/>
              <a:cs typeface="Segoe UI" pitchFamily="34" charset="-120"/>
            </a:rPr>
            <a:t>generato</a:t>
          </a:r>
          <a:endParaRPr lang="it-IT" sz="1400" dirty="0"/>
        </a:p>
      </dgm:t>
    </dgm:pt>
    <dgm:pt modelId="{AE6AD6D7-D47C-4C36-AF6B-ABD3B5873B7B}" type="parTrans" cxnId="{6F0F70C4-CE46-49EE-AB76-51B1D5EDEA96}">
      <dgm:prSet/>
      <dgm:spPr/>
      <dgm:t>
        <a:bodyPr/>
        <a:lstStyle/>
        <a:p>
          <a:endParaRPr lang="it-IT"/>
        </a:p>
      </dgm:t>
    </dgm:pt>
    <dgm:pt modelId="{A5C43C57-48F9-4F34-82C1-434411598C89}" type="sibTrans" cxnId="{6F0F70C4-CE46-49EE-AB76-51B1D5EDEA96}">
      <dgm:prSet/>
      <dgm:spPr/>
      <dgm:t>
        <a:bodyPr/>
        <a:lstStyle/>
        <a:p>
          <a:endParaRPr lang="it-IT"/>
        </a:p>
      </dgm:t>
    </dgm:pt>
    <dgm:pt modelId="{0CFED942-A0DA-48A1-B4E5-A809626D29B0}" type="pres">
      <dgm:prSet presAssocID="{3A9E5E78-8A8E-4ACA-BF03-AC4489B8AE95}" presName="diagram" presStyleCnt="0">
        <dgm:presLayoutVars>
          <dgm:dir/>
          <dgm:resizeHandles val="exact"/>
        </dgm:presLayoutVars>
      </dgm:prSet>
      <dgm:spPr/>
    </dgm:pt>
    <dgm:pt modelId="{8A1ADF08-D658-47F2-932C-7991D0739286}" type="pres">
      <dgm:prSet presAssocID="{C1D90789-389D-4F78-A479-7F350E6951E3}" presName="node" presStyleLbl="node1" presStyleIdx="0" presStyleCnt="3" custScaleY="192510">
        <dgm:presLayoutVars>
          <dgm:bulletEnabled val="1"/>
        </dgm:presLayoutVars>
      </dgm:prSet>
      <dgm:spPr/>
    </dgm:pt>
    <dgm:pt modelId="{4FD03D46-B10B-4FFC-B0E9-3988F10BD136}" type="pres">
      <dgm:prSet presAssocID="{EB00BCC0-4A0F-47F3-B27E-BED10ED70FA9}" presName="sibTrans" presStyleCnt="0"/>
      <dgm:spPr/>
    </dgm:pt>
    <dgm:pt modelId="{F6B9C1C9-1B10-4605-8C5A-35C8C49DD55D}" type="pres">
      <dgm:prSet presAssocID="{47DC09D8-4C00-4DE1-82C2-9426BD709F3E}" presName="node" presStyleLbl="node1" presStyleIdx="1" presStyleCnt="3" custScaleY="192510">
        <dgm:presLayoutVars>
          <dgm:bulletEnabled val="1"/>
        </dgm:presLayoutVars>
      </dgm:prSet>
      <dgm:spPr/>
    </dgm:pt>
    <dgm:pt modelId="{E134D80E-96CA-4906-B7D2-61FEECBA31CB}" type="pres">
      <dgm:prSet presAssocID="{F2D3D3CD-1243-4C3D-B4B0-7A399AE72C1F}" presName="sibTrans" presStyleCnt="0"/>
      <dgm:spPr/>
    </dgm:pt>
    <dgm:pt modelId="{3FEC1D08-6D9F-4D67-86A4-CDEF78E87415}" type="pres">
      <dgm:prSet presAssocID="{66DE7CA4-5364-4F11-8BC5-13819E829A71}" presName="node" presStyleLbl="node1" presStyleIdx="2" presStyleCnt="3" custScaleY="192510">
        <dgm:presLayoutVars>
          <dgm:bulletEnabled val="1"/>
        </dgm:presLayoutVars>
      </dgm:prSet>
      <dgm:spPr/>
    </dgm:pt>
  </dgm:ptLst>
  <dgm:cxnLst>
    <dgm:cxn modelId="{9E35D400-277C-412B-945C-8BCBD80EE14C}" type="presOf" srcId="{4E0817D6-013B-4132-AEB8-065C5FBAA3D4}" destId="{8A1ADF08-D658-47F2-932C-7991D0739286}" srcOrd="0" destOrd="3" presId="urn:microsoft.com/office/officeart/2005/8/layout/default"/>
    <dgm:cxn modelId="{6F020405-E4D9-48D6-A9E4-A6B3C5F8C09F}" type="presOf" srcId="{66DE7CA4-5364-4F11-8BC5-13819E829A71}" destId="{3FEC1D08-6D9F-4D67-86A4-CDEF78E87415}" srcOrd="0" destOrd="0" presId="urn:microsoft.com/office/officeart/2005/8/layout/default"/>
    <dgm:cxn modelId="{779A070B-6887-4174-8F18-B35172CBE346}" type="presOf" srcId="{47DC09D8-4C00-4DE1-82C2-9426BD709F3E}" destId="{F6B9C1C9-1B10-4605-8C5A-35C8C49DD55D}" srcOrd="0" destOrd="0" presId="urn:microsoft.com/office/officeart/2005/8/layout/default"/>
    <dgm:cxn modelId="{B0C15921-8CA4-4E81-BA0B-B5B0059504A4}" type="presOf" srcId="{1DD621D1-4C33-4FDE-9BA3-ADA644969A05}" destId="{3FEC1D08-6D9F-4D67-86A4-CDEF78E87415}" srcOrd="0" destOrd="4" presId="urn:microsoft.com/office/officeart/2005/8/layout/default"/>
    <dgm:cxn modelId="{5918E22D-F23B-4ADC-8EC6-ED1D19C67ED1}" type="presOf" srcId="{F801255A-A4AB-47DB-81AE-7B258690A375}" destId="{3FEC1D08-6D9F-4D67-86A4-CDEF78E87415}" srcOrd="0" destOrd="1" presId="urn:microsoft.com/office/officeart/2005/8/layout/default"/>
    <dgm:cxn modelId="{3561DD37-61AB-44ED-A271-C87A60945D3A}" type="presOf" srcId="{0F8E5CD0-BDA7-45F8-924D-45CB94817EAF}" destId="{F6B9C1C9-1B10-4605-8C5A-35C8C49DD55D}" srcOrd="0" destOrd="3" presId="urn:microsoft.com/office/officeart/2005/8/layout/default"/>
    <dgm:cxn modelId="{ED15AF3B-AAAE-4BFC-8B48-BAD5A35A451C}" srcId="{66DE7CA4-5364-4F11-8BC5-13819E829A71}" destId="{97A6FCF1-AE3A-4E38-BA6D-CD3A503A8780}" srcOrd="1" destOrd="0" parTransId="{C46F8523-0398-41C6-ADD2-6861721E00DC}" sibTransId="{40581001-9E31-4450-8985-A9E0C113297C}"/>
    <dgm:cxn modelId="{C0A98D3C-5541-4CBA-BAC0-12B7BE70615E}" srcId="{66DE7CA4-5364-4F11-8BC5-13819E829A71}" destId="{F801255A-A4AB-47DB-81AE-7B258690A375}" srcOrd="0" destOrd="0" parTransId="{E50317B7-DB45-4E1A-9FAF-B2EAC3865FAF}" sibTransId="{5D0E91AC-DF4C-438E-B6C3-F3806500CA0A}"/>
    <dgm:cxn modelId="{25692C3F-21F3-4DB1-AB1E-C825E3776618}" type="presOf" srcId="{D16812DE-5F0C-4355-8979-53166CF6C1CC}" destId="{F6B9C1C9-1B10-4605-8C5A-35C8C49DD55D}" srcOrd="0" destOrd="1" presId="urn:microsoft.com/office/officeart/2005/8/layout/default"/>
    <dgm:cxn modelId="{B8302D5F-B9D9-4E73-AEF8-7AF7737D9EA0}" type="presOf" srcId="{7D6847A4-3FFB-4074-87B1-78E6D59DF0EA}" destId="{8A1ADF08-D658-47F2-932C-7991D0739286}" srcOrd="0" destOrd="2" presId="urn:microsoft.com/office/officeart/2005/8/layout/default"/>
    <dgm:cxn modelId="{BED93262-0D0F-4CD7-802D-AE3C7CC0D16F}" type="presOf" srcId="{6B6DAD12-7373-42A7-AB6E-27BDE5E23DCB}" destId="{3FEC1D08-6D9F-4D67-86A4-CDEF78E87415}" srcOrd="0" destOrd="3" presId="urn:microsoft.com/office/officeart/2005/8/layout/default"/>
    <dgm:cxn modelId="{81423C42-5078-4574-B65E-9E90D8680AFD}" type="presOf" srcId="{9AC1E0FD-6A9F-4C78-A079-18FEA1B957AD}" destId="{F6B9C1C9-1B10-4605-8C5A-35C8C49DD55D}" srcOrd="0" destOrd="2" presId="urn:microsoft.com/office/officeart/2005/8/layout/default"/>
    <dgm:cxn modelId="{BE00CA4B-6E8D-436B-8FB1-62BF74EF9539}" srcId="{3A9E5E78-8A8E-4ACA-BF03-AC4489B8AE95}" destId="{47DC09D8-4C00-4DE1-82C2-9426BD709F3E}" srcOrd="1" destOrd="0" parTransId="{B5172FC6-FF6F-45DB-92F4-B72890EA0BB2}" sibTransId="{F2D3D3CD-1243-4C3D-B4B0-7A399AE72C1F}"/>
    <dgm:cxn modelId="{84CEBE50-210C-4EB5-B7D8-B08B1B2EA196}" srcId="{47DC09D8-4C00-4DE1-82C2-9426BD709F3E}" destId="{9AC1E0FD-6A9F-4C78-A079-18FEA1B957AD}" srcOrd="1" destOrd="0" parTransId="{68706798-E201-452B-80C5-96E98575B910}" sibTransId="{561FE06D-181E-4D85-830B-5BE03D5C4A85}"/>
    <dgm:cxn modelId="{83694551-7965-4612-86A7-ECBD2A20F6F2}" srcId="{C1D90789-389D-4F78-A479-7F350E6951E3}" destId="{7D6847A4-3FFB-4074-87B1-78E6D59DF0EA}" srcOrd="1" destOrd="0" parTransId="{3FEA2048-24F3-4499-AD55-EC36ADB2A669}" sibTransId="{D514FC4C-1C83-4406-8A99-F410C4891E7E}"/>
    <dgm:cxn modelId="{29557358-74B4-4D20-A835-FE66CA4F85F0}" type="presOf" srcId="{45883A6F-372C-410C-872C-5BD8646BC1EB}" destId="{8A1ADF08-D658-47F2-932C-7991D0739286}" srcOrd="0" destOrd="1" presId="urn:microsoft.com/office/officeart/2005/8/layout/default"/>
    <dgm:cxn modelId="{195E1C7B-A106-42A0-AE83-2CF923C6B84D}" srcId="{C1D90789-389D-4F78-A479-7F350E6951E3}" destId="{4E0817D6-013B-4132-AEB8-065C5FBAA3D4}" srcOrd="2" destOrd="0" parTransId="{B537D0BA-91FF-466F-87CE-6B427D6B6C02}" sibTransId="{1E0FCCB8-E239-4B22-AD89-450EC9E8C7D5}"/>
    <dgm:cxn modelId="{B0DA137D-E3C3-4090-8764-05E86E2AD3F3}" type="presOf" srcId="{97A6FCF1-AE3A-4E38-BA6D-CD3A503A8780}" destId="{3FEC1D08-6D9F-4D67-86A4-CDEF78E87415}" srcOrd="0" destOrd="2" presId="urn:microsoft.com/office/officeart/2005/8/layout/default"/>
    <dgm:cxn modelId="{26A8707D-9B9D-4E51-B8E4-252CDA475C96}" srcId="{C1D90789-389D-4F78-A479-7F350E6951E3}" destId="{45883A6F-372C-410C-872C-5BD8646BC1EB}" srcOrd="0" destOrd="0" parTransId="{F0BEC6D1-5132-4D1F-B1FF-DB3DAE561FA6}" sibTransId="{0A9DCD3B-6BA2-43CD-B859-84B040196A70}"/>
    <dgm:cxn modelId="{91B05480-FB98-4378-853C-3B8866C5E61E}" srcId="{66DE7CA4-5364-4F11-8BC5-13819E829A71}" destId="{1DD621D1-4C33-4FDE-9BA3-ADA644969A05}" srcOrd="3" destOrd="0" parTransId="{95B4C1DE-187B-4D58-B3ED-E84EEE6CB4C6}" sibTransId="{FECCC7E7-248F-4CF5-9909-6EAEB9D6B44C}"/>
    <dgm:cxn modelId="{F68C858F-061F-4837-95C4-D98E477E1162}" type="presOf" srcId="{B8490268-3CE4-4A7F-A403-EDBA3C47C00D}" destId="{8A1ADF08-D658-47F2-932C-7991D0739286}" srcOrd="0" destOrd="4" presId="urn:microsoft.com/office/officeart/2005/8/layout/default"/>
    <dgm:cxn modelId="{3CDB5492-54BF-4339-968D-441D1ECEEFD2}" srcId="{3A9E5E78-8A8E-4ACA-BF03-AC4489B8AE95}" destId="{C1D90789-389D-4F78-A479-7F350E6951E3}" srcOrd="0" destOrd="0" parTransId="{78338705-C6A8-455C-BC39-719D1E53B503}" sibTransId="{EB00BCC0-4A0F-47F3-B27E-BED10ED70FA9}"/>
    <dgm:cxn modelId="{4C3FF597-7B63-49F3-BA55-F7D57FFA9248}" srcId="{47DC09D8-4C00-4DE1-82C2-9426BD709F3E}" destId="{D16812DE-5F0C-4355-8979-53166CF6C1CC}" srcOrd="0" destOrd="0" parTransId="{D8BB8100-51EC-4BBF-9A14-BA3D4D013616}" sibTransId="{04FAF135-9438-451A-B288-AD50E49323F1}"/>
    <dgm:cxn modelId="{6F0F70C4-CE46-49EE-AB76-51B1D5EDEA96}" srcId="{C1D90789-389D-4F78-A479-7F350E6951E3}" destId="{B8490268-3CE4-4A7F-A403-EDBA3C47C00D}" srcOrd="3" destOrd="0" parTransId="{AE6AD6D7-D47C-4C36-AF6B-ABD3B5873B7B}" sibTransId="{A5C43C57-48F9-4F34-82C1-434411598C89}"/>
    <dgm:cxn modelId="{74CD03D7-6FC1-453A-9434-13AE009BD805}" srcId="{47DC09D8-4C00-4DE1-82C2-9426BD709F3E}" destId="{0F8E5CD0-BDA7-45F8-924D-45CB94817EAF}" srcOrd="2" destOrd="0" parTransId="{DAC130E6-7714-4E95-93AC-AAE41F942630}" sibTransId="{7C5AFB97-BEC1-401C-A789-C15B9BDC1C1D}"/>
    <dgm:cxn modelId="{383DDFE2-0724-42A5-8C96-24F9E39FDF03}" srcId="{3A9E5E78-8A8E-4ACA-BF03-AC4489B8AE95}" destId="{66DE7CA4-5364-4F11-8BC5-13819E829A71}" srcOrd="2" destOrd="0" parTransId="{4145DC81-7174-42F0-B68B-6B150C214D42}" sibTransId="{07E05250-67C8-4F78-8444-DDD742D76953}"/>
    <dgm:cxn modelId="{DAEFFCE9-536B-45B9-A2DC-F9C2A5279414}" type="presOf" srcId="{C1D90789-389D-4F78-A479-7F350E6951E3}" destId="{8A1ADF08-D658-47F2-932C-7991D0739286}" srcOrd="0" destOrd="0" presId="urn:microsoft.com/office/officeart/2005/8/layout/default"/>
    <dgm:cxn modelId="{FE22DDF3-7161-4F3B-9C15-3E157117AC84}" type="presOf" srcId="{3A9E5E78-8A8E-4ACA-BF03-AC4489B8AE95}" destId="{0CFED942-A0DA-48A1-B4E5-A809626D29B0}" srcOrd="0" destOrd="0" presId="urn:microsoft.com/office/officeart/2005/8/layout/default"/>
    <dgm:cxn modelId="{A6B150F6-3A80-47DF-ABEA-B690E6BAC932}" srcId="{66DE7CA4-5364-4F11-8BC5-13819E829A71}" destId="{6B6DAD12-7373-42A7-AB6E-27BDE5E23DCB}" srcOrd="2" destOrd="0" parTransId="{32576B45-E28E-4FE8-94E0-BC978DFC7001}" sibTransId="{BF531F3E-5DEB-4DFA-810D-3048A6FA5739}"/>
    <dgm:cxn modelId="{47A6EC06-E2A0-45E7-AE28-5F5F31D6EFE4}" type="presParOf" srcId="{0CFED942-A0DA-48A1-B4E5-A809626D29B0}" destId="{8A1ADF08-D658-47F2-932C-7991D0739286}" srcOrd="0" destOrd="0" presId="urn:microsoft.com/office/officeart/2005/8/layout/default"/>
    <dgm:cxn modelId="{15FF4C73-00EC-4552-83AA-DC2705B7BC11}" type="presParOf" srcId="{0CFED942-A0DA-48A1-B4E5-A809626D29B0}" destId="{4FD03D46-B10B-4FFC-B0E9-3988F10BD136}" srcOrd="1" destOrd="0" presId="urn:microsoft.com/office/officeart/2005/8/layout/default"/>
    <dgm:cxn modelId="{9C84B346-6D0A-42B1-B6F8-9DA49297AFBB}" type="presParOf" srcId="{0CFED942-A0DA-48A1-B4E5-A809626D29B0}" destId="{F6B9C1C9-1B10-4605-8C5A-35C8C49DD55D}" srcOrd="2" destOrd="0" presId="urn:microsoft.com/office/officeart/2005/8/layout/default"/>
    <dgm:cxn modelId="{93D68487-E9F2-4EEC-9A49-8A46D9AC860F}" type="presParOf" srcId="{0CFED942-A0DA-48A1-B4E5-A809626D29B0}" destId="{E134D80E-96CA-4906-B7D2-61FEECBA31CB}" srcOrd="3" destOrd="0" presId="urn:microsoft.com/office/officeart/2005/8/layout/default"/>
    <dgm:cxn modelId="{C1B02FC5-5ACA-44BF-919D-E282CAA688A7}" type="presParOf" srcId="{0CFED942-A0DA-48A1-B4E5-A809626D29B0}" destId="{3FEC1D08-6D9F-4D67-86A4-CDEF78E87415}" srcOrd="4" destOrd="0" presId="urn:microsoft.com/office/officeart/2005/8/layout/default"/>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7675B3-CBC1-4D81-AA80-13CE7334BE69}">
      <dsp:nvSpPr>
        <dsp:cNvPr id="0" name=""/>
        <dsp:cNvSpPr/>
      </dsp:nvSpPr>
      <dsp:spPr>
        <a:xfrm>
          <a:off x="0" y="16502"/>
          <a:ext cx="8642350" cy="1774507"/>
        </a:xfrm>
        <a:prstGeom prst="roundRect">
          <a:avLst>
            <a:gd name="adj" fmla="val 10000"/>
          </a:avLst>
        </a:prstGeom>
        <a:solidFill>
          <a:schemeClr val="lt1">
            <a:alpha val="90000"/>
            <a:tint val="40000"/>
            <a:hueOff val="0"/>
            <a:satOff val="0"/>
            <a:lumOff val="0"/>
            <a:alphaOff val="0"/>
          </a:schemeClr>
        </a:solidFill>
        <a:ln w="25400" cap="flat" cmpd="sng" algn="ctr">
          <a:solidFill>
            <a:srgbClr val="C20E1A"/>
          </a:solidFill>
          <a:prstDash val="solid"/>
        </a:ln>
        <a:effectLst/>
      </dsp:spPr>
      <dsp:style>
        <a:lnRef idx="2">
          <a:scrgbClr r="0" g="0" b="0"/>
        </a:lnRef>
        <a:fillRef idx="1">
          <a:scrgbClr r="0" g="0" b="0"/>
        </a:fillRef>
        <a:effectRef idx="0">
          <a:scrgbClr r="0" g="0" b="0"/>
        </a:effectRef>
        <a:fontRef idx="minor"/>
      </dsp:style>
    </dsp:sp>
    <dsp:sp modelId="{820E0940-A629-4F3E-BA84-620FC446B63B}">
      <dsp:nvSpPr>
        <dsp:cNvPr id="0" name=""/>
        <dsp:cNvSpPr/>
      </dsp:nvSpPr>
      <dsp:spPr>
        <a:xfrm>
          <a:off x="262039" y="236594"/>
          <a:ext cx="1503395" cy="1301318"/>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1"/>
              </a:ext>
            </a:extLst>
          </a:blip>
          <a:srcRect/>
          <a:stretch>
            <a:fillRect t="-8000" b="-8000"/>
          </a:stretch>
        </a:blipFill>
        <a:ln w="25400" cap="flat" cmpd="sng" algn="ctr">
          <a:solidFill>
            <a:srgbClr val="C20E1A"/>
          </a:solidFill>
          <a:prstDash val="solid"/>
        </a:ln>
        <a:effectLst/>
      </dsp:spPr>
      <dsp:style>
        <a:lnRef idx="2">
          <a:scrgbClr r="0" g="0" b="0"/>
        </a:lnRef>
        <a:fillRef idx="1">
          <a:scrgbClr r="0" g="0" b="0"/>
        </a:fillRef>
        <a:effectRef idx="0">
          <a:scrgbClr r="0" g="0" b="0"/>
        </a:effectRef>
        <a:fontRef idx="minor"/>
      </dsp:style>
    </dsp:sp>
    <dsp:sp modelId="{278E81E2-930D-4299-BB4A-429B1923B8CC}">
      <dsp:nvSpPr>
        <dsp:cNvPr id="0" name=""/>
        <dsp:cNvSpPr/>
      </dsp:nvSpPr>
      <dsp:spPr>
        <a:xfrm rot="10800000">
          <a:off x="262047" y="1774507"/>
          <a:ext cx="1503380" cy="2168842"/>
        </a:xfrm>
        <a:prstGeom prst="round2SameRect">
          <a:avLst>
            <a:gd name="adj1" fmla="val 10500"/>
            <a:gd name="adj2" fmla="val 0"/>
          </a:avLst>
        </a:prstGeom>
        <a:solidFill>
          <a:schemeClr val="lt1">
            <a:hueOff val="0"/>
            <a:satOff val="0"/>
            <a:lumOff val="0"/>
            <a:alphaOff val="0"/>
          </a:schemeClr>
        </a:solidFill>
        <a:ln w="25400" cap="flat" cmpd="sng" algn="ctr">
          <a:solidFill>
            <a:srgbClr val="C20E1A"/>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t" anchorCtr="0">
          <a:noAutofit/>
        </a:bodyPr>
        <a:lstStyle/>
        <a:p>
          <a:pPr marL="0" lvl="0" indent="0" algn="l" defTabSz="622300">
            <a:lnSpc>
              <a:spcPct val="90000"/>
            </a:lnSpc>
            <a:spcBef>
              <a:spcPct val="0"/>
            </a:spcBef>
            <a:spcAft>
              <a:spcPct val="35000"/>
            </a:spcAft>
            <a:buNone/>
          </a:pPr>
          <a:r>
            <a:rPr lang="it-IT" sz="1400" b="1" kern="1200" dirty="0"/>
            <a:t>Il modello</a:t>
          </a:r>
          <a:endParaRPr lang="it-IT" sz="1400" kern="1200" dirty="0"/>
        </a:p>
        <a:p>
          <a:pPr marL="57150" lvl="1" indent="-57150" algn="l" defTabSz="488950">
            <a:lnSpc>
              <a:spcPct val="90000"/>
            </a:lnSpc>
            <a:spcBef>
              <a:spcPct val="0"/>
            </a:spcBef>
            <a:spcAft>
              <a:spcPct val="15000"/>
            </a:spcAft>
            <a:buFont typeface="Arial" panose="020B0604020202020204" pitchFamily="34" charset="0"/>
            <a:buChar char="•"/>
          </a:pPr>
          <a:r>
            <a:rPr lang="it-IT" sz="1100" kern="1200" dirty="0"/>
            <a:t>Architettura di un buon database</a:t>
          </a:r>
        </a:p>
        <a:p>
          <a:pPr marL="57150" lvl="1" indent="-57150" algn="l" defTabSz="488950">
            <a:lnSpc>
              <a:spcPct val="90000"/>
            </a:lnSpc>
            <a:spcBef>
              <a:spcPct val="0"/>
            </a:spcBef>
            <a:spcAft>
              <a:spcPct val="15000"/>
            </a:spcAft>
            <a:buFont typeface="Arial" panose="020B0604020202020204" pitchFamily="34" charset="0"/>
            <a:buChar char="•"/>
          </a:pPr>
          <a:r>
            <a:rPr lang="it-IT" sz="1100" kern="1200" dirty="0"/>
            <a:t>Le forme normali</a:t>
          </a:r>
        </a:p>
        <a:p>
          <a:pPr marL="57150" lvl="1" indent="-57150" algn="l" defTabSz="488950">
            <a:lnSpc>
              <a:spcPct val="90000"/>
            </a:lnSpc>
            <a:spcBef>
              <a:spcPct val="0"/>
            </a:spcBef>
            <a:spcAft>
              <a:spcPct val="15000"/>
            </a:spcAft>
            <a:buFont typeface="Arial" panose="020B0604020202020204" pitchFamily="34" charset="0"/>
            <a:buChar char="•"/>
          </a:pPr>
          <a:r>
            <a:rPr lang="it-IT" sz="1100" kern="1200" dirty="0" err="1"/>
            <a:t>Denormalizzazione</a:t>
          </a:r>
          <a:endParaRPr lang="it-IT" sz="1100" kern="1200" dirty="0"/>
        </a:p>
      </dsp:txBody>
      <dsp:txXfrm rot="10800000">
        <a:off x="308281" y="1774507"/>
        <a:ext cx="1410912" cy="2122608"/>
      </dsp:txXfrm>
    </dsp:sp>
    <dsp:sp modelId="{E6F33BB0-5AF0-4D49-A2DF-B843F0E6783C}">
      <dsp:nvSpPr>
        <dsp:cNvPr id="0" name=""/>
        <dsp:cNvSpPr/>
      </dsp:nvSpPr>
      <dsp:spPr>
        <a:xfrm>
          <a:off x="1915773" y="236601"/>
          <a:ext cx="1503380" cy="1301305"/>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2"/>
              </a:ext>
            </a:extLst>
          </a:blip>
          <a:srcRect/>
          <a:stretch>
            <a:fillRect t="-8000" b="-8000"/>
          </a:stretch>
        </a:blipFill>
        <a:ln w="25400" cap="flat" cmpd="sng" algn="ctr">
          <a:solidFill>
            <a:srgbClr val="C20E1A"/>
          </a:solidFill>
          <a:prstDash val="solid"/>
        </a:ln>
        <a:effectLst/>
      </dsp:spPr>
      <dsp:style>
        <a:lnRef idx="2">
          <a:scrgbClr r="0" g="0" b="0"/>
        </a:lnRef>
        <a:fillRef idx="1">
          <a:scrgbClr r="0" g="0" b="0"/>
        </a:fillRef>
        <a:effectRef idx="0">
          <a:scrgbClr r="0" g="0" b="0"/>
        </a:effectRef>
        <a:fontRef idx="minor"/>
      </dsp:style>
    </dsp:sp>
    <dsp:sp modelId="{58EDBEB8-0D9B-41C8-BAC2-2E69CD618183}">
      <dsp:nvSpPr>
        <dsp:cNvPr id="0" name=""/>
        <dsp:cNvSpPr/>
      </dsp:nvSpPr>
      <dsp:spPr>
        <a:xfrm rot="10800000">
          <a:off x="1915773" y="1774507"/>
          <a:ext cx="1503380" cy="2168842"/>
        </a:xfrm>
        <a:prstGeom prst="round2SameRect">
          <a:avLst>
            <a:gd name="adj1" fmla="val 10500"/>
            <a:gd name="adj2" fmla="val 0"/>
          </a:avLst>
        </a:prstGeom>
        <a:solidFill>
          <a:schemeClr val="lt1">
            <a:hueOff val="0"/>
            <a:satOff val="0"/>
            <a:lumOff val="0"/>
            <a:alphaOff val="0"/>
          </a:schemeClr>
        </a:solidFill>
        <a:ln w="25400" cap="flat" cmpd="sng" algn="ctr">
          <a:solidFill>
            <a:srgbClr val="C20E1A"/>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t" anchorCtr="0">
          <a:noAutofit/>
        </a:bodyPr>
        <a:lstStyle/>
        <a:p>
          <a:pPr marL="0" lvl="0" indent="0" algn="l" defTabSz="622300">
            <a:lnSpc>
              <a:spcPct val="90000"/>
            </a:lnSpc>
            <a:spcBef>
              <a:spcPct val="0"/>
            </a:spcBef>
            <a:spcAft>
              <a:spcPct val="35000"/>
            </a:spcAft>
            <a:buNone/>
          </a:pPr>
          <a:r>
            <a:rPr lang="it-IT" sz="1400" b="1" kern="1200" dirty="0"/>
            <a:t>CREATE</a:t>
          </a:r>
        </a:p>
        <a:p>
          <a:pPr marL="57150" lvl="1" indent="-57150" algn="l" defTabSz="488950">
            <a:lnSpc>
              <a:spcPct val="90000"/>
            </a:lnSpc>
            <a:spcBef>
              <a:spcPct val="0"/>
            </a:spcBef>
            <a:spcAft>
              <a:spcPct val="15000"/>
            </a:spcAft>
            <a:buFont typeface="Arial" panose="020B0604020202020204" pitchFamily="34" charset="0"/>
            <a:buChar char="•"/>
          </a:pPr>
          <a:r>
            <a:rPr lang="it-IT" sz="1100" kern="1200" dirty="0"/>
            <a:t>Sintassi</a:t>
          </a:r>
        </a:p>
        <a:p>
          <a:pPr marL="57150" lvl="1" indent="-57150" algn="l" defTabSz="488950">
            <a:lnSpc>
              <a:spcPct val="90000"/>
            </a:lnSpc>
            <a:spcBef>
              <a:spcPct val="0"/>
            </a:spcBef>
            <a:spcAft>
              <a:spcPct val="15000"/>
            </a:spcAft>
            <a:buFont typeface="Arial" panose="020B0604020202020204" pitchFamily="34" charset="0"/>
            <a:buChar char="•"/>
          </a:pPr>
          <a:r>
            <a:rPr lang="it-IT" sz="1100" kern="1200"/>
            <a:t>I tipi dato</a:t>
          </a:r>
          <a:endParaRPr lang="it-IT" sz="1100" kern="1200" dirty="0"/>
        </a:p>
        <a:p>
          <a:pPr marL="57150" lvl="1" indent="-57150" algn="l" defTabSz="488950">
            <a:lnSpc>
              <a:spcPct val="90000"/>
            </a:lnSpc>
            <a:spcBef>
              <a:spcPct val="0"/>
            </a:spcBef>
            <a:spcAft>
              <a:spcPct val="15000"/>
            </a:spcAft>
            <a:buFont typeface="Arial" panose="020B0604020202020204" pitchFamily="34" charset="0"/>
            <a:buChar char="•"/>
          </a:pPr>
          <a:r>
            <a:rPr lang="it-IT" sz="1100" kern="1200" dirty="0"/>
            <a:t>Il costo della definizione</a:t>
          </a:r>
        </a:p>
        <a:p>
          <a:pPr marL="57150" lvl="1" indent="-57150" algn="l" defTabSz="488950">
            <a:lnSpc>
              <a:spcPct val="90000"/>
            </a:lnSpc>
            <a:spcBef>
              <a:spcPct val="0"/>
            </a:spcBef>
            <a:spcAft>
              <a:spcPct val="15000"/>
            </a:spcAft>
            <a:buFont typeface="Arial" panose="020B0604020202020204" pitchFamily="34" charset="0"/>
            <a:buChar char="•"/>
          </a:pPr>
          <a:r>
            <a:rPr lang="it-IT" sz="1100" kern="1200"/>
            <a:t>IDENTITY e colonne calcolate</a:t>
          </a:r>
          <a:endParaRPr lang="it-IT" sz="1100" kern="1200" dirty="0"/>
        </a:p>
      </dsp:txBody>
      <dsp:txXfrm rot="10800000">
        <a:off x="1962007" y="1774507"/>
        <a:ext cx="1410912" cy="2122608"/>
      </dsp:txXfrm>
    </dsp:sp>
    <dsp:sp modelId="{38AF4963-AAA9-4E30-ABE4-C8382111EE81}">
      <dsp:nvSpPr>
        <dsp:cNvPr id="0" name=""/>
        <dsp:cNvSpPr/>
      </dsp:nvSpPr>
      <dsp:spPr>
        <a:xfrm>
          <a:off x="3569492" y="236601"/>
          <a:ext cx="1503380" cy="1301305"/>
        </a:xfrm>
        <a:prstGeom prst="roundRect">
          <a:avLst>
            <a:gd name="adj" fmla="val 10000"/>
          </a:avLst>
        </a:prstGeom>
        <a:blipFill dpi="0" rotWithShape="1">
          <a:blip xmlns:r="http://schemas.openxmlformats.org/officeDocument/2006/relationships">
            <a:extLst>
              <a:ext uri="{96DAC541-7B7A-43D3-8B79-37D633B846F1}">
                <asvg:svgBlip xmlns:asvg="http://schemas.microsoft.com/office/drawing/2016/SVG/main" r:embed="rId3"/>
              </a:ext>
            </a:extLst>
          </a:blip>
          <a:srcRect/>
          <a:stretch>
            <a:fillRect l="6720" r="6720"/>
          </a:stretch>
        </a:blipFill>
        <a:ln w="25400" cap="flat" cmpd="sng" algn="ctr">
          <a:solidFill>
            <a:srgbClr val="C20E1A"/>
          </a:solidFill>
          <a:prstDash val="solid"/>
        </a:ln>
        <a:effectLst/>
      </dsp:spPr>
      <dsp:style>
        <a:lnRef idx="2">
          <a:scrgbClr r="0" g="0" b="0"/>
        </a:lnRef>
        <a:fillRef idx="1">
          <a:scrgbClr r="0" g="0" b="0"/>
        </a:fillRef>
        <a:effectRef idx="0">
          <a:scrgbClr r="0" g="0" b="0"/>
        </a:effectRef>
        <a:fontRef idx="minor"/>
      </dsp:style>
    </dsp:sp>
    <dsp:sp modelId="{6A1F988B-DE1B-458A-9EA7-BB35FE57DC74}">
      <dsp:nvSpPr>
        <dsp:cNvPr id="0" name=""/>
        <dsp:cNvSpPr/>
      </dsp:nvSpPr>
      <dsp:spPr>
        <a:xfrm rot="10800000">
          <a:off x="3569492" y="1774507"/>
          <a:ext cx="1503380" cy="2168842"/>
        </a:xfrm>
        <a:prstGeom prst="round2SameRect">
          <a:avLst>
            <a:gd name="adj1" fmla="val 10500"/>
            <a:gd name="adj2" fmla="val 0"/>
          </a:avLst>
        </a:prstGeom>
        <a:solidFill>
          <a:schemeClr val="lt1">
            <a:hueOff val="0"/>
            <a:satOff val="0"/>
            <a:lumOff val="0"/>
            <a:alphaOff val="0"/>
          </a:schemeClr>
        </a:solidFill>
        <a:ln w="25400" cap="flat" cmpd="sng" algn="ctr">
          <a:solidFill>
            <a:srgbClr val="C20E1A"/>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t" anchorCtr="0">
          <a:noAutofit/>
        </a:bodyPr>
        <a:lstStyle/>
        <a:p>
          <a:pPr marL="0" lvl="0" indent="0" algn="l" defTabSz="622300">
            <a:lnSpc>
              <a:spcPct val="90000"/>
            </a:lnSpc>
            <a:spcBef>
              <a:spcPct val="0"/>
            </a:spcBef>
            <a:spcAft>
              <a:spcPct val="35000"/>
            </a:spcAft>
            <a:buNone/>
          </a:pPr>
          <a:r>
            <a:rPr lang="it-IT" sz="1400" b="1" kern="1200" dirty="0"/>
            <a:t>ALTER</a:t>
          </a:r>
          <a:endParaRPr lang="it-IT" sz="1400" kern="1200" dirty="0"/>
        </a:p>
        <a:p>
          <a:pPr marL="57150" lvl="1" indent="-57150" algn="l" defTabSz="488950">
            <a:lnSpc>
              <a:spcPct val="90000"/>
            </a:lnSpc>
            <a:spcBef>
              <a:spcPct val="0"/>
            </a:spcBef>
            <a:spcAft>
              <a:spcPct val="15000"/>
            </a:spcAft>
            <a:buFont typeface="Arial" panose="020B0604020202020204" pitchFamily="34" charset="0"/>
            <a:buChar char="•"/>
          </a:pPr>
          <a:r>
            <a:rPr lang="it-IT" sz="1100" kern="1200" dirty="0"/>
            <a:t>Metadata-</a:t>
          </a:r>
          <a:r>
            <a:rPr lang="it-IT" sz="1100" kern="1200" dirty="0" err="1"/>
            <a:t>only</a:t>
          </a:r>
          <a:endParaRPr lang="it-IT" sz="1100" kern="1200" dirty="0"/>
        </a:p>
        <a:p>
          <a:pPr marL="57150" lvl="1" indent="-57150" algn="l" defTabSz="488950">
            <a:lnSpc>
              <a:spcPct val="90000"/>
            </a:lnSpc>
            <a:spcBef>
              <a:spcPct val="0"/>
            </a:spcBef>
            <a:spcAft>
              <a:spcPct val="15000"/>
            </a:spcAft>
            <a:buFont typeface="Arial" panose="020B0604020202020204" pitchFamily="34" charset="0"/>
            <a:buChar char="•"/>
          </a:pPr>
          <a:r>
            <a:rPr lang="it-IT" sz="1100" kern="1200"/>
            <a:t>Riscrittura</a:t>
          </a:r>
          <a:endParaRPr lang="it-IT" sz="1100" kern="1200" dirty="0"/>
        </a:p>
        <a:p>
          <a:pPr marL="57150" lvl="1" indent="-57150" algn="l" defTabSz="488950">
            <a:lnSpc>
              <a:spcPct val="90000"/>
            </a:lnSpc>
            <a:spcBef>
              <a:spcPct val="0"/>
            </a:spcBef>
            <a:spcAft>
              <a:spcPct val="15000"/>
            </a:spcAft>
            <a:buFont typeface="Arial" panose="020B0604020202020204" pitchFamily="34" charset="0"/>
            <a:buChar char="•"/>
          </a:pPr>
          <a:r>
            <a:rPr lang="it-IT" sz="1100" kern="1200" dirty="0"/>
            <a:t>Big </a:t>
          </a:r>
          <a:r>
            <a:rPr lang="it-IT" sz="1100" kern="1200" dirty="0" err="1"/>
            <a:t>tables</a:t>
          </a:r>
          <a:endParaRPr lang="it-IT" sz="1100" kern="1200" dirty="0"/>
        </a:p>
      </dsp:txBody>
      <dsp:txXfrm rot="10800000">
        <a:off x="3615726" y="1774507"/>
        <a:ext cx="1410912" cy="2122608"/>
      </dsp:txXfrm>
    </dsp:sp>
    <dsp:sp modelId="{FFE68A80-8BD7-42B3-8EE4-2EDBA63F756C}">
      <dsp:nvSpPr>
        <dsp:cNvPr id="0" name=""/>
        <dsp:cNvSpPr/>
      </dsp:nvSpPr>
      <dsp:spPr>
        <a:xfrm>
          <a:off x="5223210" y="244851"/>
          <a:ext cx="1503380" cy="1301305"/>
        </a:xfrm>
        <a:prstGeom prst="roundRect">
          <a:avLst>
            <a:gd name="adj" fmla="val 10000"/>
          </a:avLst>
        </a:prstGeom>
        <a:blipFill dpi="0" rotWithShape="1">
          <a:blip xmlns:r="http://schemas.openxmlformats.org/officeDocument/2006/relationships">
            <a:extLst>
              <a:ext uri="{96DAC541-7B7A-43D3-8B79-37D633B846F1}">
                <asvg:svgBlip xmlns:asvg="http://schemas.microsoft.com/office/drawing/2016/SVG/main" r:embed="rId4"/>
              </a:ext>
            </a:extLst>
          </a:blip>
          <a:srcRect/>
          <a:stretch>
            <a:fillRect l="6720" r="6720"/>
          </a:stretch>
        </a:blipFill>
        <a:ln w="25400" cap="flat" cmpd="sng" algn="ctr">
          <a:solidFill>
            <a:srgbClr val="C20E1A"/>
          </a:solidFill>
          <a:prstDash val="solid"/>
        </a:ln>
        <a:effectLst/>
      </dsp:spPr>
      <dsp:style>
        <a:lnRef idx="2">
          <a:scrgbClr r="0" g="0" b="0"/>
        </a:lnRef>
        <a:fillRef idx="1">
          <a:scrgbClr r="0" g="0" b="0"/>
        </a:fillRef>
        <a:effectRef idx="0">
          <a:scrgbClr r="0" g="0" b="0"/>
        </a:effectRef>
        <a:fontRef idx="minor"/>
      </dsp:style>
    </dsp:sp>
    <dsp:sp modelId="{39E080BF-A278-4C2E-944E-BF966591CAC9}">
      <dsp:nvSpPr>
        <dsp:cNvPr id="0" name=""/>
        <dsp:cNvSpPr/>
      </dsp:nvSpPr>
      <dsp:spPr>
        <a:xfrm rot="10800000">
          <a:off x="5223210" y="1774507"/>
          <a:ext cx="1503380" cy="2168842"/>
        </a:xfrm>
        <a:prstGeom prst="round2SameRect">
          <a:avLst>
            <a:gd name="adj1" fmla="val 10500"/>
            <a:gd name="adj2" fmla="val 0"/>
          </a:avLst>
        </a:prstGeom>
        <a:solidFill>
          <a:schemeClr val="lt1">
            <a:hueOff val="0"/>
            <a:satOff val="0"/>
            <a:lumOff val="0"/>
            <a:alphaOff val="0"/>
          </a:schemeClr>
        </a:solidFill>
        <a:ln w="25400" cap="flat" cmpd="sng" algn="ctr">
          <a:solidFill>
            <a:srgbClr val="C20E1A"/>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it-IT" sz="1400" b="1" kern="1200" dirty="0"/>
            <a:t>DROP</a:t>
          </a:r>
        </a:p>
      </dsp:txBody>
      <dsp:txXfrm rot="10800000">
        <a:off x="5269444" y="1774507"/>
        <a:ext cx="1410912" cy="2122608"/>
      </dsp:txXfrm>
    </dsp:sp>
    <dsp:sp modelId="{65782D9A-E731-4D37-8B14-94F2BDFA36C0}">
      <dsp:nvSpPr>
        <dsp:cNvPr id="0" name=""/>
        <dsp:cNvSpPr/>
      </dsp:nvSpPr>
      <dsp:spPr>
        <a:xfrm>
          <a:off x="6876929" y="236601"/>
          <a:ext cx="1503380" cy="1301305"/>
        </a:xfrm>
        <a:prstGeom prst="roundRect">
          <a:avLst>
            <a:gd name="adj" fmla="val 10000"/>
          </a:avLst>
        </a:prstGeom>
        <a:blipFill dpi="0" rotWithShape="1">
          <a:blip xmlns:r="http://schemas.openxmlformats.org/officeDocument/2006/relationships">
            <a:extLst>
              <a:ext uri="{96DAC541-7B7A-43D3-8B79-37D633B846F1}">
                <asvg:svgBlip xmlns:asvg="http://schemas.microsoft.com/office/drawing/2016/SVG/main" r:embed="rId5"/>
              </a:ext>
            </a:extLst>
          </a:blip>
          <a:srcRect/>
          <a:stretch>
            <a:fillRect l="6720" r="6720"/>
          </a:stretch>
        </a:blipFill>
        <a:ln w="25400" cap="flat" cmpd="sng" algn="ctr">
          <a:solidFill>
            <a:srgbClr val="C20E1A"/>
          </a:solidFill>
          <a:prstDash val="solid"/>
        </a:ln>
        <a:effectLst/>
      </dsp:spPr>
      <dsp:style>
        <a:lnRef idx="2">
          <a:scrgbClr r="0" g="0" b="0"/>
        </a:lnRef>
        <a:fillRef idx="1">
          <a:scrgbClr r="0" g="0" b="0"/>
        </a:fillRef>
        <a:effectRef idx="0">
          <a:scrgbClr r="0" g="0" b="0"/>
        </a:effectRef>
        <a:fontRef idx="minor"/>
      </dsp:style>
    </dsp:sp>
    <dsp:sp modelId="{A64059FB-552F-47E0-9D3E-11BF2DA03F3A}">
      <dsp:nvSpPr>
        <dsp:cNvPr id="0" name=""/>
        <dsp:cNvSpPr/>
      </dsp:nvSpPr>
      <dsp:spPr>
        <a:xfrm rot="10800000">
          <a:off x="6876929" y="1774507"/>
          <a:ext cx="1503380" cy="2168842"/>
        </a:xfrm>
        <a:prstGeom prst="round2SameRect">
          <a:avLst>
            <a:gd name="adj1" fmla="val 10500"/>
            <a:gd name="adj2" fmla="val 0"/>
          </a:avLst>
        </a:prstGeom>
        <a:solidFill>
          <a:schemeClr val="lt1">
            <a:hueOff val="0"/>
            <a:satOff val="0"/>
            <a:lumOff val="0"/>
            <a:alphaOff val="0"/>
          </a:schemeClr>
        </a:solidFill>
        <a:ln w="25400" cap="flat" cmpd="sng" algn="ctr">
          <a:solidFill>
            <a:srgbClr val="C20E1A"/>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it-IT" sz="1400" kern="1200" dirty="0"/>
            <a:t>Checklist</a:t>
          </a:r>
        </a:p>
      </dsp:txBody>
      <dsp:txXfrm rot="10800000">
        <a:off x="6923163" y="1774507"/>
        <a:ext cx="1410912" cy="212260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3FB578-80A8-4908-A938-00415E6A1CEF}">
      <dsp:nvSpPr>
        <dsp:cNvPr id="0" name=""/>
        <dsp:cNvSpPr/>
      </dsp:nvSpPr>
      <dsp:spPr>
        <a:xfrm>
          <a:off x="163" y="207356"/>
          <a:ext cx="1970117" cy="2364140"/>
        </a:xfrm>
        <a:prstGeom prst="roundRect">
          <a:avLst>
            <a:gd name="adj" fmla="val 10000"/>
          </a:avLst>
        </a:prstGeom>
        <a:solidFill>
          <a:schemeClr val="accent2">
            <a:alpha val="90000"/>
            <a:tint val="40000"/>
            <a:hueOff val="0"/>
            <a:satOff val="0"/>
            <a:lumOff val="0"/>
            <a:alphaOff val="0"/>
          </a:schemeClr>
        </a:solidFill>
        <a:ln w="25400" cap="flat" cmpd="sng" algn="ctr">
          <a:solidFill>
            <a:srgbClr val="C20E1A"/>
          </a:solidFill>
          <a:prstDash val="solid"/>
        </a:ln>
        <a:effectLst/>
      </dsp:spPr>
      <dsp:style>
        <a:lnRef idx="2">
          <a:scrgbClr r="0" g="0" b="0"/>
        </a:lnRef>
        <a:fillRef idx="1">
          <a:scrgbClr r="0" g="0" b="0"/>
        </a:fillRef>
        <a:effectRef idx="0">
          <a:scrgbClr r="0" g="0" b="0"/>
        </a:effectRef>
        <a:fontRef idx="minor"/>
      </dsp:style>
      <dsp:txBody>
        <a:bodyPr spcFirstLastPara="0" vert="horz" wrap="square" lIns="69501" tIns="0" rIns="34751" bIns="330200" numCol="1" spcCol="1270" anchor="t" anchorCtr="0">
          <a:noAutofit/>
        </a:bodyPr>
        <a:lstStyle/>
        <a:p>
          <a:pPr marL="0" lvl="0" indent="0" algn="l" defTabSz="711200">
            <a:lnSpc>
              <a:spcPct val="90000"/>
            </a:lnSpc>
            <a:spcBef>
              <a:spcPct val="0"/>
            </a:spcBef>
            <a:spcAft>
              <a:spcPct val="35000"/>
            </a:spcAft>
            <a:buNone/>
          </a:pPr>
          <a:r>
            <a:rPr lang="it-IT" sz="1600" b="1" kern="1200" dirty="0"/>
            <a:t>Prima il modello</a:t>
          </a:r>
        </a:p>
        <a:p>
          <a:pPr marL="0" lvl="0" indent="0" algn="l" defTabSz="711200">
            <a:lnSpc>
              <a:spcPct val="90000"/>
            </a:lnSpc>
            <a:spcBef>
              <a:spcPct val="0"/>
            </a:spcBef>
            <a:spcAft>
              <a:spcPct val="35000"/>
            </a:spcAft>
            <a:buNone/>
          </a:pPr>
          <a:br>
            <a:rPr lang="it-IT" sz="1400" b="1" kern="1200" dirty="0"/>
          </a:br>
          <a:r>
            <a:rPr lang="it-IT" sz="1400" kern="1200" dirty="0"/>
            <a:t>Si corregge su carta, dopo è una migrazione su dati vivi</a:t>
          </a:r>
          <a:endParaRPr lang="it-IT" sz="1400" b="1" kern="1200" dirty="0"/>
        </a:p>
      </dsp:txBody>
      <dsp:txXfrm>
        <a:off x="163" y="1153012"/>
        <a:ext cx="1970117" cy="1418484"/>
      </dsp:txXfrm>
    </dsp:sp>
    <dsp:sp modelId="{4013DA56-5E34-428A-AA37-3D2E30D0BB73}">
      <dsp:nvSpPr>
        <dsp:cNvPr id="0" name=""/>
        <dsp:cNvSpPr/>
      </dsp:nvSpPr>
      <dsp:spPr>
        <a:xfrm>
          <a:off x="163" y="207356"/>
          <a:ext cx="1970117" cy="945656"/>
        </a:xfrm>
        <a:prstGeom prst="rect">
          <a:avLst/>
        </a:prstGeom>
        <a:noFill/>
        <a:ln>
          <a:noFill/>
        </a:ln>
        <a:effectLst/>
        <a:sp3d/>
      </dsp:spPr>
      <dsp:style>
        <a:lnRef idx="0">
          <a:scrgbClr r="0" g="0" b="0"/>
        </a:lnRef>
        <a:fillRef idx="1">
          <a:scrgbClr r="0" g="0" b="0"/>
        </a:fillRef>
        <a:effectRef idx="0">
          <a:scrgbClr r="0" g="0" b="0"/>
        </a:effectRef>
        <a:fontRef idx="minor"/>
      </dsp:style>
      <dsp:txBody>
        <a:bodyPr spcFirstLastPara="0" vert="horz" wrap="square" lIns="69501" tIns="165100" rIns="34751" bIns="165100" numCol="1" spcCol="1270" anchor="ctr" anchorCtr="0">
          <a:noAutofit/>
        </a:bodyPr>
        <a:lstStyle/>
        <a:p>
          <a:pPr marL="0" lvl="0" indent="0" algn="l" defTabSz="1955800">
            <a:lnSpc>
              <a:spcPct val="90000"/>
            </a:lnSpc>
            <a:spcBef>
              <a:spcPct val="0"/>
            </a:spcBef>
            <a:spcAft>
              <a:spcPct val="35000"/>
            </a:spcAft>
            <a:buNone/>
          </a:pPr>
          <a:r>
            <a:rPr sz="4400" kern="1200"/>
            <a:t>1</a:t>
          </a:r>
        </a:p>
      </dsp:txBody>
      <dsp:txXfrm>
        <a:off x="163" y="207356"/>
        <a:ext cx="1970117" cy="945656"/>
      </dsp:txXfrm>
    </dsp:sp>
    <dsp:sp modelId="{9AEB9F46-D6B4-49AF-9B6E-764A6C8B49F9}">
      <dsp:nvSpPr>
        <dsp:cNvPr id="0" name=""/>
        <dsp:cNvSpPr/>
      </dsp:nvSpPr>
      <dsp:spPr>
        <a:xfrm>
          <a:off x="2127889" y="207356"/>
          <a:ext cx="1970117" cy="2364140"/>
        </a:xfrm>
        <a:prstGeom prst="roundRect">
          <a:avLst>
            <a:gd name="adj" fmla="val 10000"/>
          </a:avLst>
        </a:prstGeom>
        <a:solidFill>
          <a:schemeClr val="accent2">
            <a:alpha val="90000"/>
            <a:tint val="40000"/>
            <a:hueOff val="0"/>
            <a:satOff val="0"/>
            <a:lumOff val="0"/>
            <a:alphaOff val="0"/>
          </a:schemeClr>
        </a:solidFill>
        <a:ln w="25400" cap="flat" cmpd="sng" algn="ctr">
          <a:solidFill>
            <a:srgbClr val="C20E1A"/>
          </a:solidFill>
          <a:prstDash val="solid"/>
        </a:ln>
        <a:effectLst/>
      </dsp:spPr>
      <dsp:style>
        <a:lnRef idx="2">
          <a:scrgbClr r="0" g="0" b="0"/>
        </a:lnRef>
        <a:fillRef idx="1">
          <a:scrgbClr r="0" g="0" b="0"/>
        </a:fillRef>
        <a:effectRef idx="0">
          <a:scrgbClr r="0" g="0" b="0"/>
        </a:effectRef>
        <a:fontRef idx="minor"/>
      </dsp:style>
      <dsp:txBody>
        <a:bodyPr spcFirstLastPara="0" vert="horz" wrap="square" lIns="69501" tIns="0" rIns="34751" bIns="330200" numCol="1" spcCol="1270" anchor="t" anchorCtr="0">
          <a:noAutofit/>
        </a:bodyPr>
        <a:lstStyle/>
        <a:p>
          <a:pPr marL="0" lvl="0" indent="0" algn="l" defTabSz="711200">
            <a:lnSpc>
              <a:spcPct val="90000"/>
            </a:lnSpc>
            <a:spcBef>
              <a:spcPct val="0"/>
            </a:spcBef>
            <a:spcAft>
              <a:spcPct val="35000"/>
            </a:spcAft>
            <a:buNone/>
          </a:pPr>
          <a:r>
            <a:rPr lang="it-IT" sz="1600" b="1" kern="1200" dirty="0"/>
            <a:t>Il carico decide la forma</a:t>
          </a:r>
          <a:br>
            <a:rPr lang="it-IT" sz="1400" b="1" kern="1200" dirty="0"/>
          </a:br>
          <a:r>
            <a:rPr lang="it-IT" sz="1400" kern="1200" dirty="0"/>
            <a:t>OLTP normalizzato per scrivere</a:t>
          </a:r>
        </a:p>
        <a:p>
          <a:pPr marL="0" lvl="0" indent="0" algn="l" defTabSz="711200">
            <a:lnSpc>
              <a:spcPct val="90000"/>
            </a:lnSpc>
            <a:spcBef>
              <a:spcPct val="0"/>
            </a:spcBef>
            <a:spcAft>
              <a:spcPct val="35000"/>
            </a:spcAft>
            <a:buNone/>
          </a:pPr>
          <a:r>
            <a:rPr lang="it-IT" sz="1400" kern="1200" dirty="0"/>
            <a:t>OLAP per leggere</a:t>
          </a:r>
          <a:endParaRPr lang="it-IT" sz="1400" b="1" kern="1200" dirty="0"/>
        </a:p>
      </dsp:txBody>
      <dsp:txXfrm>
        <a:off x="2127889" y="1153012"/>
        <a:ext cx="1970117" cy="1418484"/>
      </dsp:txXfrm>
    </dsp:sp>
    <dsp:sp modelId="{B28B55F2-3E57-40CA-B5FD-293DC755BA64}">
      <dsp:nvSpPr>
        <dsp:cNvPr id="0" name=""/>
        <dsp:cNvSpPr/>
      </dsp:nvSpPr>
      <dsp:spPr>
        <a:xfrm>
          <a:off x="2127889" y="207356"/>
          <a:ext cx="1970117" cy="945656"/>
        </a:xfrm>
        <a:prstGeom prst="rect">
          <a:avLst/>
        </a:prstGeom>
        <a:noFill/>
        <a:ln>
          <a:noFill/>
        </a:ln>
        <a:effectLst/>
        <a:sp3d/>
      </dsp:spPr>
      <dsp:style>
        <a:lnRef idx="0">
          <a:scrgbClr r="0" g="0" b="0"/>
        </a:lnRef>
        <a:fillRef idx="1">
          <a:scrgbClr r="0" g="0" b="0"/>
        </a:fillRef>
        <a:effectRef idx="0">
          <a:scrgbClr r="0" g="0" b="0"/>
        </a:effectRef>
        <a:fontRef idx="minor"/>
      </dsp:style>
      <dsp:txBody>
        <a:bodyPr spcFirstLastPara="0" vert="horz" wrap="square" lIns="69501" tIns="165100" rIns="34751" bIns="165100" numCol="1" spcCol="1270" anchor="ctr" anchorCtr="0">
          <a:noAutofit/>
        </a:bodyPr>
        <a:lstStyle/>
        <a:p>
          <a:pPr marL="0" lvl="0" indent="0" algn="l" defTabSz="1955800">
            <a:lnSpc>
              <a:spcPct val="90000"/>
            </a:lnSpc>
            <a:spcBef>
              <a:spcPct val="0"/>
            </a:spcBef>
            <a:spcAft>
              <a:spcPct val="35000"/>
            </a:spcAft>
            <a:buNone/>
          </a:pPr>
          <a:r>
            <a:rPr lang="it-IT" sz="4400" kern="1200"/>
            <a:t>2</a:t>
          </a:r>
        </a:p>
      </dsp:txBody>
      <dsp:txXfrm>
        <a:off x="2127889" y="207356"/>
        <a:ext cx="1970117" cy="945656"/>
      </dsp:txXfrm>
    </dsp:sp>
    <dsp:sp modelId="{FEC72AEB-99D4-44BC-86F7-B5A93920A152}">
      <dsp:nvSpPr>
        <dsp:cNvPr id="0" name=""/>
        <dsp:cNvSpPr/>
      </dsp:nvSpPr>
      <dsp:spPr>
        <a:xfrm>
          <a:off x="4255616" y="207356"/>
          <a:ext cx="1970117" cy="2364140"/>
        </a:xfrm>
        <a:prstGeom prst="roundRect">
          <a:avLst>
            <a:gd name="adj" fmla="val 10000"/>
          </a:avLst>
        </a:prstGeom>
        <a:solidFill>
          <a:schemeClr val="accent2">
            <a:alpha val="90000"/>
            <a:tint val="40000"/>
            <a:hueOff val="0"/>
            <a:satOff val="0"/>
            <a:lumOff val="0"/>
            <a:alphaOff val="0"/>
          </a:schemeClr>
        </a:solidFill>
        <a:ln w="25400" cap="flat" cmpd="sng" algn="ctr">
          <a:solidFill>
            <a:srgbClr val="C20E1A"/>
          </a:solidFill>
          <a:prstDash val="solid"/>
        </a:ln>
        <a:effectLst/>
      </dsp:spPr>
      <dsp:style>
        <a:lnRef idx="2">
          <a:scrgbClr r="0" g="0" b="0"/>
        </a:lnRef>
        <a:fillRef idx="1">
          <a:scrgbClr r="0" g="0" b="0"/>
        </a:fillRef>
        <a:effectRef idx="0">
          <a:scrgbClr r="0" g="0" b="0"/>
        </a:effectRef>
        <a:fontRef idx="minor"/>
      </dsp:style>
      <dsp:txBody>
        <a:bodyPr spcFirstLastPara="0" vert="horz" wrap="square" lIns="69501" tIns="0" rIns="34751" bIns="330200" numCol="1" spcCol="1270" anchor="t" anchorCtr="0">
          <a:noAutofit/>
        </a:bodyPr>
        <a:lstStyle/>
        <a:p>
          <a:pPr marL="0" lvl="0" indent="0" algn="l" defTabSz="711200">
            <a:lnSpc>
              <a:spcPct val="90000"/>
            </a:lnSpc>
            <a:spcBef>
              <a:spcPct val="0"/>
            </a:spcBef>
            <a:spcAft>
              <a:spcPct val="35000"/>
            </a:spcAft>
            <a:buNone/>
          </a:pPr>
          <a:r>
            <a:rPr lang="it-IT" sz="1600" b="1" kern="1200" dirty="0"/>
            <a:t>Una tabella, una entità</a:t>
          </a:r>
        </a:p>
        <a:p>
          <a:pPr marL="0" lvl="0" indent="0" algn="l" defTabSz="711200">
            <a:lnSpc>
              <a:spcPct val="90000"/>
            </a:lnSpc>
            <a:spcBef>
              <a:spcPct val="0"/>
            </a:spcBef>
            <a:spcAft>
              <a:spcPct val="35000"/>
            </a:spcAft>
            <a:buNone/>
          </a:pPr>
          <a:r>
            <a:rPr lang="it-IT" sz="1400" kern="1200" dirty="0"/>
            <a:t>Se una colonna cambia il senso delle altre sono due entità</a:t>
          </a:r>
        </a:p>
      </dsp:txBody>
      <dsp:txXfrm>
        <a:off x="4255616" y="1153012"/>
        <a:ext cx="1970117" cy="1418484"/>
      </dsp:txXfrm>
    </dsp:sp>
    <dsp:sp modelId="{F772E8B5-057A-4406-ABBA-41AE01DB7A94}">
      <dsp:nvSpPr>
        <dsp:cNvPr id="0" name=""/>
        <dsp:cNvSpPr/>
      </dsp:nvSpPr>
      <dsp:spPr>
        <a:xfrm>
          <a:off x="4255616" y="207356"/>
          <a:ext cx="1970117" cy="945656"/>
        </a:xfrm>
        <a:prstGeom prst="rect">
          <a:avLst/>
        </a:prstGeom>
        <a:noFill/>
        <a:ln>
          <a:noFill/>
        </a:ln>
        <a:effectLst/>
        <a:sp3d/>
      </dsp:spPr>
      <dsp:style>
        <a:lnRef idx="0">
          <a:scrgbClr r="0" g="0" b="0"/>
        </a:lnRef>
        <a:fillRef idx="1">
          <a:scrgbClr r="0" g="0" b="0"/>
        </a:fillRef>
        <a:effectRef idx="0">
          <a:scrgbClr r="0" g="0" b="0"/>
        </a:effectRef>
        <a:fontRef idx="minor"/>
      </dsp:style>
      <dsp:txBody>
        <a:bodyPr spcFirstLastPara="0" vert="horz" wrap="square" lIns="69501" tIns="165100" rIns="34751" bIns="165100" numCol="1" spcCol="1270" anchor="ctr" anchorCtr="0">
          <a:noAutofit/>
        </a:bodyPr>
        <a:lstStyle/>
        <a:p>
          <a:pPr marL="0" lvl="0" indent="0" algn="l" defTabSz="1955800">
            <a:lnSpc>
              <a:spcPct val="90000"/>
            </a:lnSpc>
            <a:spcBef>
              <a:spcPct val="0"/>
            </a:spcBef>
            <a:spcAft>
              <a:spcPct val="35000"/>
            </a:spcAft>
            <a:buNone/>
          </a:pPr>
          <a:r>
            <a:rPr lang="it-IT" sz="4400" kern="1200"/>
            <a:t>3</a:t>
          </a:r>
        </a:p>
      </dsp:txBody>
      <dsp:txXfrm>
        <a:off x="4255616" y="207356"/>
        <a:ext cx="1970117" cy="945656"/>
      </dsp:txXfrm>
    </dsp:sp>
    <dsp:sp modelId="{C4FACC3E-A9CD-40C9-81B4-1CA18C06E388}">
      <dsp:nvSpPr>
        <dsp:cNvPr id="0" name=""/>
        <dsp:cNvSpPr/>
      </dsp:nvSpPr>
      <dsp:spPr>
        <a:xfrm>
          <a:off x="6383342" y="207356"/>
          <a:ext cx="1970117" cy="2364140"/>
        </a:xfrm>
        <a:prstGeom prst="roundRect">
          <a:avLst>
            <a:gd name="adj" fmla="val 10000"/>
          </a:avLst>
        </a:prstGeom>
        <a:solidFill>
          <a:schemeClr val="accent2">
            <a:alpha val="90000"/>
            <a:tint val="40000"/>
            <a:hueOff val="0"/>
            <a:satOff val="0"/>
            <a:lumOff val="0"/>
            <a:alphaOff val="0"/>
          </a:schemeClr>
        </a:solidFill>
        <a:ln w="25400" cap="flat" cmpd="sng" algn="ctr">
          <a:solidFill>
            <a:srgbClr val="C20E1A"/>
          </a:solidFill>
          <a:prstDash val="solid"/>
        </a:ln>
        <a:effectLst/>
      </dsp:spPr>
      <dsp:style>
        <a:lnRef idx="2">
          <a:scrgbClr r="0" g="0" b="0"/>
        </a:lnRef>
        <a:fillRef idx="1">
          <a:scrgbClr r="0" g="0" b="0"/>
        </a:fillRef>
        <a:effectRef idx="0">
          <a:scrgbClr r="0" g="0" b="0"/>
        </a:effectRef>
        <a:fontRef idx="minor"/>
      </dsp:style>
      <dsp:txBody>
        <a:bodyPr spcFirstLastPara="0" vert="horz" wrap="square" lIns="69501" tIns="0" rIns="34751" bIns="330200" numCol="1" spcCol="1270" anchor="t" anchorCtr="0">
          <a:noAutofit/>
        </a:bodyPr>
        <a:lstStyle/>
        <a:p>
          <a:pPr marL="0" lvl="0" indent="0" algn="l" defTabSz="711200">
            <a:lnSpc>
              <a:spcPct val="90000"/>
            </a:lnSpc>
            <a:spcBef>
              <a:spcPct val="0"/>
            </a:spcBef>
            <a:spcAft>
              <a:spcPct val="35000"/>
            </a:spcAft>
            <a:buNone/>
          </a:pPr>
          <a:r>
            <a:rPr lang="it-IT" sz="1600" b="1" kern="1200" dirty="0"/>
            <a:t>Due chiavi, due mestieri</a:t>
          </a:r>
        </a:p>
        <a:p>
          <a:pPr marL="0" lvl="0" indent="0" algn="l" defTabSz="711200">
            <a:lnSpc>
              <a:spcPct val="90000"/>
            </a:lnSpc>
            <a:spcBef>
              <a:spcPct val="0"/>
            </a:spcBef>
            <a:spcAft>
              <a:spcPct val="35000"/>
            </a:spcAft>
            <a:buNone/>
          </a:pPr>
          <a:r>
            <a:rPr lang="it-IT" sz="1400" kern="1200" dirty="0"/>
            <a:t>Surrogata</a:t>
          </a:r>
          <a:r>
            <a:rPr lang="it-IT" sz="1300" kern="1200" dirty="0"/>
            <a:t> per i riferimenti</a:t>
          </a:r>
        </a:p>
        <a:p>
          <a:pPr marL="0" lvl="0" indent="0" algn="l" defTabSz="711200">
            <a:lnSpc>
              <a:spcPct val="90000"/>
            </a:lnSpc>
            <a:spcBef>
              <a:spcPct val="0"/>
            </a:spcBef>
            <a:spcAft>
              <a:spcPct val="35000"/>
            </a:spcAft>
            <a:buNone/>
          </a:pPr>
          <a:r>
            <a:rPr lang="it-IT" sz="1400" kern="1200" dirty="0"/>
            <a:t>Naturale</a:t>
          </a:r>
          <a:r>
            <a:rPr lang="it-IT" sz="1300" kern="1200" dirty="0"/>
            <a:t> per l’integrità</a:t>
          </a:r>
          <a:endParaRPr lang="it-IT" sz="1600" b="1" kern="1200" dirty="0"/>
        </a:p>
      </dsp:txBody>
      <dsp:txXfrm>
        <a:off x="6383342" y="1153012"/>
        <a:ext cx="1970117" cy="1418484"/>
      </dsp:txXfrm>
    </dsp:sp>
    <dsp:sp modelId="{F70640E1-2029-4F6A-926C-200C2A6ED65E}">
      <dsp:nvSpPr>
        <dsp:cNvPr id="0" name=""/>
        <dsp:cNvSpPr/>
      </dsp:nvSpPr>
      <dsp:spPr>
        <a:xfrm>
          <a:off x="6383342" y="207356"/>
          <a:ext cx="1970117" cy="945656"/>
        </a:xfrm>
        <a:prstGeom prst="rect">
          <a:avLst/>
        </a:prstGeom>
        <a:noFill/>
        <a:ln>
          <a:noFill/>
        </a:ln>
        <a:effectLst/>
        <a:sp3d/>
      </dsp:spPr>
      <dsp:style>
        <a:lnRef idx="0">
          <a:scrgbClr r="0" g="0" b="0"/>
        </a:lnRef>
        <a:fillRef idx="1">
          <a:scrgbClr r="0" g="0" b="0"/>
        </a:fillRef>
        <a:effectRef idx="0">
          <a:scrgbClr r="0" g="0" b="0"/>
        </a:effectRef>
        <a:fontRef idx="minor"/>
      </dsp:style>
      <dsp:txBody>
        <a:bodyPr spcFirstLastPara="0" vert="horz" wrap="square" lIns="69501" tIns="165100" rIns="34751" bIns="165100" numCol="1" spcCol="1270" anchor="ctr" anchorCtr="0">
          <a:noAutofit/>
        </a:bodyPr>
        <a:lstStyle/>
        <a:p>
          <a:pPr marL="0" lvl="0" indent="0" algn="l" defTabSz="1955800">
            <a:lnSpc>
              <a:spcPct val="90000"/>
            </a:lnSpc>
            <a:spcBef>
              <a:spcPct val="0"/>
            </a:spcBef>
            <a:spcAft>
              <a:spcPct val="35000"/>
            </a:spcAft>
            <a:buNone/>
          </a:pPr>
          <a:r>
            <a:rPr lang="it-IT" sz="4400" kern="1200"/>
            <a:t>4</a:t>
          </a:r>
        </a:p>
      </dsp:txBody>
      <dsp:txXfrm>
        <a:off x="6383342" y="207356"/>
        <a:ext cx="1970117" cy="94565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3CE818-554F-4EF4-A099-01988EFB31CD}">
      <dsp:nvSpPr>
        <dsp:cNvPr id="0" name=""/>
        <dsp:cNvSpPr/>
      </dsp:nvSpPr>
      <dsp:spPr>
        <a:xfrm>
          <a:off x="2275" y="11899"/>
          <a:ext cx="1732584" cy="465150"/>
        </a:xfrm>
        <a:prstGeom prst="rect">
          <a:avLst/>
        </a:prstGeom>
        <a:solidFill>
          <a:srgbClr val="C20E1A"/>
        </a:solidFill>
        <a:ln w="25400" cap="flat" cmpd="sng" algn="ctr">
          <a:solidFill>
            <a:srgbClr val="C20E1A"/>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it-IT" sz="1300" kern="1200" dirty="0"/>
            <a:t>Nota 1, Nota 2, Nota 3</a:t>
          </a:r>
        </a:p>
      </dsp:txBody>
      <dsp:txXfrm>
        <a:off x="2275" y="11899"/>
        <a:ext cx="1732584" cy="465150"/>
      </dsp:txXfrm>
    </dsp:sp>
    <dsp:sp modelId="{73134100-5953-4360-AAAA-76DCAFEF475C}">
      <dsp:nvSpPr>
        <dsp:cNvPr id="0" name=""/>
        <dsp:cNvSpPr/>
      </dsp:nvSpPr>
      <dsp:spPr>
        <a:xfrm>
          <a:off x="1812385" y="11899"/>
          <a:ext cx="1573782" cy="465150"/>
        </a:xfrm>
        <a:prstGeom prst="rect">
          <a:avLst/>
        </a:prstGeom>
        <a:solidFill>
          <a:srgbClr val="C20E1A"/>
        </a:solidFill>
        <a:ln w="25400" cap="flat" cmpd="sng" algn="ctr">
          <a:solidFill>
            <a:srgbClr val="C20E1A"/>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it-IT" sz="1300" kern="1200" dirty="0"/>
            <a:t>Liste in una colonna</a:t>
          </a:r>
        </a:p>
      </dsp:txBody>
      <dsp:txXfrm>
        <a:off x="1812385" y="11899"/>
        <a:ext cx="1573782" cy="465150"/>
      </dsp:txXfrm>
    </dsp:sp>
    <dsp:sp modelId="{4FAAE14C-863A-42FC-92B3-7324A125DC70}">
      <dsp:nvSpPr>
        <dsp:cNvPr id="0" name=""/>
        <dsp:cNvSpPr/>
      </dsp:nvSpPr>
      <dsp:spPr>
        <a:xfrm>
          <a:off x="3463692" y="11899"/>
          <a:ext cx="1496412" cy="465150"/>
        </a:xfrm>
        <a:prstGeom prst="rect">
          <a:avLst/>
        </a:prstGeom>
        <a:solidFill>
          <a:srgbClr val="C20E1A"/>
        </a:solidFill>
        <a:ln w="25400" cap="flat" cmpd="sng" algn="ctr">
          <a:solidFill>
            <a:srgbClr val="C20E1A"/>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it-IT" sz="1300" kern="1200" dirty="0"/>
            <a:t>Tabelle chiave/valore</a:t>
          </a:r>
        </a:p>
      </dsp:txBody>
      <dsp:txXfrm>
        <a:off x="3463692" y="11899"/>
        <a:ext cx="1496412" cy="465150"/>
      </dsp:txXfrm>
    </dsp:sp>
    <dsp:sp modelId="{4F97EBD5-653D-48E6-8CC4-6B16D655DD23}">
      <dsp:nvSpPr>
        <dsp:cNvPr id="0" name=""/>
        <dsp:cNvSpPr/>
      </dsp:nvSpPr>
      <dsp:spPr>
        <a:xfrm>
          <a:off x="5037629" y="11899"/>
          <a:ext cx="1435461" cy="465150"/>
        </a:xfrm>
        <a:prstGeom prst="rect">
          <a:avLst/>
        </a:prstGeom>
        <a:solidFill>
          <a:srgbClr val="C20E1A"/>
        </a:solidFill>
        <a:ln w="25400" cap="flat" cmpd="sng" algn="ctr">
          <a:solidFill>
            <a:srgbClr val="C20E1A"/>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it-IT" sz="1300" kern="1200" dirty="0"/>
            <a:t>Colonne vuote a metà</a:t>
          </a:r>
        </a:p>
      </dsp:txBody>
      <dsp:txXfrm>
        <a:off x="5037629" y="11899"/>
        <a:ext cx="1435461" cy="465150"/>
      </dsp:txXfrm>
    </dsp:sp>
    <dsp:sp modelId="{1F3997CD-FE21-444F-B9E7-C9181C9A62C3}">
      <dsp:nvSpPr>
        <dsp:cNvPr id="0" name=""/>
        <dsp:cNvSpPr/>
      </dsp:nvSpPr>
      <dsp:spPr>
        <a:xfrm>
          <a:off x="6550616" y="11899"/>
          <a:ext cx="1475999" cy="465150"/>
        </a:xfrm>
        <a:prstGeom prst="rect">
          <a:avLst/>
        </a:prstGeom>
        <a:solidFill>
          <a:srgbClr val="C20E1A"/>
        </a:solidFill>
        <a:ln w="25400" cap="flat" cmpd="sng" algn="ctr">
          <a:solidFill>
            <a:srgbClr val="C20E1A"/>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it-IT" sz="1300" kern="1200" dirty="0"/>
            <a:t>Anagrafiche da 100+ colonne</a:t>
          </a:r>
        </a:p>
      </dsp:txBody>
      <dsp:txXfrm>
        <a:off x="6550616" y="11899"/>
        <a:ext cx="1475999" cy="46515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405120-0B52-4B15-A1EC-483E064687B7}">
      <dsp:nvSpPr>
        <dsp:cNvPr id="0" name=""/>
        <dsp:cNvSpPr/>
      </dsp:nvSpPr>
      <dsp:spPr>
        <a:xfrm>
          <a:off x="0" y="0"/>
          <a:ext cx="3222060" cy="532029"/>
        </a:xfrm>
        <a:prstGeom prst="rect">
          <a:avLst/>
        </a:prstGeom>
        <a:solidFill>
          <a:schemeClr val="accent1">
            <a:lumMod val="40000"/>
            <a:lumOff val="60000"/>
          </a:schemeClr>
        </a:solidFill>
        <a:ln w="25400" cap="flat" cmpd="sng" algn="ctr">
          <a:noFill/>
          <a:prstDash val="solid"/>
        </a:ln>
        <a:effectLst/>
      </dsp:spPr>
      <dsp:style>
        <a:lnRef idx="2">
          <a:schemeClr val="accent2"/>
        </a:lnRef>
        <a:fillRef idx="1">
          <a:schemeClr val="lt1"/>
        </a:fillRef>
        <a:effectRef idx="0">
          <a:schemeClr val="accent2"/>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it-IT" sz="1200" b="0" i="0" kern="1200" dirty="0"/>
            <a:t>   Ogni cella contiene un singolo valore atomico; ogni riga è identificabile in modo univoco</a:t>
          </a:r>
          <a:endParaRPr lang="it-IT" sz="1200" kern="1200" dirty="0">
            <a:solidFill>
              <a:srgbClr val="1A1A1A"/>
            </a:solidFill>
            <a:latin typeface="Calibri" pitchFamily="34" charset="0"/>
            <a:ea typeface="Calibri" pitchFamily="34" charset="-122"/>
            <a:cs typeface="Calibri" pitchFamily="34" charset="-120"/>
          </a:endParaRPr>
        </a:p>
      </dsp:txBody>
      <dsp:txXfrm>
        <a:off x="0" y="0"/>
        <a:ext cx="3222060" cy="53202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405120-0B52-4B15-A1EC-483E064687B7}">
      <dsp:nvSpPr>
        <dsp:cNvPr id="0" name=""/>
        <dsp:cNvSpPr/>
      </dsp:nvSpPr>
      <dsp:spPr>
        <a:xfrm>
          <a:off x="0" y="0"/>
          <a:ext cx="3222060" cy="532029"/>
        </a:xfrm>
        <a:prstGeom prst="rect">
          <a:avLst/>
        </a:prstGeom>
        <a:solidFill>
          <a:schemeClr val="accent1">
            <a:lumMod val="40000"/>
            <a:lumOff val="60000"/>
          </a:schemeClr>
        </a:solidFill>
        <a:ln w="25400" cap="flat" cmpd="sng" algn="ctr">
          <a:noFill/>
          <a:prstDash val="solid"/>
        </a:ln>
        <a:effectLst/>
      </dsp:spPr>
      <dsp:style>
        <a:lnRef idx="2">
          <a:schemeClr val="accent2"/>
        </a:lnRef>
        <a:fillRef idx="1">
          <a:schemeClr val="lt1"/>
        </a:fillRef>
        <a:effectRef idx="0">
          <a:schemeClr val="accent2"/>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it-IT" sz="1100" kern="1200" dirty="0">
              <a:solidFill>
                <a:srgbClr val="1A1A1A"/>
              </a:solidFill>
              <a:latin typeface="Calibri" pitchFamily="34" charset="0"/>
              <a:ea typeface="Calibri" pitchFamily="34" charset="-122"/>
              <a:cs typeface="Calibri" pitchFamily="34" charset="-120"/>
            </a:rPr>
            <a:t>    </a:t>
          </a:r>
          <a:r>
            <a:rPr lang="it-IT" sz="1100" b="0" i="0" kern="1200" dirty="0"/>
            <a:t>Rimuovere le dipendenze parziali: le colonne non chiave devono dipendere dall'intera chiave primaria</a:t>
          </a:r>
          <a:endParaRPr lang="it-IT" sz="1100" kern="1200" dirty="0">
            <a:solidFill>
              <a:srgbClr val="1A1A1A"/>
            </a:solidFill>
            <a:latin typeface="Calibri" pitchFamily="34" charset="0"/>
            <a:ea typeface="Calibri" pitchFamily="34" charset="-122"/>
            <a:cs typeface="Calibri" pitchFamily="34" charset="-120"/>
          </a:endParaRPr>
        </a:p>
      </dsp:txBody>
      <dsp:txXfrm>
        <a:off x="0" y="0"/>
        <a:ext cx="3222060" cy="53202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405120-0B52-4B15-A1EC-483E064687B7}">
      <dsp:nvSpPr>
        <dsp:cNvPr id="0" name=""/>
        <dsp:cNvSpPr/>
      </dsp:nvSpPr>
      <dsp:spPr>
        <a:xfrm>
          <a:off x="0" y="0"/>
          <a:ext cx="3222060" cy="532029"/>
        </a:xfrm>
        <a:prstGeom prst="rect">
          <a:avLst/>
        </a:prstGeom>
        <a:solidFill>
          <a:schemeClr val="accent1">
            <a:lumMod val="40000"/>
            <a:lumOff val="60000"/>
          </a:schemeClr>
        </a:solidFill>
        <a:ln w="25400" cap="flat" cmpd="sng" algn="ctr">
          <a:noFill/>
          <a:prstDash val="solid"/>
        </a:ln>
        <a:effectLst/>
      </dsp:spPr>
      <dsp:style>
        <a:lnRef idx="2">
          <a:schemeClr val="accent2"/>
        </a:lnRef>
        <a:fillRef idx="1">
          <a:schemeClr val="lt1"/>
        </a:fillRef>
        <a:effectRef idx="0">
          <a:schemeClr val="accent2"/>
        </a:effectRef>
        <a:fontRef idx="minor">
          <a:schemeClr val="dk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it-IT" sz="1000" b="0" i="0" kern="1200" dirty="0"/>
            <a:t>Rimuovere le dipendenze transitive: le colonne </a:t>
          </a:r>
          <a:br>
            <a:rPr lang="it-IT" sz="1000" b="0" i="0" kern="1200" dirty="0"/>
          </a:br>
          <a:r>
            <a:rPr lang="it-IT" sz="1000" b="0" i="0" kern="1200" dirty="0"/>
            <a:t>non chiave dipendono solo dalla chiave primaria, </a:t>
          </a:r>
          <a:br>
            <a:rPr lang="it-IT" sz="1000" b="0" i="0" kern="1200" dirty="0"/>
          </a:br>
          <a:r>
            <a:rPr lang="it-IT" sz="1000" b="0" i="0" kern="1200" dirty="0"/>
            <a:t>non da altre colonne non chiave</a:t>
          </a:r>
          <a:endParaRPr lang="it-IT" sz="1000" kern="1200" dirty="0">
            <a:solidFill>
              <a:srgbClr val="1A1A1A"/>
            </a:solidFill>
            <a:latin typeface="Calibri" pitchFamily="34" charset="0"/>
            <a:ea typeface="Calibri" pitchFamily="34" charset="-122"/>
            <a:cs typeface="Calibri" pitchFamily="34" charset="-120"/>
          </a:endParaRPr>
        </a:p>
      </dsp:txBody>
      <dsp:txXfrm>
        <a:off x="0" y="0"/>
        <a:ext cx="3222060" cy="53202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405120-0B52-4B15-A1EC-483E064687B7}">
      <dsp:nvSpPr>
        <dsp:cNvPr id="0" name=""/>
        <dsp:cNvSpPr/>
      </dsp:nvSpPr>
      <dsp:spPr>
        <a:xfrm>
          <a:off x="0" y="0"/>
          <a:ext cx="4711498" cy="647370"/>
        </a:xfrm>
        <a:prstGeom prst="rect">
          <a:avLst/>
        </a:prstGeom>
        <a:solidFill>
          <a:schemeClr val="accent1">
            <a:lumMod val="40000"/>
            <a:lumOff val="60000"/>
          </a:schemeClr>
        </a:solidFill>
        <a:ln w="25400" cap="flat" cmpd="sng" algn="ctr">
          <a:noFill/>
          <a:prstDash val="solid"/>
        </a:ln>
        <a:effectLst/>
      </dsp:spPr>
      <dsp:style>
        <a:lnRef idx="2">
          <a:schemeClr val="accent2"/>
        </a:lnRef>
        <a:fillRef idx="1">
          <a:schemeClr val="lt1"/>
        </a:fillRef>
        <a:effectRef idx="0">
          <a:schemeClr val="accent2"/>
        </a:effectRef>
        <a:fontRef idx="minor">
          <a:schemeClr val="dk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0" kern="1200" dirty="0">
              <a:solidFill>
                <a:schemeClr val="tx1"/>
              </a:solidFill>
              <a:latin typeface="+mn-lt"/>
              <a:ea typeface="Segoe UI" pitchFamily="34" charset="-122"/>
              <a:cs typeface="Segoe UI" pitchFamily="34" charset="-120"/>
            </a:rPr>
            <a:t>SQL Server non </a:t>
          </a:r>
          <a:r>
            <a:rPr lang="en-US" sz="1700" b="0" kern="1200" dirty="0" err="1">
              <a:solidFill>
                <a:schemeClr val="tx1"/>
              </a:solidFill>
              <a:latin typeface="+mn-lt"/>
              <a:ea typeface="Segoe UI" pitchFamily="34" charset="-122"/>
              <a:cs typeface="Segoe UI" pitchFamily="34" charset="-120"/>
            </a:rPr>
            <a:t>legge</a:t>
          </a:r>
          <a:r>
            <a:rPr lang="en-US" sz="1700" b="0" kern="1200" dirty="0">
              <a:solidFill>
                <a:schemeClr val="tx1"/>
              </a:solidFill>
              <a:latin typeface="+mn-lt"/>
              <a:ea typeface="Segoe UI" pitchFamily="34" charset="-122"/>
              <a:cs typeface="Segoe UI" pitchFamily="34" charset="-120"/>
            </a:rPr>
            <a:t> </a:t>
          </a:r>
          <a:r>
            <a:rPr lang="en-US" sz="1700" b="0" kern="1200" dirty="0" err="1">
              <a:solidFill>
                <a:schemeClr val="tx1"/>
              </a:solidFill>
              <a:latin typeface="+mn-lt"/>
              <a:ea typeface="Segoe UI" pitchFamily="34" charset="-122"/>
              <a:cs typeface="Segoe UI" pitchFamily="34" charset="-120"/>
            </a:rPr>
            <a:t>righe</a:t>
          </a:r>
          <a:r>
            <a:rPr lang="en-US" sz="1700" b="0" kern="1200" dirty="0">
              <a:solidFill>
                <a:schemeClr val="tx1"/>
              </a:solidFill>
              <a:latin typeface="+mn-lt"/>
              <a:ea typeface="Segoe UI" pitchFamily="34" charset="-122"/>
              <a:cs typeface="Segoe UI" pitchFamily="34" charset="-120"/>
            </a:rPr>
            <a:t>: </a:t>
          </a:r>
          <a:r>
            <a:rPr lang="en-US" sz="1700" b="0" kern="1200" dirty="0" err="1">
              <a:solidFill>
                <a:schemeClr val="tx1"/>
              </a:solidFill>
              <a:latin typeface="+mn-lt"/>
              <a:ea typeface="Segoe UI" pitchFamily="34" charset="-122"/>
              <a:cs typeface="Segoe UI" pitchFamily="34" charset="-120"/>
            </a:rPr>
            <a:t>legge</a:t>
          </a:r>
          <a:r>
            <a:rPr lang="en-US" sz="1700" b="0" kern="1200" dirty="0">
              <a:solidFill>
                <a:schemeClr val="tx1"/>
              </a:solidFill>
              <a:latin typeface="+mn-lt"/>
              <a:ea typeface="Segoe UI" pitchFamily="34" charset="-122"/>
              <a:cs typeface="Segoe UI" pitchFamily="34" charset="-120"/>
            </a:rPr>
            <a:t> </a:t>
          </a:r>
          <a:r>
            <a:rPr lang="en-US" sz="1700" b="0" kern="1200" dirty="0" err="1">
              <a:solidFill>
                <a:schemeClr val="tx1"/>
              </a:solidFill>
              <a:latin typeface="+mn-lt"/>
              <a:ea typeface="Segoe UI" pitchFamily="34" charset="-122"/>
              <a:cs typeface="Segoe UI" pitchFamily="34" charset="-120"/>
            </a:rPr>
            <a:t>pagine</a:t>
          </a:r>
          <a:r>
            <a:rPr lang="en-US" sz="1700" b="0" kern="1200" dirty="0">
              <a:solidFill>
                <a:schemeClr val="tx1"/>
              </a:solidFill>
              <a:latin typeface="+mn-lt"/>
              <a:ea typeface="Segoe UI" pitchFamily="34" charset="-122"/>
              <a:cs typeface="Segoe UI" pitchFamily="34" charset="-120"/>
            </a:rPr>
            <a:t>. Quante </a:t>
          </a:r>
          <a:r>
            <a:rPr lang="en-US" sz="1700" b="0" kern="1200" dirty="0" err="1">
              <a:solidFill>
                <a:schemeClr val="tx1"/>
              </a:solidFill>
              <a:latin typeface="+mn-lt"/>
              <a:ea typeface="Segoe UI" pitchFamily="34" charset="-122"/>
              <a:cs typeface="Segoe UI" pitchFamily="34" charset="-120"/>
            </a:rPr>
            <a:t>righe</a:t>
          </a:r>
          <a:r>
            <a:rPr lang="en-US" sz="1700" b="0" kern="1200" dirty="0">
              <a:solidFill>
                <a:schemeClr val="tx1"/>
              </a:solidFill>
              <a:latin typeface="+mn-lt"/>
              <a:ea typeface="Segoe UI" pitchFamily="34" charset="-122"/>
              <a:cs typeface="Segoe UI" pitchFamily="34" charset="-120"/>
            </a:rPr>
            <a:t> </a:t>
          </a:r>
          <a:r>
            <a:rPr lang="en-US" sz="1700" b="0" kern="1200" dirty="0" err="1">
              <a:solidFill>
                <a:schemeClr val="tx1"/>
              </a:solidFill>
              <a:latin typeface="+mn-lt"/>
              <a:ea typeface="Segoe UI" pitchFamily="34" charset="-122"/>
              <a:cs typeface="Segoe UI" pitchFamily="34" charset="-120"/>
            </a:rPr>
            <a:t>entrano</a:t>
          </a:r>
          <a:r>
            <a:rPr lang="en-US" sz="1700" b="0" kern="1200" dirty="0">
              <a:solidFill>
                <a:schemeClr val="tx1"/>
              </a:solidFill>
              <a:latin typeface="+mn-lt"/>
              <a:ea typeface="Segoe UI" pitchFamily="34" charset="-122"/>
              <a:cs typeface="Segoe UI" pitchFamily="34" charset="-120"/>
            </a:rPr>
            <a:t> in </a:t>
          </a:r>
          <a:r>
            <a:rPr lang="en-US" sz="1700" b="0" kern="1200" dirty="0" err="1">
              <a:solidFill>
                <a:schemeClr val="tx1"/>
              </a:solidFill>
              <a:latin typeface="+mn-lt"/>
              <a:ea typeface="Segoe UI" pitchFamily="34" charset="-122"/>
              <a:cs typeface="Segoe UI" pitchFamily="34" charset="-120"/>
            </a:rPr>
            <a:t>una</a:t>
          </a:r>
          <a:r>
            <a:rPr lang="en-US" sz="1700" b="0" kern="1200" dirty="0">
              <a:solidFill>
                <a:schemeClr val="tx1"/>
              </a:solidFill>
              <a:latin typeface="+mn-lt"/>
              <a:ea typeface="Segoe UI" pitchFamily="34" charset="-122"/>
              <a:cs typeface="Segoe UI" pitchFamily="34" charset="-120"/>
            </a:rPr>
            <a:t> </a:t>
          </a:r>
          <a:r>
            <a:rPr lang="en-US" sz="1700" b="0" kern="1200" dirty="0" err="1">
              <a:solidFill>
                <a:schemeClr val="tx1"/>
              </a:solidFill>
              <a:latin typeface="+mn-lt"/>
              <a:ea typeface="Segoe UI" pitchFamily="34" charset="-122"/>
              <a:cs typeface="Segoe UI" pitchFamily="34" charset="-120"/>
            </a:rPr>
            <a:t>pagina</a:t>
          </a:r>
          <a:r>
            <a:rPr lang="en-US" sz="1700" b="0" kern="1200" dirty="0">
              <a:solidFill>
                <a:schemeClr val="tx1"/>
              </a:solidFill>
              <a:latin typeface="+mn-lt"/>
              <a:ea typeface="Segoe UI" pitchFamily="34" charset="-122"/>
              <a:cs typeface="Segoe UI" pitchFamily="34" charset="-120"/>
            </a:rPr>
            <a:t> lo decide la </a:t>
          </a:r>
          <a:r>
            <a:rPr lang="en-US" sz="1700" b="0" kern="1200" dirty="0" err="1">
              <a:solidFill>
                <a:schemeClr val="tx1"/>
              </a:solidFill>
              <a:latin typeface="+mn-lt"/>
              <a:ea typeface="Segoe UI" pitchFamily="34" charset="-122"/>
              <a:cs typeface="Segoe UI" pitchFamily="34" charset="-120"/>
            </a:rPr>
            <a:t>definizione</a:t>
          </a:r>
          <a:r>
            <a:rPr lang="en-US" sz="1700" b="0" kern="1200" dirty="0">
              <a:solidFill>
                <a:schemeClr val="tx1"/>
              </a:solidFill>
              <a:latin typeface="+mn-lt"/>
              <a:ea typeface="Segoe UI" pitchFamily="34" charset="-122"/>
              <a:cs typeface="Segoe UI" pitchFamily="34" charset="-120"/>
            </a:rPr>
            <a:t>.</a:t>
          </a:r>
          <a:endParaRPr lang="it-IT" sz="1700" b="0" kern="1200" dirty="0">
            <a:solidFill>
              <a:schemeClr val="tx1"/>
            </a:solidFill>
            <a:latin typeface="+mn-lt"/>
          </a:endParaRPr>
        </a:p>
      </dsp:txBody>
      <dsp:txXfrm>
        <a:off x="0" y="0"/>
        <a:ext cx="4711498" cy="64737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1ADF08-D658-47F2-932C-7991D0739286}">
      <dsp:nvSpPr>
        <dsp:cNvPr id="0" name=""/>
        <dsp:cNvSpPr/>
      </dsp:nvSpPr>
      <dsp:spPr>
        <a:xfrm>
          <a:off x="0" y="21446"/>
          <a:ext cx="2711551" cy="3132004"/>
        </a:xfrm>
        <a:prstGeom prst="rect">
          <a:avLst/>
        </a:prstGeom>
        <a:solidFill>
          <a:schemeClr val="accent1">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dirty="0">
              <a:solidFill>
                <a:schemeClr val="accent1">
                  <a:lumMod val="75000"/>
                </a:schemeClr>
              </a:solidFill>
              <a:latin typeface="+mj-lt"/>
              <a:ea typeface="Segoe UI" pitchFamily="34" charset="-122"/>
              <a:cs typeface="Segoe UI" pitchFamily="34" charset="-120"/>
            </a:rPr>
            <a:t>IDENTITY(seed, </a:t>
          </a:r>
          <a:r>
            <a:rPr lang="en-US" sz="2000" b="1" kern="1200" dirty="0" err="1">
              <a:solidFill>
                <a:schemeClr val="accent1">
                  <a:lumMod val="75000"/>
                </a:schemeClr>
              </a:solidFill>
              <a:latin typeface="+mj-lt"/>
              <a:ea typeface="Segoe UI" pitchFamily="34" charset="-122"/>
              <a:cs typeface="Segoe UI" pitchFamily="34" charset="-120"/>
            </a:rPr>
            <a:t>incremento</a:t>
          </a:r>
          <a:r>
            <a:rPr lang="en-US" sz="2000" b="1" kern="1200" dirty="0">
              <a:solidFill>
                <a:schemeClr val="accent1">
                  <a:lumMod val="75000"/>
                </a:schemeClr>
              </a:solidFill>
              <a:latin typeface="+mj-lt"/>
              <a:ea typeface="Segoe UI" pitchFamily="34" charset="-122"/>
              <a:cs typeface="Segoe UI" pitchFamily="34" charset="-120"/>
            </a:rPr>
            <a:t>)</a:t>
          </a:r>
          <a:endParaRPr lang="it-IT" sz="2000" kern="1200" dirty="0">
            <a:solidFill>
              <a:schemeClr val="accent1">
                <a:lumMod val="75000"/>
              </a:schemeClr>
            </a:solidFill>
            <a:latin typeface="+mj-lt"/>
          </a:endParaRPr>
        </a:p>
        <a:p>
          <a:pPr marL="114300" lvl="1" indent="-114300" algn="l" defTabSz="622300">
            <a:lnSpc>
              <a:spcPct val="90000"/>
            </a:lnSpc>
            <a:spcBef>
              <a:spcPct val="0"/>
            </a:spcBef>
            <a:spcAft>
              <a:spcPct val="15000"/>
            </a:spcAft>
            <a:buSzPct val="100000"/>
            <a:buChar char="•"/>
          </a:pPr>
          <a:r>
            <a:rPr lang="en-US" sz="1400" kern="1200" dirty="0">
              <a:solidFill>
                <a:srgbClr val="1A1A1A"/>
              </a:solidFill>
              <a:latin typeface="Segoe UI" pitchFamily="34" charset="0"/>
              <a:ea typeface="Segoe UI" pitchFamily="34" charset="-122"/>
              <a:cs typeface="Segoe UI" pitchFamily="34" charset="-120"/>
            </a:rPr>
            <a:t>Genera il </a:t>
          </a:r>
          <a:r>
            <a:rPr lang="en-US" sz="1400" kern="1200" dirty="0" err="1">
              <a:solidFill>
                <a:srgbClr val="1A1A1A"/>
              </a:solidFill>
              <a:latin typeface="Segoe UI" pitchFamily="34" charset="0"/>
              <a:ea typeface="Segoe UI" pitchFamily="34" charset="-122"/>
              <a:cs typeface="Segoe UI" pitchFamily="34" charset="-120"/>
            </a:rPr>
            <a:t>valore</a:t>
          </a:r>
          <a:r>
            <a:rPr lang="en-US" sz="1400" kern="1200" dirty="0">
              <a:solidFill>
                <a:srgbClr val="1A1A1A"/>
              </a:solidFill>
              <a:latin typeface="Segoe UI" pitchFamily="34" charset="0"/>
              <a:ea typeface="Segoe UI" pitchFamily="34" charset="-122"/>
              <a:cs typeface="Segoe UI" pitchFamily="34" charset="-120"/>
            </a:rPr>
            <a:t> </a:t>
          </a:r>
          <a:r>
            <a:rPr lang="en-US" sz="1400" kern="1200" dirty="0" err="1">
              <a:solidFill>
                <a:srgbClr val="1A1A1A"/>
              </a:solidFill>
              <a:latin typeface="Segoe UI" pitchFamily="34" charset="0"/>
              <a:ea typeface="Segoe UI" pitchFamily="34" charset="-122"/>
              <a:cs typeface="Segoe UI" pitchFamily="34" charset="-120"/>
            </a:rPr>
            <a:t>all'INSERT</a:t>
          </a:r>
          <a:r>
            <a:rPr lang="en-US" sz="1400" kern="1200" dirty="0">
              <a:solidFill>
                <a:srgbClr val="1A1A1A"/>
              </a:solidFill>
              <a:latin typeface="Segoe UI" pitchFamily="34" charset="0"/>
              <a:ea typeface="Segoe UI" pitchFamily="34" charset="-122"/>
              <a:cs typeface="Segoe UI" pitchFamily="34" charset="-120"/>
            </a:rPr>
            <a:t>, per </a:t>
          </a:r>
          <a:r>
            <a:rPr lang="en-US" sz="1400" kern="1200" dirty="0" err="1">
              <a:solidFill>
                <a:srgbClr val="1A1A1A"/>
              </a:solidFill>
              <a:latin typeface="Segoe UI" pitchFamily="34" charset="0"/>
              <a:ea typeface="Segoe UI" pitchFamily="34" charset="-122"/>
              <a:cs typeface="Segoe UI" pitchFamily="34" charset="-120"/>
            </a:rPr>
            <a:t>singola</a:t>
          </a:r>
          <a:r>
            <a:rPr lang="en-US" sz="1400" kern="1200" dirty="0">
              <a:solidFill>
                <a:srgbClr val="1A1A1A"/>
              </a:solidFill>
              <a:latin typeface="Segoe UI" pitchFamily="34" charset="0"/>
              <a:ea typeface="Segoe UI" pitchFamily="34" charset="-122"/>
              <a:cs typeface="Segoe UI" pitchFamily="34" charset="-120"/>
            </a:rPr>
            <a:t> </a:t>
          </a:r>
          <a:r>
            <a:rPr lang="en-US" sz="1400" kern="1200" dirty="0" err="1">
              <a:solidFill>
                <a:srgbClr val="1A1A1A"/>
              </a:solidFill>
              <a:latin typeface="Segoe UI" pitchFamily="34" charset="0"/>
              <a:ea typeface="Segoe UI" pitchFamily="34" charset="-122"/>
              <a:cs typeface="Segoe UI" pitchFamily="34" charset="-120"/>
            </a:rPr>
            <a:t>tabella</a:t>
          </a:r>
          <a:endParaRPr lang="it-IT" sz="1400" kern="1200" dirty="0"/>
        </a:p>
        <a:p>
          <a:pPr marL="114300" lvl="1" indent="-114300" algn="l" defTabSz="622300">
            <a:lnSpc>
              <a:spcPct val="90000"/>
            </a:lnSpc>
            <a:spcBef>
              <a:spcPct val="0"/>
            </a:spcBef>
            <a:spcAft>
              <a:spcPct val="15000"/>
            </a:spcAft>
            <a:buSzPct val="100000"/>
            <a:buChar char="•"/>
          </a:pPr>
          <a:r>
            <a:rPr lang="en-US" sz="1400" kern="1200" dirty="0">
              <a:solidFill>
                <a:srgbClr val="1A1A1A"/>
              </a:solidFill>
              <a:latin typeface="Segoe UI" pitchFamily="34" charset="0"/>
              <a:ea typeface="Segoe UI" pitchFamily="34" charset="-122"/>
              <a:cs typeface="Segoe UI" pitchFamily="34" charset="-120"/>
            </a:rPr>
            <a:t>I </a:t>
          </a:r>
          <a:r>
            <a:rPr lang="en-US" sz="1400" kern="1200" dirty="0" err="1">
              <a:solidFill>
                <a:srgbClr val="1A1A1A"/>
              </a:solidFill>
              <a:latin typeface="Segoe UI" pitchFamily="34" charset="0"/>
              <a:ea typeface="Segoe UI" pitchFamily="34" charset="-122"/>
              <a:cs typeface="Segoe UI" pitchFamily="34" charset="-120"/>
            </a:rPr>
            <a:t>buchi</a:t>
          </a:r>
          <a:r>
            <a:rPr lang="en-US" sz="1400" kern="1200" dirty="0">
              <a:solidFill>
                <a:srgbClr val="1A1A1A"/>
              </a:solidFill>
              <a:latin typeface="Segoe UI" pitchFamily="34" charset="0"/>
              <a:ea typeface="Segoe UI" pitchFamily="34" charset="-122"/>
              <a:cs typeface="Segoe UI" pitchFamily="34" charset="-120"/>
            </a:rPr>
            <a:t> </a:t>
          </a:r>
          <a:r>
            <a:rPr lang="en-US" sz="1400" kern="1200" dirty="0" err="1">
              <a:solidFill>
                <a:srgbClr val="1A1A1A"/>
              </a:solidFill>
              <a:latin typeface="Segoe UI" pitchFamily="34" charset="0"/>
              <a:ea typeface="Segoe UI" pitchFamily="34" charset="-122"/>
              <a:cs typeface="Segoe UI" pitchFamily="34" charset="-120"/>
            </a:rPr>
            <a:t>sono</a:t>
          </a:r>
          <a:r>
            <a:rPr lang="en-US" sz="1400" kern="1200" dirty="0">
              <a:solidFill>
                <a:srgbClr val="1A1A1A"/>
              </a:solidFill>
              <a:latin typeface="Segoe UI" pitchFamily="34" charset="0"/>
              <a:ea typeface="Segoe UI" pitchFamily="34" charset="-122"/>
              <a:cs typeface="Segoe UI" pitchFamily="34" charset="-120"/>
            </a:rPr>
            <a:t> </a:t>
          </a:r>
          <a:r>
            <a:rPr lang="en-US" sz="1400" kern="1200" dirty="0" err="1">
              <a:solidFill>
                <a:srgbClr val="1A1A1A"/>
              </a:solidFill>
              <a:latin typeface="Segoe UI" pitchFamily="34" charset="0"/>
              <a:ea typeface="Segoe UI" pitchFamily="34" charset="-122"/>
              <a:cs typeface="Segoe UI" pitchFamily="34" charset="-120"/>
            </a:rPr>
            <a:t>normali</a:t>
          </a:r>
          <a:r>
            <a:rPr lang="en-US" sz="1400" kern="1200" dirty="0">
              <a:solidFill>
                <a:srgbClr val="1A1A1A"/>
              </a:solidFill>
              <a:latin typeface="Segoe UI" pitchFamily="34" charset="0"/>
              <a:ea typeface="Segoe UI" pitchFamily="34" charset="-122"/>
              <a:cs typeface="Segoe UI" pitchFamily="34" charset="-120"/>
            </a:rPr>
            <a:t>: non è </a:t>
          </a:r>
          <a:r>
            <a:rPr lang="en-US" sz="1400" kern="1200" dirty="0" err="1">
              <a:solidFill>
                <a:srgbClr val="1A1A1A"/>
              </a:solidFill>
              <a:latin typeface="Segoe UI" pitchFamily="34" charset="0"/>
              <a:ea typeface="Segoe UI" pitchFamily="34" charset="-122"/>
              <a:cs typeface="Segoe UI" pitchFamily="34" charset="-120"/>
            </a:rPr>
            <a:t>consigliato</a:t>
          </a:r>
          <a:r>
            <a:rPr lang="en-US" sz="1400" kern="1200" dirty="0">
              <a:solidFill>
                <a:srgbClr val="1A1A1A"/>
              </a:solidFill>
              <a:latin typeface="Segoe UI" pitchFamily="34" charset="0"/>
              <a:ea typeface="Segoe UI" pitchFamily="34" charset="-122"/>
              <a:cs typeface="Segoe UI" pitchFamily="34" charset="-120"/>
            </a:rPr>
            <a:t> per </a:t>
          </a:r>
          <a:r>
            <a:rPr lang="en-US" sz="1400" kern="1200" dirty="0" err="1">
              <a:solidFill>
                <a:srgbClr val="1A1A1A"/>
              </a:solidFill>
              <a:latin typeface="Segoe UI" pitchFamily="34" charset="0"/>
              <a:ea typeface="Segoe UI" pitchFamily="34" charset="-122"/>
              <a:cs typeface="Segoe UI" pitchFamily="34" charset="-120"/>
            </a:rPr>
            <a:t>dato</a:t>
          </a:r>
          <a:r>
            <a:rPr lang="en-US" sz="1400" kern="1200" dirty="0">
              <a:solidFill>
                <a:srgbClr val="1A1A1A"/>
              </a:solidFill>
              <a:latin typeface="Segoe UI" pitchFamily="34" charset="0"/>
              <a:ea typeface="Segoe UI" pitchFamily="34" charset="-122"/>
              <a:cs typeface="Segoe UI" pitchFamily="34" charset="-120"/>
            </a:rPr>
            <a:t> </a:t>
          </a:r>
          <a:r>
            <a:rPr lang="en-US" sz="1400" kern="1200" dirty="0" err="1">
              <a:solidFill>
                <a:srgbClr val="1A1A1A"/>
              </a:solidFill>
              <a:latin typeface="Segoe UI" pitchFamily="34" charset="0"/>
              <a:ea typeface="Segoe UI" pitchFamily="34" charset="-122"/>
              <a:cs typeface="Segoe UI" pitchFamily="34" charset="-120"/>
            </a:rPr>
            <a:t>applicativo</a:t>
          </a:r>
          <a:endParaRPr lang="it-IT" sz="1400" kern="1200" dirty="0"/>
        </a:p>
        <a:p>
          <a:pPr marL="114300" lvl="1" indent="-114300" algn="l" defTabSz="622300">
            <a:lnSpc>
              <a:spcPct val="90000"/>
            </a:lnSpc>
            <a:spcBef>
              <a:spcPct val="0"/>
            </a:spcBef>
            <a:spcAft>
              <a:spcPct val="15000"/>
            </a:spcAft>
            <a:buSzPct val="100000"/>
            <a:buChar char="•"/>
          </a:pPr>
          <a:r>
            <a:rPr lang="en-US" sz="1400" kern="1200" dirty="0">
              <a:solidFill>
                <a:srgbClr val="1A1A1A"/>
              </a:solidFill>
              <a:latin typeface="Segoe UI" pitchFamily="34" charset="0"/>
              <a:ea typeface="Segoe UI" pitchFamily="34" charset="-122"/>
              <a:cs typeface="Segoe UI" pitchFamily="34" charset="-120"/>
            </a:rPr>
            <a:t>IDENTITY_INSERT ON per </a:t>
          </a:r>
          <a:r>
            <a:rPr lang="en-US" sz="1400" kern="1200" dirty="0" err="1">
              <a:solidFill>
                <a:srgbClr val="1A1A1A"/>
              </a:solidFill>
              <a:latin typeface="Segoe UI" pitchFamily="34" charset="0"/>
              <a:ea typeface="Segoe UI" pitchFamily="34" charset="-122"/>
              <a:cs typeface="Segoe UI" pitchFamily="34" charset="-120"/>
            </a:rPr>
            <a:t>forzare</a:t>
          </a:r>
          <a:r>
            <a:rPr lang="en-US" sz="1400" kern="1200" dirty="0">
              <a:solidFill>
                <a:srgbClr val="1A1A1A"/>
              </a:solidFill>
              <a:latin typeface="Segoe UI" pitchFamily="34" charset="0"/>
              <a:ea typeface="Segoe UI" pitchFamily="34" charset="-122"/>
              <a:cs typeface="Segoe UI" pitchFamily="34" charset="-120"/>
            </a:rPr>
            <a:t> un </a:t>
          </a:r>
          <a:r>
            <a:rPr lang="en-US" sz="1400" kern="1200" dirty="0" err="1">
              <a:solidFill>
                <a:srgbClr val="1A1A1A"/>
              </a:solidFill>
              <a:latin typeface="Segoe UI" pitchFamily="34" charset="0"/>
              <a:ea typeface="Segoe UI" pitchFamily="34" charset="-122"/>
              <a:cs typeface="Segoe UI" pitchFamily="34" charset="-120"/>
            </a:rPr>
            <a:t>valore</a:t>
          </a:r>
          <a:endParaRPr lang="it-IT" sz="1400" kern="1200" dirty="0"/>
        </a:p>
        <a:p>
          <a:pPr marL="114300" lvl="1" indent="-114300" algn="l" defTabSz="622300">
            <a:lnSpc>
              <a:spcPct val="90000"/>
            </a:lnSpc>
            <a:spcBef>
              <a:spcPct val="0"/>
            </a:spcBef>
            <a:spcAft>
              <a:spcPct val="15000"/>
            </a:spcAft>
            <a:buSzPct val="100000"/>
            <a:buChar char="•"/>
          </a:pPr>
          <a:r>
            <a:rPr lang="en-US" sz="1400" kern="1200" dirty="0">
              <a:solidFill>
                <a:srgbClr val="1A1A1A"/>
              </a:solidFill>
              <a:latin typeface="Segoe UI" pitchFamily="34" charset="0"/>
              <a:ea typeface="Segoe UI" pitchFamily="34" charset="-122"/>
              <a:cs typeface="Segoe UI" pitchFamily="34" charset="-120"/>
            </a:rPr>
            <a:t>SCOPE_IDENTITY() per </a:t>
          </a:r>
          <a:r>
            <a:rPr lang="en-US" sz="1400" kern="1200" dirty="0" err="1">
              <a:solidFill>
                <a:srgbClr val="1A1A1A"/>
              </a:solidFill>
              <a:latin typeface="Segoe UI" pitchFamily="34" charset="0"/>
              <a:ea typeface="Segoe UI" pitchFamily="34" charset="-122"/>
              <a:cs typeface="Segoe UI" pitchFamily="34" charset="-120"/>
            </a:rPr>
            <a:t>rileggere</a:t>
          </a:r>
          <a:r>
            <a:rPr lang="en-US" sz="1400" kern="1200" dirty="0">
              <a:solidFill>
                <a:srgbClr val="1A1A1A"/>
              </a:solidFill>
              <a:latin typeface="Segoe UI" pitchFamily="34" charset="0"/>
              <a:ea typeface="Segoe UI" pitchFamily="34" charset="-122"/>
              <a:cs typeface="Segoe UI" pitchFamily="34" charset="-120"/>
            </a:rPr>
            <a:t> il </a:t>
          </a:r>
          <a:r>
            <a:rPr lang="en-US" sz="1400" kern="1200" dirty="0" err="1">
              <a:solidFill>
                <a:srgbClr val="1A1A1A"/>
              </a:solidFill>
              <a:latin typeface="Segoe UI" pitchFamily="34" charset="0"/>
              <a:ea typeface="Segoe UI" pitchFamily="34" charset="-122"/>
              <a:cs typeface="Segoe UI" pitchFamily="34" charset="-120"/>
            </a:rPr>
            <a:t>valore</a:t>
          </a:r>
          <a:r>
            <a:rPr lang="en-US" sz="1400" kern="1200" dirty="0">
              <a:solidFill>
                <a:srgbClr val="1A1A1A"/>
              </a:solidFill>
              <a:latin typeface="Segoe UI" pitchFamily="34" charset="0"/>
              <a:ea typeface="Segoe UI" pitchFamily="34" charset="-122"/>
              <a:cs typeface="Segoe UI" pitchFamily="34" charset="-120"/>
            </a:rPr>
            <a:t> </a:t>
          </a:r>
          <a:r>
            <a:rPr lang="en-US" sz="1400" kern="1200" dirty="0" err="1">
              <a:solidFill>
                <a:srgbClr val="1A1A1A"/>
              </a:solidFill>
              <a:latin typeface="Segoe UI" pitchFamily="34" charset="0"/>
              <a:ea typeface="Segoe UI" pitchFamily="34" charset="-122"/>
              <a:cs typeface="Segoe UI" pitchFamily="34" charset="-120"/>
            </a:rPr>
            <a:t>appena</a:t>
          </a:r>
          <a:r>
            <a:rPr lang="en-US" sz="1400" kern="1200" dirty="0">
              <a:solidFill>
                <a:srgbClr val="1A1A1A"/>
              </a:solidFill>
              <a:latin typeface="Segoe UI" pitchFamily="34" charset="0"/>
              <a:ea typeface="Segoe UI" pitchFamily="34" charset="-122"/>
              <a:cs typeface="Segoe UI" pitchFamily="34" charset="-120"/>
            </a:rPr>
            <a:t> </a:t>
          </a:r>
          <a:r>
            <a:rPr lang="en-US" sz="1400" kern="1200" dirty="0" err="1">
              <a:solidFill>
                <a:srgbClr val="1A1A1A"/>
              </a:solidFill>
              <a:latin typeface="Segoe UI" pitchFamily="34" charset="0"/>
              <a:ea typeface="Segoe UI" pitchFamily="34" charset="-122"/>
              <a:cs typeface="Segoe UI" pitchFamily="34" charset="-120"/>
            </a:rPr>
            <a:t>generato</a:t>
          </a:r>
          <a:endParaRPr lang="it-IT" sz="1400" kern="1200" dirty="0"/>
        </a:p>
      </dsp:txBody>
      <dsp:txXfrm>
        <a:off x="0" y="21446"/>
        <a:ext cx="2711551" cy="3132004"/>
      </dsp:txXfrm>
    </dsp:sp>
    <dsp:sp modelId="{F6B9C1C9-1B10-4605-8C5A-35C8C49DD55D}">
      <dsp:nvSpPr>
        <dsp:cNvPr id="0" name=""/>
        <dsp:cNvSpPr/>
      </dsp:nvSpPr>
      <dsp:spPr>
        <a:xfrm>
          <a:off x="2982706" y="21446"/>
          <a:ext cx="2711551" cy="3132004"/>
        </a:xfrm>
        <a:prstGeom prst="rect">
          <a:avLst/>
        </a:prstGeom>
        <a:solidFill>
          <a:schemeClr val="accent1">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dirty="0">
              <a:solidFill>
                <a:schemeClr val="accent1">
                  <a:lumMod val="75000"/>
                </a:schemeClr>
              </a:solidFill>
              <a:latin typeface="+mj-lt"/>
              <a:ea typeface="Segoe UI" pitchFamily="34" charset="-122"/>
              <a:cs typeface="Segoe UI" pitchFamily="34" charset="-120"/>
            </a:rPr>
            <a:t>DEFAULT</a:t>
          </a:r>
          <a:endParaRPr lang="it-IT" sz="1800" kern="1200" dirty="0">
            <a:solidFill>
              <a:schemeClr val="accent1">
                <a:lumMod val="75000"/>
              </a:schemeClr>
            </a:solidFill>
            <a:latin typeface="+mj-lt"/>
          </a:endParaRPr>
        </a:p>
        <a:p>
          <a:pPr marL="114300" lvl="1" indent="-114300" algn="l" defTabSz="622300">
            <a:lnSpc>
              <a:spcPct val="90000"/>
            </a:lnSpc>
            <a:spcBef>
              <a:spcPct val="0"/>
            </a:spcBef>
            <a:spcAft>
              <a:spcPct val="15000"/>
            </a:spcAft>
            <a:buSzPct val="100000"/>
            <a:buChar char="•"/>
          </a:pPr>
          <a:r>
            <a:rPr lang="en-US" sz="1400" kern="1200">
              <a:solidFill>
                <a:srgbClr val="1A1A1A"/>
              </a:solidFill>
              <a:latin typeface="Segoe UI" pitchFamily="34" charset="0"/>
              <a:ea typeface="Segoe UI" pitchFamily="34" charset="-122"/>
              <a:cs typeface="Segoe UI" pitchFamily="34" charset="-120"/>
            </a:rPr>
            <a:t>Si applica solo se l'INSERT omette la colonna</a:t>
          </a:r>
          <a:endParaRPr lang="it-IT" sz="1400" kern="1200" dirty="0"/>
        </a:p>
        <a:p>
          <a:pPr marL="114300" lvl="1" indent="-114300" algn="l" defTabSz="622300">
            <a:lnSpc>
              <a:spcPct val="90000"/>
            </a:lnSpc>
            <a:spcBef>
              <a:spcPct val="0"/>
            </a:spcBef>
            <a:spcAft>
              <a:spcPct val="15000"/>
            </a:spcAft>
            <a:buChar char="•"/>
          </a:pPr>
          <a:r>
            <a:rPr lang="en-US" sz="1400" kern="1200" dirty="0">
              <a:solidFill>
                <a:srgbClr val="1A1A1A"/>
              </a:solidFill>
              <a:latin typeface="Segoe UI" pitchFamily="34" charset="0"/>
              <a:ea typeface="Segoe UI" pitchFamily="34" charset="-122"/>
              <a:cs typeface="Segoe UI" pitchFamily="34" charset="-120"/>
            </a:rPr>
            <a:t>Non </a:t>
          </a:r>
          <a:r>
            <a:rPr lang="en-US" sz="1400" kern="1200" dirty="0" err="1">
              <a:solidFill>
                <a:srgbClr val="1A1A1A"/>
              </a:solidFill>
              <a:latin typeface="Segoe UI" pitchFamily="34" charset="0"/>
              <a:ea typeface="Segoe UI" pitchFamily="34" charset="-122"/>
              <a:cs typeface="Segoe UI" pitchFamily="34" charset="-120"/>
            </a:rPr>
            <a:t>riempie</a:t>
          </a:r>
          <a:r>
            <a:rPr lang="en-US" sz="1400" kern="1200" dirty="0">
              <a:solidFill>
                <a:srgbClr val="1A1A1A"/>
              </a:solidFill>
              <a:latin typeface="Segoe UI" pitchFamily="34" charset="0"/>
              <a:ea typeface="Segoe UI" pitchFamily="34" charset="-122"/>
              <a:cs typeface="Segoe UI" pitchFamily="34" charset="-120"/>
            </a:rPr>
            <a:t> le </a:t>
          </a:r>
          <a:r>
            <a:rPr lang="en-US" sz="1400" kern="1200" dirty="0" err="1">
              <a:solidFill>
                <a:srgbClr val="1A1A1A"/>
              </a:solidFill>
              <a:latin typeface="Segoe UI" pitchFamily="34" charset="0"/>
              <a:ea typeface="Segoe UI" pitchFamily="34" charset="-122"/>
              <a:cs typeface="Segoe UI" pitchFamily="34" charset="-120"/>
            </a:rPr>
            <a:t>righe</a:t>
          </a:r>
          <a:r>
            <a:rPr lang="en-US" sz="1400" kern="1200" dirty="0">
              <a:solidFill>
                <a:srgbClr val="1A1A1A"/>
              </a:solidFill>
              <a:latin typeface="Segoe UI" pitchFamily="34" charset="0"/>
              <a:ea typeface="Segoe UI" pitchFamily="34" charset="-122"/>
              <a:cs typeface="Segoe UI" pitchFamily="34" charset="-120"/>
            </a:rPr>
            <a:t> </a:t>
          </a:r>
          <a:r>
            <a:rPr lang="en-US" sz="1400" kern="1200" dirty="0" err="1">
              <a:solidFill>
                <a:srgbClr val="1A1A1A"/>
              </a:solidFill>
              <a:latin typeface="Segoe UI" pitchFamily="34" charset="0"/>
              <a:ea typeface="Segoe UI" pitchFamily="34" charset="-122"/>
              <a:cs typeface="Segoe UI" pitchFamily="34" charset="-120"/>
            </a:rPr>
            <a:t>esistenti</a:t>
          </a:r>
          <a:endParaRPr lang="en-US" sz="1400" kern="1200" dirty="0"/>
        </a:p>
        <a:p>
          <a:pPr marL="114300" lvl="1" indent="-114300" algn="l" defTabSz="622300">
            <a:lnSpc>
              <a:spcPct val="90000"/>
            </a:lnSpc>
            <a:spcBef>
              <a:spcPct val="0"/>
            </a:spcBef>
            <a:spcAft>
              <a:spcPct val="15000"/>
            </a:spcAft>
            <a:buChar char="•"/>
          </a:pPr>
          <a:r>
            <a:rPr lang="en-US" sz="1400" kern="1200" dirty="0" err="1">
              <a:solidFill>
                <a:srgbClr val="1A1A1A"/>
              </a:solidFill>
              <a:latin typeface="Segoe UI" pitchFamily="34" charset="0"/>
              <a:ea typeface="Segoe UI" pitchFamily="34" charset="-122"/>
              <a:cs typeface="Segoe UI" pitchFamily="34" charset="-120"/>
            </a:rPr>
            <a:t>Aggiungere</a:t>
          </a:r>
          <a:r>
            <a:rPr lang="en-US" sz="1400" kern="1200" dirty="0">
              <a:solidFill>
                <a:srgbClr val="1A1A1A"/>
              </a:solidFill>
              <a:latin typeface="Segoe UI" pitchFamily="34" charset="0"/>
              <a:ea typeface="Segoe UI" pitchFamily="34" charset="-122"/>
              <a:cs typeface="Segoe UI" pitchFamily="34" charset="-120"/>
            </a:rPr>
            <a:t> </a:t>
          </a:r>
          <a:r>
            <a:rPr lang="en-US" sz="1400" kern="1200" dirty="0" err="1">
              <a:solidFill>
                <a:srgbClr val="1A1A1A"/>
              </a:solidFill>
              <a:latin typeface="Segoe UI" pitchFamily="34" charset="0"/>
              <a:ea typeface="Segoe UI" pitchFamily="34" charset="-122"/>
              <a:cs typeface="Segoe UI" pitchFamily="34" charset="-120"/>
            </a:rPr>
            <a:t>una</a:t>
          </a:r>
          <a:r>
            <a:rPr lang="en-US" sz="1400" kern="1200" dirty="0">
              <a:solidFill>
                <a:srgbClr val="1A1A1A"/>
              </a:solidFill>
              <a:latin typeface="Segoe UI" pitchFamily="34" charset="0"/>
              <a:ea typeface="Segoe UI" pitchFamily="34" charset="-122"/>
              <a:cs typeface="Segoe UI" pitchFamily="34" charset="-120"/>
            </a:rPr>
            <a:t> </a:t>
          </a:r>
          <a:r>
            <a:rPr lang="en-US" sz="1400" kern="1200" dirty="0" err="1">
              <a:solidFill>
                <a:srgbClr val="1A1A1A"/>
              </a:solidFill>
              <a:latin typeface="Segoe UI" pitchFamily="34" charset="0"/>
              <a:ea typeface="Segoe UI" pitchFamily="34" charset="-122"/>
              <a:cs typeface="Segoe UI" pitchFamily="34" charset="-120"/>
            </a:rPr>
            <a:t>colonna</a:t>
          </a:r>
          <a:r>
            <a:rPr lang="en-US" sz="1400" kern="1200" dirty="0">
              <a:solidFill>
                <a:srgbClr val="1A1A1A"/>
              </a:solidFill>
              <a:latin typeface="Segoe UI" pitchFamily="34" charset="0"/>
              <a:ea typeface="Segoe UI" pitchFamily="34" charset="-122"/>
              <a:cs typeface="Segoe UI" pitchFamily="34" charset="-120"/>
            </a:rPr>
            <a:t> NOT NULL con DEFAULT </a:t>
          </a:r>
          <a:r>
            <a:rPr lang="en-US" sz="1400" kern="1200" dirty="0" err="1">
              <a:solidFill>
                <a:srgbClr val="1A1A1A"/>
              </a:solidFill>
              <a:latin typeface="Segoe UI" pitchFamily="34" charset="0"/>
              <a:ea typeface="Segoe UI" pitchFamily="34" charset="-122"/>
              <a:cs typeface="Segoe UI" pitchFamily="34" charset="-120"/>
            </a:rPr>
            <a:t>costante</a:t>
          </a:r>
          <a:r>
            <a:rPr lang="en-US" sz="1400" kern="1200" dirty="0">
              <a:solidFill>
                <a:srgbClr val="1A1A1A"/>
              </a:solidFill>
              <a:latin typeface="Segoe UI" pitchFamily="34" charset="0"/>
              <a:ea typeface="Segoe UI" pitchFamily="34" charset="-122"/>
              <a:cs typeface="Segoe UI" pitchFamily="34" charset="-120"/>
            </a:rPr>
            <a:t> è metadata-only</a:t>
          </a:r>
          <a:endParaRPr lang="en-US" sz="1400" kern="1200" dirty="0"/>
        </a:p>
      </dsp:txBody>
      <dsp:txXfrm>
        <a:off x="2982706" y="21446"/>
        <a:ext cx="2711551" cy="3132004"/>
      </dsp:txXfrm>
    </dsp:sp>
    <dsp:sp modelId="{3FEC1D08-6D9F-4D67-86A4-CDEF78E87415}">
      <dsp:nvSpPr>
        <dsp:cNvPr id="0" name=""/>
        <dsp:cNvSpPr/>
      </dsp:nvSpPr>
      <dsp:spPr>
        <a:xfrm>
          <a:off x="5965412" y="21446"/>
          <a:ext cx="2711551" cy="3132004"/>
        </a:xfrm>
        <a:prstGeom prst="rect">
          <a:avLst/>
        </a:prstGeom>
        <a:solidFill>
          <a:schemeClr val="accent1">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it-IT" sz="2000" b="1" kern="1200" dirty="0">
              <a:solidFill>
                <a:schemeClr val="accent1">
                  <a:lumMod val="75000"/>
                </a:schemeClr>
              </a:solidFill>
              <a:latin typeface="+mj-lt"/>
            </a:rPr>
            <a:t>COLONNE CALCOLATE</a:t>
          </a:r>
        </a:p>
        <a:p>
          <a:pPr marL="171450" lvl="1" indent="-171450" algn="l" defTabSz="711200">
            <a:lnSpc>
              <a:spcPct val="90000"/>
            </a:lnSpc>
            <a:spcBef>
              <a:spcPct val="0"/>
            </a:spcBef>
            <a:spcAft>
              <a:spcPct val="15000"/>
            </a:spcAft>
            <a:buSzPct val="100000"/>
            <a:buChar char="•"/>
          </a:pPr>
          <a:r>
            <a:rPr lang="en-US" sz="1600" kern="1200" dirty="0" err="1">
              <a:solidFill>
                <a:srgbClr val="1A1A1A"/>
              </a:solidFill>
              <a:latin typeface="Segoe UI" pitchFamily="34" charset="0"/>
              <a:ea typeface="Segoe UI" pitchFamily="34" charset="-122"/>
              <a:cs typeface="Segoe UI" pitchFamily="34" charset="-120"/>
            </a:rPr>
            <a:t>Espressione</a:t>
          </a:r>
          <a:r>
            <a:rPr lang="en-US" sz="1600" kern="1200" dirty="0">
              <a:solidFill>
                <a:srgbClr val="1A1A1A"/>
              </a:solidFill>
              <a:latin typeface="Segoe UI" pitchFamily="34" charset="0"/>
              <a:ea typeface="Segoe UI" pitchFamily="34" charset="-122"/>
              <a:cs typeface="Segoe UI" pitchFamily="34" charset="-120"/>
            </a:rPr>
            <a:t> </a:t>
          </a:r>
          <a:r>
            <a:rPr lang="en-US" sz="1600" kern="1200" dirty="0" err="1">
              <a:solidFill>
                <a:srgbClr val="1A1A1A"/>
              </a:solidFill>
              <a:latin typeface="Segoe UI" pitchFamily="34" charset="0"/>
              <a:ea typeface="Segoe UI" pitchFamily="34" charset="-122"/>
              <a:cs typeface="Segoe UI" pitchFamily="34" charset="-120"/>
            </a:rPr>
            <a:t>su</a:t>
          </a:r>
          <a:r>
            <a:rPr lang="en-US" sz="1600" kern="1200" dirty="0">
              <a:solidFill>
                <a:srgbClr val="1A1A1A"/>
              </a:solidFill>
              <a:latin typeface="Segoe UI" pitchFamily="34" charset="0"/>
              <a:ea typeface="Segoe UI" pitchFamily="34" charset="-122"/>
              <a:cs typeface="Segoe UI" pitchFamily="34" charset="-120"/>
            </a:rPr>
            <a:t> </a:t>
          </a:r>
          <a:r>
            <a:rPr lang="en-US" sz="1600" kern="1200" dirty="0" err="1">
              <a:solidFill>
                <a:srgbClr val="1A1A1A"/>
              </a:solidFill>
              <a:latin typeface="Segoe UI" pitchFamily="34" charset="0"/>
              <a:ea typeface="Segoe UI" pitchFamily="34" charset="-122"/>
              <a:cs typeface="Segoe UI" pitchFamily="34" charset="-120"/>
            </a:rPr>
            <a:t>altre</a:t>
          </a:r>
          <a:r>
            <a:rPr lang="en-US" sz="1600" kern="1200" dirty="0">
              <a:solidFill>
                <a:srgbClr val="1A1A1A"/>
              </a:solidFill>
              <a:latin typeface="Segoe UI" pitchFamily="34" charset="0"/>
              <a:ea typeface="Segoe UI" pitchFamily="34" charset="-122"/>
              <a:cs typeface="Segoe UI" pitchFamily="34" charset="-120"/>
            </a:rPr>
            <a:t> </a:t>
          </a:r>
          <a:r>
            <a:rPr lang="en-US" sz="1600" kern="1200" dirty="0" err="1">
              <a:solidFill>
                <a:srgbClr val="1A1A1A"/>
              </a:solidFill>
              <a:latin typeface="Segoe UI" pitchFamily="34" charset="0"/>
              <a:ea typeface="Segoe UI" pitchFamily="34" charset="-122"/>
              <a:cs typeface="Segoe UI" pitchFamily="34" charset="-120"/>
            </a:rPr>
            <a:t>colonne</a:t>
          </a:r>
          <a:r>
            <a:rPr lang="en-US" sz="1600" kern="1200" dirty="0">
              <a:solidFill>
                <a:srgbClr val="1A1A1A"/>
              </a:solidFill>
              <a:latin typeface="Segoe UI" pitchFamily="34" charset="0"/>
              <a:ea typeface="Segoe UI" pitchFamily="34" charset="-122"/>
              <a:cs typeface="Segoe UI" pitchFamily="34" charset="-120"/>
            </a:rPr>
            <a:t> della </a:t>
          </a:r>
          <a:r>
            <a:rPr lang="en-US" sz="1600" kern="1200" dirty="0" err="1">
              <a:solidFill>
                <a:srgbClr val="1A1A1A"/>
              </a:solidFill>
              <a:latin typeface="Segoe UI" pitchFamily="34" charset="0"/>
              <a:ea typeface="Segoe UI" pitchFamily="34" charset="-122"/>
              <a:cs typeface="Segoe UI" pitchFamily="34" charset="-120"/>
            </a:rPr>
            <a:t>stessa</a:t>
          </a:r>
          <a:r>
            <a:rPr lang="en-US" sz="1600" kern="1200" dirty="0">
              <a:solidFill>
                <a:srgbClr val="1A1A1A"/>
              </a:solidFill>
              <a:latin typeface="Segoe UI" pitchFamily="34" charset="0"/>
              <a:ea typeface="Segoe UI" pitchFamily="34" charset="-122"/>
              <a:cs typeface="Segoe UI" pitchFamily="34" charset="-120"/>
            </a:rPr>
            <a:t> </a:t>
          </a:r>
          <a:r>
            <a:rPr lang="en-US" sz="1600" kern="1200" dirty="0" err="1">
              <a:solidFill>
                <a:srgbClr val="1A1A1A"/>
              </a:solidFill>
              <a:latin typeface="Segoe UI" pitchFamily="34" charset="0"/>
              <a:ea typeface="Segoe UI" pitchFamily="34" charset="-122"/>
              <a:cs typeface="Segoe UI" pitchFamily="34" charset="-120"/>
            </a:rPr>
            <a:t>riga</a:t>
          </a:r>
          <a:endParaRPr lang="it-IT" sz="1600" kern="1200" dirty="0"/>
        </a:p>
        <a:p>
          <a:pPr marL="171450" lvl="1" indent="-171450" algn="l" defTabSz="711200">
            <a:lnSpc>
              <a:spcPct val="90000"/>
            </a:lnSpc>
            <a:spcBef>
              <a:spcPct val="0"/>
            </a:spcBef>
            <a:spcAft>
              <a:spcPct val="15000"/>
            </a:spcAft>
            <a:buChar char="•"/>
          </a:pPr>
          <a:r>
            <a:rPr lang="en-US" sz="1600" kern="1200" dirty="0">
              <a:solidFill>
                <a:srgbClr val="1A1A1A"/>
              </a:solidFill>
              <a:latin typeface="Segoe UI" pitchFamily="34" charset="0"/>
              <a:ea typeface="Segoe UI" pitchFamily="34" charset="-122"/>
              <a:cs typeface="Segoe UI" pitchFamily="34" charset="-120"/>
            </a:rPr>
            <a:t>Di default </a:t>
          </a:r>
          <a:r>
            <a:rPr lang="en-US" sz="1600" kern="1200" dirty="0" err="1">
              <a:solidFill>
                <a:srgbClr val="1A1A1A"/>
              </a:solidFill>
              <a:latin typeface="Segoe UI" pitchFamily="34" charset="0"/>
              <a:ea typeface="Segoe UI" pitchFamily="34" charset="-122"/>
              <a:cs typeface="Segoe UI" pitchFamily="34" charset="-120"/>
            </a:rPr>
            <a:t>virtuale</a:t>
          </a:r>
          <a:r>
            <a:rPr lang="en-US" sz="1600" kern="1200" dirty="0">
              <a:solidFill>
                <a:srgbClr val="1A1A1A"/>
              </a:solidFill>
              <a:latin typeface="Segoe UI" pitchFamily="34" charset="0"/>
              <a:ea typeface="Segoe UI" pitchFamily="34" charset="-122"/>
              <a:cs typeface="Segoe UI" pitchFamily="34" charset="-120"/>
            </a:rPr>
            <a:t>: </a:t>
          </a:r>
          <a:r>
            <a:rPr lang="en-US" sz="1600" kern="1200" dirty="0" err="1">
              <a:solidFill>
                <a:srgbClr val="1A1A1A"/>
              </a:solidFill>
              <a:latin typeface="Segoe UI" pitchFamily="34" charset="0"/>
              <a:ea typeface="Segoe UI" pitchFamily="34" charset="-122"/>
              <a:cs typeface="Segoe UI" pitchFamily="34" charset="-120"/>
            </a:rPr>
            <a:t>calcolata</a:t>
          </a:r>
          <a:r>
            <a:rPr lang="en-US" sz="1600" kern="1200" dirty="0">
              <a:solidFill>
                <a:srgbClr val="1A1A1A"/>
              </a:solidFill>
              <a:latin typeface="Segoe UI" pitchFamily="34" charset="0"/>
              <a:ea typeface="Segoe UI" pitchFamily="34" charset="-122"/>
              <a:cs typeface="Segoe UI" pitchFamily="34" charset="-120"/>
            </a:rPr>
            <a:t> a ogni </a:t>
          </a:r>
          <a:r>
            <a:rPr lang="en-US" sz="1600" kern="1200" dirty="0" err="1">
              <a:solidFill>
                <a:srgbClr val="1A1A1A"/>
              </a:solidFill>
              <a:latin typeface="Segoe UI" pitchFamily="34" charset="0"/>
              <a:ea typeface="Segoe UI" pitchFamily="34" charset="-122"/>
              <a:cs typeface="Segoe UI" pitchFamily="34" charset="-120"/>
            </a:rPr>
            <a:t>lettura</a:t>
          </a:r>
          <a:endParaRPr lang="en-US" sz="1600" kern="1200" dirty="0"/>
        </a:p>
        <a:p>
          <a:pPr marL="171450" lvl="1" indent="-171450" algn="l" defTabSz="711200">
            <a:lnSpc>
              <a:spcPct val="90000"/>
            </a:lnSpc>
            <a:spcBef>
              <a:spcPct val="0"/>
            </a:spcBef>
            <a:spcAft>
              <a:spcPct val="15000"/>
            </a:spcAft>
            <a:buChar char="•"/>
          </a:pPr>
          <a:r>
            <a:rPr lang="en-US" sz="1600" kern="1200">
              <a:solidFill>
                <a:srgbClr val="1A1A1A"/>
              </a:solidFill>
              <a:latin typeface="Segoe UI" pitchFamily="34" charset="0"/>
              <a:ea typeface="Segoe UI" pitchFamily="34" charset="-122"/>
              <a:cs typeface="Segoe UI" pitchFamily="34" charset="-120"/>
            </a:rPr>
            <a:t>PERSISTED la materializza su disco</a:t>
          </a:r>
          <a:endParaRPr lang="en-US" sz="1600" kern="1200" dirty="0"/>
        </a:p>
        <a:p>
          <a:pPr marL="171450" lvl="1" indent="-171450" algn="l" defTabSz="711200">
            <a:lnSpc>
              <a:spcPct val="90000"/>
            </a:lnSpc>
            <a:spcBef>
              <a:spcPct val="0"/>
            </a:spcBef>
            <a:spcAft>
              <a:spcPct val="15000"/>
            </a:spcAft>
            <a:buChar char="•"/>
          </a:pPr>
          <a:r>
            <a:rPr lang="en-US" sz="1600" kern="1200" dirty="0">
              <a:solidFill>
                <a:srgbClr val="1A1A1A"/>
              </a:solidFill>
              <a:latin typeface="Segoe UI" pitchFamily="34" charset="0"/>
              <a:ea typeface="Segoe UI" pitchFamily="34" charset="-122"/>
              <a:cs typeface="Segoe UI" pitchFamily="34" charset="-120"/>
            </a:rPr>
            <a:t>Modo </a:t>
          </a:r>
          <a:r>
            <a:rPr lang="en-US" sz="1600" kern="1200" dirty="0" err="1">
              <a:solidFill>
                <a:srgbClr val="1A1A1A"/>
              </a:solidFill>
              <a:latin typeface="Segoe UI" pitchFamily="34" charset="0"/>
              <a:ea typeface="Segoe UI" pitchFamily="34" charset="-122"/>
              <a:cs typeface="Segoe UI" pitchFamily="34" charset="-120"/>
            </a:rPr>
            <a:t>pulito</a:t>
          </a:r>
          <a:r>
            <a:rPr lang="en-US" sz="1600" kern="1200" dirty="0">
              <a:solidFill>
                <a:srgbClr val="1A1A1A"/>
              </a:solidFill>
              <a:latin typeface="Segoe UI" pitchFamily="34" charset="0"/>
              <a:ea typeface="Segoe UI" pitchFamily="34" charset="-122"/>
              <a:cs typeface="Segoe UI" pitchFamily="34" charset="-120"/>
            </a:rPr>
            <a:t> per </a:t>
          </a:r>
          <a:r>
            <a:rPr lang="en-US" sz="1600" kern="1200" dirty="0" err="1">
              <a:solidFill>
                <a:srgbClr val="1A1A1A"/>
              </a:solidFill>
              <a:latin typeface="Segoe UI" pitchFamily="34" charset="0"/>
              <a:ea typeface="Segoe UI" pitchFamily="34" charset="-122"/>
              <a:cs typeface="Segoe UI" pitchFamily="34" charset="-120"/>
            </a:rPr>
            <a:t>materializzare</a:t>
          </a:r>
          <a:r>
            <a:rPr lang="en-US" sz="1600" kern="1200" dirty="0">
              <a:solidFill>
                <a:srgbClr val="1A1A1A"/>
              </a:solidFill>
              <a:latin typeface="Segoe UI" pitchFamily="34" charset="0"/>
              <a:ea typeface="Segoe UI" pitchFamily="34" charset="-122"/>
              <a:cs typeface="Segoe UI" pitchFamily="34" charset="-120"/>
            </a:rPr>
            <a:t> </a:t>
          </a:r>
          <a:r>
            <a:rPr lang="en-US" sz="1600" kern="1200" dirty="0" err="1">
              <a:solidFill>
                <a:srgbClr val="1A1A1A"/>
              </a:solidFill>
              <a:latin typeface="Segoe UI" pitchFamily="34" charset="0"/>
              <a:ea typeface="Segoe UI" pitchFamily="34" charset="-122"/>
              <a:cs typeface="Segoe UI" pitchFamily="34" charset="-120"/>
            </a:rPr>
            <a:t>un'espressione</a:t>
          </a:r>
          <a:r>
            <a:rPr lang="en-US" sz="1600" kern="1200" dirty="0">
              <a:solidFill>
                <a:srgbClr val="1A1A1A"/>
              </a:solidFill>
              <a:latin typeface="Segoe UI" pitchFamily="34" charset="0"/>
              <a:ea typeface="Segoe UI" pitchFamily="34" charset="-122"/>
              <a:cs typeface="Segoe UI" pitchFamily="34" charset="-120"/>
            </a:rPr>
            <a:t> </a:t>
          </a:r>
          <a:r>
            <a:rPr lang="en-US" sz="1600" kern="1200" dirty="0" err="1">
              <a:solidFill>
                <a:srgbClr val="1A1A1A"/>
              </a:solidFill>
              <a:latin typeface="Segoe UI" pitchFamily="34" charset="0"/>
              <a:ea typeface="Segoe UI" pitchFamily="34" charset="-122"/>
              <a:cs typeface="Segoe UI" pitchFamily="34" charset="-120"/>
            </a:rPr>
            <a:t>ricorrente</a:t>
          </a:r>
          <a:endParaRPr lang="en-US" sz="1600" kern="1200" dirty="0"/>
        </a:p>
      </dsp:txBody>
      <dsp:txXfrm>
        <a:off x="5965412" y="21446"/>
        <a:ext cx="2711551" cy="3132004"/>
      </dsp:txXfrm>
    </dsp:sp>
  </dsp:spTree>
</dsp:drawing>
</file>

<file path=ppt/diagrams/layout1.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2.xml><?xml version="1.0" encoding="utf-8"?>
<dgm:layoutDef xmlns:dgm="http://schemas.openxmlformats.org/drawingml/2006/diagram" xmlns:a="http://schemas.openxmlformats.org/drawingml/2006/main" uniqueId="urn:microsoft.com/office/officeart/2024/layout/NumberedTitleCardList">
  <dgm:title val=""/>
  <dgm:desc val=""/>
  <dgm:catLst>
    <dgm:cat type="list" pri="8100"/>
  </dgm:catLst>
  <dgm:sampData>
    <dgm:dataModel>
      <dgm:ptLst>
        <dgm:pt modelId="0" type="doc"/>
        <dgm:pt modelId="1">
          <dgm:prSet phldr="1"/>
        </dgm:pt>
        <dgm:pt modelId="2">
          <dgm:prSet phldr="1"/>
        </dgm:pt>
        <dgm:pt modelId="3">
          <dgm:prSet phldr="1"/>
        </dgm:pt>
        <dgm:pt modelId="101" type="sibTrans" cxnId="4">
          <dgm:prSet phldrT="01"/>
          <dgm:t>
            <a:bodyPr/>
            <a:lstStyle/>
            <a:p>
              <a:r>
                <a:t>01</a:t>
              </a:r>
            </a:p>
          </dgm:t>
        </dgm:pt>
        <dgm:pt modelId="201" type="sibTrans" cxnId="5">
          <dgm:prSet phldrT="02"/>
          <dgm:t>
            <a:bodyPr/>
            <a:lstStyle/>
            <a:p>
              <a:r>
                <a:t>02</a:t>
              </a:r>
            </a:p>
          </dgm:t>
        </dgm:pt>
        <dgm:pt modelId="301" type="sibTrans" cxnId="6">
          <dgm:prSet phldrT="03"/>
          <dgm:t>
            <a:bodyPr/>
            <a:lstStyle/>
            <a:p>
              <a:r>
                <a:t>03</a:t>
              </a:r>
            </a:p>
          </dgm:t>
        </dgm:pt>
      </dgm:ptLst>
      <dgm:cxnLst>
        <dgm:cxn modelId="4" srcId="0" destId="1" srcOrd="0" destOrd="0" sibTransId="101"/>
        <dgm:cxn modelId="5" srcId="0" destId="2" srcOrd="1" destOrd="0" sibTransId="201"/>
        <dgm:cxn modelId="6" srcId="0" destId="3" srcOrd="2" destOrd="0" sibTransId="301"/>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43" srcId="4" destId="41" srcOrd="0" destOrd="0"/>
      </dgm:cxnLst>
      <dgm:bg/>
      <dgm:whole/>
    </dgm:dataModel>
  </dgm:clrData>
  <dgm:layoutNode name="Name0">
    <dgm:varLst>
      <dgm:dir/>
      <dgm:animLvl val="lvl"/>
      <dgm:resizeHandles val="exact"/>
    </dgm:varLst>
    <dgm:choose name="dirChoose">
      <dgm:if name="dirNorm" func="var" arg="dir" op="equ" val="norm">
        <dgm:alg type="lin">
          <dgm:param type="linDir" val="fromL"/>
          <dgm:param type="nodeVertAlign" val="t"/>
        </dgm:alg>
      </dgm:if>
      <dgm:else name="dirRev">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fgAcc1">
          <dgm:alg type="sp"/>
          <dgm:shape xmlns:r="http://schemas.openxmlformats.org/officeDocument/2006/relationships" type="roundRect" r:blip="">
            <dgm:adjLst>
              <dgm:adj idx="1" val="0.1"/>
            </dgm:adjLst>
          </dgm:shape>
          <dgm:presOf axis="self"/>
          <dgm:constrLst/>
          <dgm:ruleLst/>
        </dgm:layoutNode>
        <dgm:forEach name="Name19" axis="followSib" ptType="sibTrans" hideLastTrans="0" cnt="1">
          <dgm:layoutNode name="sibTransNodeRect" styleLbl="bgShp">
            <dgm:varLst>
              <dgm:chMax val="0"/>
              <dgm:bulletEnabled/>
            </dgm:varLst>
            <dgm:presOf axis="self" ptType="sibTrans"/>
            <dgm:choose name="numAlignDir">
              <dgm:if name="numAlignNorm" func="var" arg="dir" op="equ" val="norm">
                <dgm:alg type="tx">
                  <dgm:param type="parTxLTRAlign" val="l"/>
                  <dgm:param type="parTxRTLAlign" val="l"/>
                </dgm:alg>
              </dgm:if>
              <dgm:else name="numAlignRev">
                <dgm:alg type="tx">
                  <dgm:param type="parTxLTRAlign" val="r"/>
                  <dgm:param type="parTxRTLAlign" val="r"/>
                </dgm:alg>
              </dgm:else>
            </dgm:choose>
            <dgm:shape xmlns:r="http://schemas.openxmlformats.org/officeDocument/2006/relationships" type="rect" r:blip="" hideGeom="1">
              <dgm:adjLst/>
            </dgm:shape>
            <dgm:constrLst>
              <dgm:constr type="primFontSz" val="66"/>
              <dgm:constr type="tMarg" val="13"/>
              <dgm:constr type="lMarg" refType="w" fact="0.1"/>
              <dgm:constr type="rMarg" refType="w" fact="0.05"/>
              <dgm:constr type="bMarg" val="13"/>
            </dgm:constrLst>
            <dgm:ruleLst>
              <dgm:rule type="primFontSz" val="14" fact="NaN" max="NaN"/>
              <dgm:rule type="tMarg" val="13" fact="NaN" max="NaN"/>
            </dgm:ruleLst>
          </dgm:layoutNode>
        </dgm:forEach>
        <dgm:layoutNode name="nodeRect" styleLbl="parChTrans1D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OrSelf" ptType="node"/>
          <dgm:constrLst>
            <dgm:constr type="primFontSz" val="26"/>
            <dgm:constr type="tMarg"/>
            <dgm:constr type="lMarg" refType="w" fact="0.1"/>
            <dgm:constr type="rMarg" refType="w" fact="0.05"/>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1" y="1"/>
            <a:ext cx="2945659" cy="496411"/>
          </a:xfrm>
          <a:prstGeom prst="rect">
            <a:avLst/>
          </a:prstGeom>
        </p:spPr>
        <p:txBody>
          <a:bodyPr vert="horz" lIns="91432" tIns="45715" rIns="91432" bIns="45715" rtlCol="0"/>
          <a:lstStyle>
            <a:lvl1pPr algn="l">
              <a:defRPr sz="1200"/>
            </a:lvl1pPr>
          </a:lstStyle>
          <a:p>
            <a:endParaRPr lang="it-IT"/>
          </a:p>
        </p:txBody>
      </p:sp>
      <p:sp>
        <p:nvSpPr>
          <p:cNvPr id="3" name="Segnaposto data 2"/>
          <p:cNvSpPr>
            <a:spLocks noGrp="1"/>
          </p:cNvSpPr>
          <p:nvPr>
            <p:ph type="dt" sz="quarter" idx="1"/>
          </p:nvPr>
        </p:nvSpPr>
        <p:spPr>
          <a:xfrm>
            <a:off x="3850444" y="1"/>
            <a:ext cx="2945659" cy="496411"/>
          </a:xfrm>
          <a:prstGeom prst="rect">
            <a:avLst/>
          </a:prstGeom>
        </p:spPr>
        <p:txBody>
          <a:bodyPr vert="horz" lIns="91432" tIns="45715" rIns="91432" bIns="45715" rtlCol="0"/>
          <a:lstStyle>
            <a:lvl1pPr algn="r">
              <a:defRPr sz="1200"/>
            </a:lvl1pPr>
          </a:lstStyle>
          <a:p>
            <a:fld id="{248258A5-DC51-4C40-8133-EBDA4B5D97F7}" type="datetimeFigureOut">
              <a:rPr lang="it-IT" smtClean="0"/>
              <a:pPr/>
              <a:t>07/10/2026</a:t>
            </a:fld>
            <a:endParaRPr lang="it-IT"/>
          </a:p>
        </p:txBody>
      </p:sp>
      <p:sp>
        <p:nvSpPr>
          <p:cNvPr id="4" name="Segnaposto piè di pagina 3"/>
          <p:cNvSpPr>
            <a:spLocks noGrp="1"/>
          </p:cNvSpPr>
          <p:nvPr>
            <p:ph type="ftr" sz="quarter" idx="2"/>
          </p:nvPr>
        </p:nvSpPr>
        <p:spPr>
          <a:xfrm>
            <a:off x="1" y="9430091"/>
            <a:ext cx="2945659" cy="496411"/>
          </a:xfrm>
          <a:prstGeom prst="rect">
            <a:avLst/>
          </a:prstGeom>
        </p:spPr>
        <p:txBody>
          <a:bodyPr vert="horz" lIns="91432" tIns="45715" rIns="91432" bIns="45715" rtlCol="0" anchor="b"/>
          <a:lstStyle>
            <a:lvl1pPr algn="l">
              <a:defRPr sz="1200"/>
            </a:lvl1pPr>
          </a:lstStyle>
          <a:p>
            <a:endParaRPr lang="it-IT"/>
          </a:p>
        </p:txBody>
      </p:sp>
      <p:sp>
        <p:nvSpPr>
          <p:cNvPr id="5" name="Segnaposto numero diapositiva 4"/>
          <p:cNvSpPr>
            <a:spLocks noGrp="1"/>
          </p:cNvSpPr>
          <p:nvPr>
            <p:ph type="sldNum" sz="quarter" idx="3"/>
          </p:nvPr>
        </p:nvSpPr>
        <p:spPr>
          <a:xfrm>
            <a:off x="3850444" y="9430091"/>
            <a:ext cx="2945659" cy="496411"/>
          </a:xfrm>
          <a:prstGeom prst="rect">
            <a:avLst/>
          </a:prstGeom>
        </p:spPr>
        <p:txBody>
          <a:bodyPr vert="horz" lIns="91432" tIns="45715" rIns="91432" bIns="45715" rtlCol="0" anchor="b"/>
          <a:lstStyle>
            <a:lvl1pPr algn="r">
              <a:defRPr sz="1200"/>
            </a:lvl1pPr>
          </a:lstStyle>
          <a:p>
            <a:fld id="{4E5DA427-FE90-406E-9D90-D8AF6ED9F7F9}" type="slidenum">
              <a:rPr lang="it-IT" smtClean="0"/>
              <a:pPr/>
              <a:t>‹N›</a:t>
            </a:fld>
            <a:endParaRPr lang="it-IT"/>
          </a:p>
        </p:txBody>
      </p:sp>
    </p:spTree>
    <p:extLst>
      <p:ext uri="{BB962C8B-B14F-4D97-AF65-F5344CB8AC3E}">
        <p14:creationId xmlns:p14="http://schemas.microsoft.com/office/powerpoint/2010/main" val="974221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1" y="1"/>
            <a:ext cx="2945659" cy="496411"/>
          </a:xfrm>
          <a:prstGeom prst="rect">
            <a:avLst/>
          </a:prstGeom>
        </p:spPr>
        <p:txBody>
          <a:bodyPr vert="horz" lIns="91432" tIns="45715" rIns="91432" bIns="45715" rtlCol="0"/>
          <a:lstStyle>
            <a:lvl1pPr algn="l">
              <a:defRPr sz="1200"/>
            </a:lvl1pPr>
          </a:lstStyle>
          <a:p>
            <a:endParaRPr lang="it-IT"/>
          </a:p>
        </p:txBody>
      </p:sp>
      <p:sp>
        <p:nvSpPr>
          <p:cNvPr id="3" name="Segnaposto data 2"/>
          <p:cNvSpPr>
            <a:spLocks noGrp="1"/>
          </p:cNvSpPr>
          <p:nvPr>
            <p:ph type="dt" idx="1"/>
          </p:nvPr>
        </p:nvSpPr>
        <p:spPr>
          <a:xfrm>
            <a:off x="3850444" y="1"/>
            <a:ext cx="2945659" cy="496411"/>
          </a:xfrm>
          <a:prstGeom prst="rect">
            <a:avLst/>
          </a:prstGeom>
        </p:spPr>
        <p:txBody>
          <a:bodyPr vert="horz" lIns="91432" tIns="45715" rIns="91432" bIns="45715" rtlCol="0"/>
          <a:lstStyle>
            <a:lvl1pPr algn="r">
              <a:defRPr sz="1200"/>
            </a:lvl1pPr>
          </a:lstStyle>
          <a:p>
            <a:fld id="{C3299855-277B-4364-AE49-729F5FF1E17A}" type="datetimeFigureOut">
              <a:rPr lang="it-IT" smtClean="0"/>
              <a:pPr/>
              <a:t>07/10/2026</a:t>
            </a:fld>
            <a:endParaRPr lang="it-IT"/>
          </a:p>
        </p:txBody>
      </p:sp>
      <p:sp>
        <p:nvSpPr>
          <p:cNvPr id="4" name="Segnaposto immagine diapositiva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32" tIns="45715" rIns="91432" bIns="45715" rtlCol="0" anchor="ctr"/>
          <a:lstStyle/>
          <a:p>
            <a:endParaRPr lang="it-IT"/>
          </a:p>
        </p:txBody>
      </p:sp>
      <p:sp>
        <p:nvSpPr>
          <p:cNvPr id="5" name="Segnaposto note 4"/>
          <p:cNvSpPr>
            <a:spLocks noGrp="1"/>
          </p:cNvSpPr>
          <p:nvPr>
            <p:ph type="body" sz="quarter" idx="3"/>
          </p:nvPr>
        </p:nvSpPr>
        <p:spPr>
          <a:xfrm>
            <a:off x="679768" y="4715908"/>
            <a:ext cx="5438140" cy="4467701"/>
          </a:xfrm>
          <a:prstGeom prst="rect">
            <a:avLst/>
          </a:prstGeom>
        </p:spPr>
        <p:txBody>
          <a:bodyPr vert="horz" lIns="91432" tIns="45715" rIns="91432" bIns="45715"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1" y="9430091"/>
            <a:ext cx="2945659" cy="496411"/>
          </a:xfrm>
          <a:prstGeom prst="rect">
            <a:avLst/>
          </a:prstGeom>
        </p:spPr>
        <p:txBody>
          <a:bodyPr vert="horz" lIns="91432" tIns="45715" rIns="91432" bIns="45715" rtlCol="0" anchor="b"/>
          <a:lstStyle>
            <a:lvl1pPr algn="l">
              <a:defRPr sz="1200"/>
            </a:lvl1pPr>
          </a:lstStyle>
          <a:p>
            <a:endParaRPr lang="it-IT"/>
          </a:p>
        </p:txBody>
      </p:sp>
      <p:sp>
        <p:nvSpPr>
          <p:cNvPr id="7" name="Segnaposto numero diapositiva 6"/>
          <p:cNvSpPr>
            <a:spLocks noGrp="1"/>
          </p:cNvSpPr>
          <p:nvPr>
            <p:ph type="sldNum" sz="quarter" idx="5"/>
          </p:nvPr>
        </p:nvSpPr>
        <p:spPr>
          <a:xfrm>
            <a:off x="3850444" y="9430091"/>
            <a:ext cx="2945659" cy="496411"/>
          </a:xfrm>
          <a:prstGeom prst="rect">
            <a:avLst/>
          </a:prstGeom>
        </p:spPr>
        <p:txBody>
          <a:bodyPr vert="horz" lIns="91432" tIns="45715" rIns="91432" bIns="45715" rtlCol="0" anchor="b"/>
          <a:lstStyle>
            <a:lvl1pPr algn="r">
              <a:defRPr sz="1200"/>
            </a:lvl1pPr>
          </a:lstStyle>
          <a:p>
            <a:fld id="{7044E27A-C44E-4CBB-87AC-E383B3A8CE46}" type="slidenum">
              <a:rPr lang="it-IT" smtClean="0"/>
              <a:pPr/>
              <a:t>‹N›</a:t>
            </a:fld>
            <a:endParaRPr lang="it-IT"/>
          </a:p>
        </p:txBody>
      </p:sp>
    </p:spTree>
    <p:extLst>
      <p:ext uri="{BB962C8B-B14F-4D97-AF65-F5344CB8AC3E}">
        <p14:creationId xmlns:p14="http://schemas.microsoft.com/office/powerpoint/2010/main" val="613077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In questa lezione ci concentriamo sulla definizione di una buona tabella, sulle regole di come definirle, su come si scrivono e sulle implicazioni che la modifica di una tabella esistente ha sul sistema.</a:t>
            </a:r>
          </a:p>
        </p:txBody>
      </p:sp>
      <p:sp>
        <p:nvSpPr>
          <p:cNvPr id="4" name="Segnaposto numero diapositiva 3"/>
          <p:cNvSpPr>
            <a:spLocks noGrp="1"/>
          </p:cNvSpPr>
          <p:nvPr>
            <p:ph type="sldNum" sz="quarter" idx="5"/>
          </p:nvPr>
        </p:nvSpPr>
        <p:spPr/>
        <p:txBody>
          <a:bodyPr/>
          <a:lstStyle/>
          <a:p>
            <a:fld id="{7044E27A-C44E-4CBB-87AC-E383B3A8CE46}" type="slidenum">
              <a:rPr lang="it-IT" smtClean="0"/>
              <a:pPr/>
              <a:t>1</a:t>
            </a:fld>
            <a:endParaRPr lang="it-IT"/>
          </a:p>
        </p:txBody>
      </p:sp>
    </p:spTree>
    <p:extLst>
      <p:ext uri="{BB962C8B-B14F-4D97-AF65-F5344CB8AC3E}">
        <p14:creationId xmlns:p14="http://schemas.microsoft.com/office/powerpoint/2010/main" val="22403498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dirty="0" err="1"/>
              <a:t>Percorso</a:t>
            </a:r>
            <a:r>
              <a:rPr lang="en-US" dirty="0"/>
              <a:t> della </a:t>
            </a:r>
            <a:r>
              <a:rPr lang="en-US" dirty="0" err="1"/>
              <a:t>lezione</a:t>
            </a:r>
            <a:r>
              <a:rPr lang="en-US" dirty="0"/>
              <a:t>: prima il </a:t>
            </a:r>
            <a:r>
              <a:rPr lang="en-US" dirty="0" err="1"/>
              <a:t>modello</a:t>
            </a:r>
            <a:r>
              <a:rPr lang="en-US" dirty="0"/>
              <a:t>, poi la </a:t>
            </a:r>
            <a:r>
              <a:rPr lang="en-US" dirty="0" err="1"/>
              <a:t>sintassi</a:t>
            </a:r>
            <a:r>
              <a:rPr lang="en-US" dirty="0"/>
              <a:t>, poi le </a:t>
            </a:r>
            <a:r>
              <a:rPr lang="en-US" dirty="0" err="1"/>
              <a:t>conseguenze</a:t>
            </a:r>
            <a:r>
              <a:rPr lang="en-US" dirty="0"/>
              <a:t> operative e </a:t>
            </a:r>
            <a:r>
              <a:rPr lang="en-US" dirty="0" err="1"/>
              <a:t>l’impatto</a:t>
            </a:r>
            <a:r>
              <a:rPr lang="en-US" dirty="0"/>
              <a:t>.
Dire </a:t>
            </a:r>
            <a:r>
              <a:rPr lang="en-US" dirty="0" err="1"/>
              <a:t>esplicitamente</a:t>
            </a:r>
            <a:r>
              <a:rPr lang="en-US" dirty="0"/>
              <a:t> </a:t>
            </a:r>
            <a:r>
              <a:rPr lang="en-US" dirty="0" err="1"/>
              <a:t>che</a:t>
            </a:r>
            <a:r>
              <a:rPr lang="en-US" dirty="0"/>
              <a:t> </a:t>
            </a:r>
            <a:r>
              <a:rPr lang="en-US" dirty="0" err="1"/>
              <a:t>cosa</a:t>
            </a:r>
            <a:r>
              <a:rPr lang="en-US" dirty="0"/>
              <a:t> NON </a:t>
            </a:r>
            <a:r>
              <a:rPr lang="en-US" dirty="0" err="1"/>
              <a:t>c'e</a:t>
            </a:r>
            <a:r>
              <a:rPr lang="en-US" dirty="0"/>
              <a:t>' qui: </a:t>
            </a:r>
            <a:r>
              <a:rPr lang="en-US" dirty="0" err="1"/>
              <a:t>gli</a:t>
            </a:r>
            <a:r>
              <a:rPr lang="en-US" dirty="0"/>
              <a:t> </a:t>
            </a:r>
            <a:r>
              <a:rPr lang="en-US" dirty="0" err="1"/>
              <a:t>indici</a:t>
            </a:r>
            <a:r>
              <a:rPr lang="en-US" dirty="0"/>
              <a:t> </a:t>
            </a:r>
            <a:r>
              <a:rPr lang="en-US" dirty="0" err="1"/>
              <a:t>sono</a:t>
            </a:r>
            <a:r>
              <a:rPr lang="en-US" dirty="0"/>
              <a:t> la </a:t>
            </a:r>
            <a:r>
              <a:rPr lang="en-US" dirty="0" err="1"/>
              <a:t>prossima</a:t>
            </a:r>
            <a:r>
              <a:rPr lang="en-US" dirty="0"/>
              <a:t> </a:t>
            </a:r>
            <a:r>
              <a:rPr lang="en-US" dirty="0" err="1"/>
              <a:t>lezione</a:t>
            </a:r>
            <a:r>
              <a:rPr lang="en-US" dirty="0"/>
              <a:t>, </a:t>
            </a:r>
            <a:r>
              <a:rPr lang="en-US" dirty="0" err="1"/>
              <a:t>i</a:t>
            </a:r>
            <a:r>
              <a:rPr lang="en-US" dirty="0"/>
              <a:t> </a:t>
            </a:r>
            <a:r>
              <a:rPr lang="en-US" dirty="0" err="1"/>
              <a:t>vincoli</a:t>
            </a:r>
            <a:r>
              <a:rPr lang="en-US" dirty="0"/>
              <a:t> </a:t>
            </a:r>
            <a:r>
              <a:rPr lang="en-US" dirty="0" err="1"/>
              <a:t>hanno</a:t>
            </a:r>
            <a:r>
              <a:rPr lang="en-US" dirty="0"/>
              <a:t> la loro </a:t>
            </a:r>
            <a:r>
              <a:rPr lang="en-US" dirty="0" err="1"/>
              <a:t>sezione</a:t>
            </a:r>
            <a:r>
              <a:rPr lang="en-US" dirty="0"/>
              <a:t>. Oggi </a:t>
            </a:r>
            <a:r>
              <a:rPr lang="en-US" dirty="0" err="1"/>
              <a:t>si</a:t>
            </a:r>
            <a:r>
              <a:rPr lang="en-US" dirty="0"/>
              <a:t> </a:t>
            </a:r>
            <a:r>
              <a:rPr lang="en-US" dirty="0" err="1"/>
              <a:t>parla</a:t>
            </a:r>
            <a:r>
              <a:rPr lang="en-US" dirty="0"/>
              <a:t> di </a:t>
            </a:r>
            <a:r>
              <a:rPr lang="en-US" dirty="0" err="1"/>
              <a:t>tabelle</a:t>
            </a:r>
            <a:r>
              <a:rPr lang="en-US" dirty="0"/>
              <a:t>.</a:t>
            </a:r>
            <a:endParaRPr lang="it-IT" dirty="0"/>
          </a:p>
        </p:txBody>
      </p:sp>
      <p:sp>
        <p:nvSpPr>
          <p:cNvPr id="4" name="Segnaposto numero diapositiva 3"/>
          <p:cNvSpPr>
            <a:spLocks noGrp="1"/>
          </p:cNvSpPr>
          <p:nvPr>
            <p:ph type="sldNum" sz="quarter" idx="5"/>
          </p:nvPr>
        </p:nvSpPr>
        <p:spPr/>
        <p:txBody>
          <a:bodyPr/>
          <a:lstStyle/>
          <a:p>
            <a:fld id="{7044E27A-C44E-4CBB-87AC-E383B3A8CE46}" type="slidenum">
              <a:rPr lang="it-IT" smtClean="0"/>
              <a:pPr/>
              <a:t>2</a:t>
            </a:fld>
            <a:endParaRPr lang="it-IT"/>
          </a:p>
        </p:txBody>
      </p:sp>
    </p:spTree>
    <p:extLst>
      <p:ext uri="{BB962C8B-B14F-4D97-AF65-F5344CB8AC3E}">
        <p14:creationId xmlns:p14="http://schemas.microsoft.com/office/powerpoint/2010/main" val="17680069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endParaRPr lang="it-IT" dirty="0"/>
          </a:p>
        </p:txBody>
      </p:sp>
      <p:sp>
        <p:nvSpPr>
          <p:cNvPr id="4" name="Segnaposto numero diapositiva 3"/>
          <p:cNvSpPr>
            <a:spLocks noGrp="1"/>
          </p:cNvSpPr>
          <p:nvPr>
            <p:ph type="sldNum" sz="quarter" idx="5"/>
          </p:nvPr>
        </p:nvSpPr>
        <p:spPr/>
        <p:txBody>
          <a:bodyPr/>
          <a:lstStyle/>
          <a:p>
            <a:fld id="{7044E27A-C44E-4CBB-87AC-E383B3A8CE46}" type="slidenum">
              <a:rPr lang="it-IT" smtClean="0"/>
              <a:pPr/>
              <a:t>3</a:t>
            </a:fld>
            <a:endParaRPr lang="it-IT"/>
          </a:p>
        </p:txBody>
      </p:sp>
    </p:spTree>
    <p:extLst>
      <p:ext uri="{BB962C8B-B14F-4D97-AF65-F5344CB8AC3E}">
        <p14:creationId xmlns:p14="http://schemas.microsoft.com/office/powerpoint/2010/main" val="30515322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endParaRPr lang="it-IT" dirty="0"/>
          </a:p>
        </p:txBody>
      </p:sp>
      <p:sp>
        <p:nvSpPr>
          <p:cNvPr id="4" name="Segnaposto numero diapositiva 3"/>
          <p:cNvSpPr>
            <a:spLocks noGrp="1"/>
          </p:cNvSpPr>
          <p:nvPr>
            <p:ph type="sldNum" sz="quarter" idx="5"/>
          </p:nvPr>
        </p:nvSpPr>
        <p:spPr/>
        <p:txBody>
          <a:bodyPr/>
          <a:lstStyle/>
          <a:p>
            <a:fld id="{7044E27A-C44E-4CBB-87AC-E383B3A8CE46}" type="slidenum">
              <a:rPr lang="it-IT" smtClean="0"/>
              <a:pPr/>
              <a:t>4</a:t>
            </a:fld>
            <a:endParaRPr lang="it-IT"/>
          </a:p>
        </p:txBody>
      </p:sp>
    </p:spTree>
    <p:extLst>
      <p:ext uri="{BB962C8B-B14F-4D97-AF65-F5344CB8AC3E}">
        <p14:creationId xmlns:p14="http://schemas.microsoft.com/office/powerpoint/2010/main" val="19479504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fontScale="77500" lnSpcReduction="20000"/>
          </a:bodyPr>
          <a:lstStyle/>
          <a:p>
            <a:pPr rtl="0"/>
            <a:r>
              <a:rPr lang="en-US" dirty="0"/>
              <a:t>PRIMA IL MODELLO. La </a:t>
            </a:r>
            <a:r>
              <a:rPr lang="en-US" dirty="0" err="1"/>
              <a:t>creazione</a:t>
            </a:r>
            <a:r>
              <a:rPr lang="en-US" dirty="0"/>
              <a:t> </a:t>
            </a:r>
            <a:r>
              <a:rPr lang="en-US" dirty="0" err="1"/>
              <a:t>tabella</a:t>
            </a:r>
            <a:r>
              <a:rPr lang="en-US" dirty="0"/>
              <a:t> non </a:t>
            </a:r>
            <a:r>
              <a:rPr lang="en-US" dirty="0" err="1"/>
              <a:t>parte</a:t>
            </a:r>
            <a:r>
              <a:rPr lang="en-US" dirty="0"/>
              <a:t> con CREATE TABLE ma dal </a:t>
            </a:r>
            <a:r>
              <a:rPr lang="en-US" dirty="0" err="1"/>
              <a:t>modello</a:t>
            </a:r>
            <a:r>
              <a:rPr lang="en-US" dirty="0"/>
              <a:t>: il </a:t>
            </a:r>
            <a:r>
              <a:rPr lang="en-US" dirty="0" err="1"/>
              <a:t>rischio</a:t>
            </a:r>
            <a:r>
              <a:rPr lang="en-US" dirty="0"/>
              <a:t> è poi il </a:t>
            </a:r>
            <a:r>
              <a:rPr lang="en-US" dirty="0" err="1"/>
              <a:t>costo</a:t>
            </a:r>
            <a:r>
              <a:rPr lang="en-US" dirty="0"/>
              <a:t> del tempo per </a:t>
            </a:r>
            <a:r>
              <a:rPr lang="en-US" dirty="0" err="1"/>
              <a:t>ottimizzare</a:t>
            </a:r>
            <a:r>
              <a:rPr lang="en-US" dirty="0"/>
              <a:t> query. Un </a:t>
            </a:r>
            <a:r>
              <a:rPr lang="en-US" dirty="0" err="1"/>
              <a:t>errore</a:t>
            </a:r>
            <a:r>
              <a:rPr lang="en-US" dirty="0"/>
              <a:t> di </a:t>
            </a:r>
            <a:r>
              <a:rPr lang="en-US" dirty="0" err="1"/>
              <a:t>modello</a:t>
            </a:r>
            <a:r>
              <a:rPr lang="en-US" dirty="0"/>
              <a:t> </a:t>
            </a:r>
            <a:r>
              <a:rPr lang="en-US" dirty="0" err="1"/>
              <a:t>si</a:t>
            </a:r>
            <a:r>
              <a:rPr lang="en-US" dirty="0"/>
              <a:t> </a:t>
            </a:r>
            <a:r>
              <a:rPr lang="en-US" dirty="0" err="1"/>
              <a:t>paga</a:t>
            </a:r>
            <a:r>
              <a:rPr lang="en-US" dirty="0"/>
              <a:t> </a:t>
            </a:r>
            <a:r>
              <a:rPr lang="en-US" dirty="0" err="1"/>
              <a:t>su</a:t>
            </a:r>
            <a:r>
              <a:rPr lang="en-US" dirty="0"/>
              <a:t> ogni query, per anni, e non </a:t>
            </a:r>
            <a:r>
              <a:rPr lang="en-US" dirty="0" err="1"/>
              <a:t>si</a:t>
            </a:r>
            <a:r>
              <a:rPr lang="en-US" dirty="0"/>
              <a:t> </a:t>
            </a:r>
            <a:r>
              <a:rPr lang="en-US" dirty="0" err="1"/>
              <a:t>corregge</a:t>
            </a:r>
            <a:r>
              <a:rPr lang="en-US" dirty="0"/>
              <a:t> con un </a:t>
            </a:r>
            <a:r>
              <a:rPr lang="en-US" dirty="0" err="1"/>
              <a:t>indice</a:t>
            </a:r>
            <a:r>
              <a:rPr lang="en-US" dirty="0"/>
              <a:t>. </a:t>
            </a:r>
            <a:r>
              <a:rPr lang="en-US" dirty="0" err="1"/>
              <a:t>Correggere</a:t>
            </a:r>
            <a:r>
              <a:rPr lang="en-US" dirty="0"/>
              <a:t> in </a:t>
            </a:r>
            <a:r>
              <a:rPr lang="en-US" dirty="0" err="1"/>
              <a:t>fase</a:t>
            </a:r>
            <a:r>
              <a:rPr lang="en-US" dirty="0"/>
              <a:t> di </a:t>
            </a:r>
            <a:r>
              <a:rPr lang="en-US" dirty="0" err="1"/>
              <a:t>progettazione</a:t>
            </a:r>
            <a:r>
              <a:rPr lang="en-US" dirty="0"/>
              <a:t> fa </a:t>
            </a:r>
            <a:r>
              <a:rPr lang="en-US" dirty="0" err="1"/>
              <a:t>risparmiare</a:t>
            </a:r>
            <a:r>
              <a:rPr lang="en-US" dirty="0"/>
              <a:t> tempo dopo, </a:t>
            </a:r>
            <a:r>
              <a:rPr lang="en-US" dirty="0" err="1"/>
              <a:t>quando</a:t>
            </a:r>
            <a:r>
              <a:rPr lang="en-US" dirty="0"/>
              <a:t> ci </a:t>
            </a:r>
            <a:r>
              <a:rPr lang="en-US" dirty="0" err="1"/>
              <a:t>sono</a:t>
            </a:r>
            <a:r>
              <a:rPr lang="en-US" dirty="0"/>
              <a:t> </a:t>
            </a:r>
            <a:r>
              <a:rPr lang="en-US" dirty="0" err="1"/>
              <a:t>i</a:t>
            </a:r>
            <a:r>
              <a:rPr lang="en-US" dirty="0"/>
              <a:t> </a:t>
            </a:r>
            <a:r>
              <a:rPr lang="en-US" dirty="0" err="1"/>
              <a:t>dati</a:t>
            </a:r>
            <a:r>
              <a:rPr lang="en-US" dirty="0"/>
              <a:t> ogni </a:t>
            </a:r>
            <a:r>
              <a:rPr lang="en-US" dirty="0" err="1"/>
              <a:t>modifica</a:t>
            </a:r>
            <a:r>
              <a:rPr lang="en-US" dirty="0"/>
              <a:t> </a:t>
            </a:r>
            <a:r>
              <a:rPr lang="en-US" dirty="0" err="1"/>
              <a:t>può</a:t>
            </a:r>
            <a:r>
              <a:rPr lang="en-US" dirty="0"/>
              <a:t> </a:t>
            </a:r>
            <a:r>
              <a:rPr lang="en-US" dirty="0" err="1"/>
              <a:t>comportare</a:t>
            </a:r>
            <a:r>
              <a:rPr lang="en-US" dirty="0"/>
              <a:t> a </a:t>
            </a:r>
            <a:r>
              <a:rPr lang="en-US" dirty="0" err="1"/>
              <a:t>una</a:t>
            </a:r>
            <a:r>
              <a:rPr lang="en-US" dirty="0"/>
              <a:t> </a:t>
            </a:r>
            <a:r>
              <a:rPr lang="en-US" dirty="0" err="1"/>
              <a:t>migrazione</a:t>
            </a:r>
            <a:r>
              <a:rPr lang="en-US" dirty="0"/>
              <a:t> </a:t>
            </a:r>
            <a:r>
              <a:rPr lang="en-US" dirty="0" err="1"/>
              <a:t>su</a:t>
            </a:r>
            <a:r>
              <a:rPr lang="en-US" dirty="0"/>
              <a:t> </a:t>
            </a:r>
            <a:r>
              <a:rPr lang="en-US" dirty="0" err="1"/>
              <a:t>dati</a:t>
            </a:r>
            <a:r>
              <a:rPr lang="en-US" dirty="0"/>
              <a:t>.
IL CARICO DECIDE LA FORMA. OLTP e OLAP </a:t>
            </a:r>
            <a:r>
              <a:rPr lang="en-US" dirty="0" err="1"/>
              <a:t>sono</a:t>
            </a:r>
            <a:r>
              <a:rPr lang="en-US" dirty="0"/>
              <a:t> due </a:t>
            </a:r>
            <a:r>
              <a:rPr lang="en-US" dirty="0" err="1"/>
              <a:t>mestieri</a:t>
            </a:r>
            <a:r>
              <a:rPr lang="en-US" dirty="0"/>
              <a:t> </a:t>
            </a:r>
            <a:r>
              <a:rPr lang="en-US" dirty="0" err="1"/>
              <a:t>diversi</a:t>
            </a:r>
            <a:r>
              <a:rPr lang="en-US" dirty="0"/>
              <a:t>. Un </a:t>
            </a:r>
            <a:r>
              <a:rPr lang="en-US" dirty="0" err="1"/>
              <a:t>gestionale</a:t>
            </a:r>
            <a:r>
              <a:rPr lang="en-US" dirty="0"/>
              <a:t> scrive molto e </a:t>
            </a:r>
            <a:r>
              <a:rPr lang="en-US" dirty="0" err="1"/>
              <a:t>legge</a:t>
            </a:r>
            <a:r>
              <a:rPr lang="en-US" dirty="0"/>
              <a:t> poco per volta: </a:t>
            </a:r>
            <a:r>
              <a:rPr lang="en-US" dirty="0" err="1"/>
              <a:t>si</a:t>
            </a:r>
            <a:r>
              <a:rPr lang="en-US" dirty="0"/>
              <a:t> </a:t>
            </a:r>
            <a:r>
              <a:rPr lang="en-US" dirty="0" err="1"/>
              <a:t>normalizza</a:t>
            </a:r>
            <a:r>
              <a:rPr lang="en-US" dirty="0"/>
              <a:t>, </a:t>
            </a:r>
            <a:r>
              <a:rPr lang="en-US" dirty="0" err="1"/>
              <a:t>perche</a:t>
            </a:r>
            <a:r>
              <a:rPr lang="en-US" dirty="0"/>
              <a:t>' </a:t>
            </a:r>
            <a:r>
              <a:rPr lang="en-US" dirty="0" err="1"/>
              <a:t>cosi</a:t>
            </a:r>
            <a:r>
              <a:rPr lang="en-US" dirty="0"/>
              <a:t>' ogni </a:t>
            </a:r>
            <a:r>
              <a:rPr lang="en-US" dirty="0" err="1"/>
              <a:t>dato</a:t>
            </a:r>
            <a:r>
              <a:rPr lang="en-US" dirty="0"/>
              <a:t> </a:t>
            </a:r>
            <a:r>
              <a:rPr lang="en-US" dirty="0" err="1"/>
              <a:t>sta</a:t>
            </a:r>
            <a:r>
              <a:rPr lang="en-US" dirty="0"/>
              <a:t> in un punto solo e le </a:t>
            </a:r>
            <a:r>
              <a:rPr lang="en-US" dirty="0" err="1"/>
              <a:t>scritture</a:t>
            </a:r>
            <a:r>
              <a:rPr lang="en-US" dirty="0"/>
              <a:t> </a:t>
            </a:r>
            <a:r>
              <a:rPr lang="en-US" dirty="0" err="1"/>
              <a:t>sono</a:t>
            </a:r>
            <a:r>
              <a:rPr lang="en-US" dirty="0"/>
              <a:t> corte. Un </a:t>
            </a:r>
            <a:r>
              <a:rPr lang="en-US" dirty="0" err="1"/>
              <a:t>sistema</a:t>
            </a:r>
            <a:r>
              <a:rPr lang="en-US" dirty="0"/>
              <a:t> di reporting/BI </a:t>
            </a:r>
            <a:r>
              <a:rPr lang="en-US" dirty="0" err="1"/>
              <a:t>legge</a:t>
            </a:r>
            <a:r>
              <a:rPr lang="en-US" dirty="0"/>
              <a:t> </a:t>
            </a:r>
            <a:r>
              <a:rPr lang="en-US" dirty="0" err="1"/>
              <a:t>tantissimo</a:t>
            </a:r>
            <a:r>
              <a:rPr lang="en-US" dirty="0"/>
              <a:t> e scrive solo per </a:t>
            </a:r>
            <a:r>
              <a:rPr lang="en-US" dirty="0" err="1"/>
              <a:t>alimentare</a:t>
            </a:r>
            <a:r>
              <a:rPr lang="en-US" dirty="0"/>
              <a:t> con </a:t>
            </a:r>
            <a:r>
              <a:rPr lang="en-US" dirty="0" err="1"/>
              <a:t>nuovi</a:t>
            </a:r>
            <a:r>
              <a:rPr lang="en-US" dirty="0"/>
              <a:t> </a:t>
            </a:r>
            <a:r>
              <a:rPr lang="en-US" dirty="0" err="1"/>
              <a:t>dati</a:t>
            </a:r>
            <a:r>
              <a:rPr lang="en-US" dirty="0"/>
              <a:t> (in </a:t>
            </a:r>
            <a:r>
              <a:rPr lang="en-US" dirty="0" err="1"/>
              <a:t>questi</a:t>
            </a:r>
            <a:r>
              <a:rPr lang="en-US" dirty="0"/>
              <a:t> </a:t>
            </a:r>
            <a:r>
              <a:rPr lang="en-US" dirty="0" err="1"/>
              <a:t>casi</a:t>
            </a:r>
            <a:r>
              <a:rPr lang="en-US" dirty="0"/>
              <a:t> </a:t>
            </a:r>
            <a:r>
              <a:rPr lang="en-US" dirty="0" err="1"/>
              <a:t>si</a:t>
            </a:r>
            <a:r>
              <a:rPr lang="en-US" dirty="0"/>
              <a:t> </a:t>
            </a:r>
            <a:r>
              <a:rPr lang="en-US" dirty="0" err="1"/>
              <a:t>parla</a:t>
            </a:r>
            <a:r>
              <a:rPr lang="en-US" dirty="0"/>
              <a:t> di </a:t>
            </a:r>
            <a:r>
              <a:rPr lang="en-US" dirty="0" err="1"/>
              <a:t>sistemi</a:t>
            </a:r>
            <a:r>
              <a:rPr lang="en-US" dirty="0"/>
              <a:t> OLAP). 
UNA TABELLA, UNA ENTITA'. </a:t>
            </a:r>
            <a:r>
              <a:rPr lang="en-US" dirty="0" err="1"/>
              <a:t>L'esempio</a:t>
            </a:r>
            <a:r>
              <a:rPr lang="en-US" dirty="0"/>
              <a:t> classico e' la </a:t>
            </a:r>
            <a:r>
              <a:rPr lang="en-US" dirty="0" err="1"/>
              <a:t>tabella</a:t>
            </a:r>
            <a:r>
              <a:rPr lang="en-US" dirty="0"/>
              <a:t> con un campo Tipo, dove per un </a:t>
            </a:r>
            <a:r>
              <a:rPr lang="en-US" dirty="0" err="1"/>
              <a:t>tipo</a:t>
            </a:r>
            <a:r>
              <a:rPr lang="en-US" dirty="0"/>
              <a:t> </a:t>
            </a:r>
            <a:r>
              <a:rPr lang="en-US" dirty="0" err="1"/>
              <a:t>vengono</a:t>
            </a:r>
            <a:r>
              <a:rPr lang="en-US" dirty="0"/>
              <a:t> </a:t>
            </a:r>
            <a:r>
              <a:rPr lang="en-US" dirty="0" err="1"/>
              <a:t>scritte</a:t>
            </a:r>
            <a:r>
              <a:rPr lang="en-US" dirty="0"/>
              <a:t> </a:t>
            </a:r>
            <a:r>
              <a:rPr lang="en-US" dirty="0" err="1"/>
              <a:t>alcune</a:t>
            </a:r>
            <a:r>
              <a:rPr lang="en-US" dirty="0"/>
              <a:t> </a:t>
            </a:r>
            <a:r>
              <a:rPr lang="en-US" dirty="0" err="1"/>
              <a:t>colonne</a:t>
            </a:r>
            <a:r>
              <a:rPr lang="en-US" dirty="0"/>
              <a:t> e per un </a:t>
            </a:r>
            <a:r>
              <a:rPr lang="en-US" dirty="0" err="1"/>
              <a:t>altro</a:t>
            </a:r>
            <a:r>
              <a:rPr lang="en-US" dirty="0"/>
              <a:t> </a:t>
            </a:r>
            <a:r>
              <a:rPr lang="en-US" dirty="0" err="1"/>
              <a:t>altre</a:t>
            </a:r>
            <a:r>
              <a:rPr lang="en-US" dirty="0"/>
              <a:t>, meta' </a:t>
            </a:r>
            <a:r>
              <a:rPr lang="en-US" dirty="0" err="1"/>
              <a:t>tabella</a:t>
            </a:r>
            <a:r>
              <a:rPr lang="en-US" dirty="0"/>
              <a:t> e' sempre NULL o a </a:t>
            </a:r>
            <a:r>
              <a:rPr lang="en-US" dirty="0" err="1"/>
              <a:t>valore</a:t>
            </a:r>
            <a:r>
              <a:rPr lang="en-US" dirty="0"/>
              <a:t> di default. </a:t>
            </a:r>
            <a:r>
              <a:rPr lang="en-US" dirty="0" err="1"/>
              <a:t>Questo</a:t>
            </a:r>
            <a:r>
              <a:rPr lang="en-US" dirty="0"/>
              <a:t> </a:t>
            </a:r>
            <a:r>
              <a:rPr lang="en-US" dirty="0" err="1"/>
              <a:t>comporta</a:t>
            </a:r>
            <a:r>
              <a:rPr lang="en-US" dirty="0"/>
              <a:t> </a:t>
            </a:r>
            <a:r>
              <a:rPr lang="en-US" dirty="0" err="1"/>
              <a:t>che</a:t>
            </a:r>
            <a:r>
              <a:rPr lang="en-US" dirty="0"/>
              <a:t> ogni </a:t>
            </a:r>
            <a:r>
              <a:rPr lang="en-US" dirty="0" err="1"/>
              <a:t>riga</a:t>
            </a:r>
            <a:r>
              <a:rPr lang="en-US" dirty="0"/>
              <a:t> </a:t>
            </a:r>
            <a:r>
              <a:rPr lang="en-US" dirty="0" err="1"/>
              <a:t>diventi</a:t>
            </a:r>
            <a:r>
              <a:rPr lang="en-US" dirty="0"/>
              <a:t> </a:t>
            </a:r>
            <a:r>
              <a:rPr lang="en-US" dirty="0" err="1"/>
              <a:t>larga</a:t>
            </a:r>
            <a:r>
              <a:rPr lang="en-US" dirty="0"/>
              <a:t>, ogni </a:t>
            </a:r>
            <a:r>
              <a:rPr lang="en-US" dirty="0" err="1"/>
              <a:t>filtro</a:t>
            </a:r>
            <a:r>
              <a:rPr lang="en-US" dirty="0"/>
              <a:t> poco </a:t>
            </a:r>
            <a:r>
              <a:rPr lang="en-US" dirty="0" err="1"/>
              <a:t>selettivo</a:t>
            </a:r>
            <a:r>
              <a:rPr lang="en-US" dirty="0"/>
              <a:t>, ogni </a:t>
            </a:r>
            <a:r>
              <a:rPr lang="en-US" dirty="0" err="1"/>
              <a:t>regola</a:t>
            </a:r>
            <a:r>
              <a:rPr lang="en-US" dirty="0"/>
              <a:t> </a:t>
            </a:r>
            <a:r>
              <a:rPr lang="en-US" dirty="0" err="1"/>
              <a:t>condizionale</a:t>
            </a:r>
            <a:r>
              <a:rPr lang="en-US" dirty="0"/>
              <a:t>. La </a:t>
            </a:r>
            <a:r>
              <a:rPr lang="en-US" dirty="0" err="1"/>
              <a:t>domanda</a:t>
            </a:r>
            <a:r>
              <a:rPr lang="en-US" dirty="0"/>
              <a:t> di </a:t>
            </a:r>
            <a:r>
              <a:rPr lang="en-US" dirty="0" err="1"/>
              <a:t>controllo</a:t>
            </a:r>
            <a:r>
              <a:rPr lang="en-US" dirty="0"/>
              <a:t>: se il </a:t>
            </a:r>
            <a:r>
              <a:rPr lang="en-US" dirty="0" err="1"/>
              <a:t>valore</a:t>
            </a:r>
            <a:r>
              <a:rPr lang="en-US" dirty="0"/>
              <a:t> di </a:t>
            </a:r>
            <a:r>
              <a:rPr lang="en-US" dirty="0" err="1"/>
              <a:t>una</a:t>
            </a:r>
            <a:r>
              <a:rPr lang="en-US" dirty="0"/>
              <a:t> </a:t>
            </a:r>
            <a:r>
              <a:rPr lang="en-US" dirty="0" err="1"/>
              <a:t>colonna</a:t>
            </a:r>
            <a:r>
              <a:rPr lang="en-US" dirty="0"/>
              <a:t> cambia il </a:t>
            </a:r>
            <a:r>
              <a:rPr lang="en-US" dirty="0" err="1"/>
              <a:t>significato</a:t>
            </a:r>
            <a:r>
              <a:rPr lang="en-US" dirty="0"/>
              <a:t> delle </a:t>
            </a:r>
            <a:r>
              <a:rPr lang="en-US" dirty="0" err="1"/>
              <a:t>altre</a:t>
            </a:r>
            <a:r>
              <a:rPr lang="en-US" dirty="0"/>
              <a:t>, quelle </a:t>
            </a:r>
            <a:r>
              <a:rPr lang="en-US" dirty="0" err="1"/>
              <a:t>sono</a:t>
            </a:r>
            <a:r>
              <a:rPr lang="en-US" dirty="0"/>
              <a:t> due </a:t>
            </a:r>
            <a:r>
              <a:rPr lang="en-US" dirty="0" err="1"/>
              <a:t>entita</a:t>
            </a:r>
            <a:r>
              <a:rPr lang="en-US" dirty="0"/>
              <a:t>' diverse </a:t>
            </a:r>
            <a:r>
              <a:rPr lang="en-US" dirty="0" err="1"/>
              <a:t>messe</a:t>
            </a:r>
            <a:r>
              <a:rPr lang="en-US" dirty="0"/>
              <a:t> </a:t>
            </a:r>
            <a:r>
              <a:rPr lang="en-US" dirty="0" err="1"/>
              <a:t>nello</a:t>
            </a:r>
            <a:r>
              <a:rPr lang="en-US" dirty="0"/>
              <a:t> </a:t>
            </a:r>
            <a:r>
              <a:rPr lang="en-US" dirty="0" err="1"/>
              <a:t>stesso</a:t>
            </a:r>
            <a:r>
              <a:rPr lang="en-US" dirty="0"/>
              <a:t> </a:t>
            </a:r>
            <a:r>
              <a:rPr lang="en-US" dirty="0" err="1"/>
              <a:t>posto</a:t>
            </a:r>
            <a:r>
              <a:rPr lang="en-US" dirty="0"/>
              <a:t>.
DUE CHIAVI, DUE MESTIERI. La </a:t>
            </a:r>
            <a:r>
              <a:rPr lang="en-US" dirty="0" err="1"/>
              <a:t>chiave</a:t>
            </a:r>
            <a:r>
              <a:rPr lang="en-US" dirty="0"/>
              <a:t> </a:t>
            </a:r>
            <a:r>
              <a:rPr lang="en-US" dirty="0" err="1"/>
              <a:t>surrogata</a:t>
            </a:r>
            <a:r>
              <a:rPr lang="en-US" dirty="0"/>
              <a:t> (IDENTITY) serve </a:t>
            </a:r>
            <a:r>
              <a:rPr lang="en-US" dirty="0" err="1"/>
              <a:t>perche</a:t>
            </a:r>
            <a:r>
              <a:rPr lang="en-US" dirty="0"/>
              <a:t>' e' stretta, </a:t>
            </a:r>
            <a:r>
              <a:rPr lang="en-US" dirty="0" err="1"/>
              <a:t>immutabile</a:t>
            </a:r>
            <a:r>
              <a:rPr lang="en-US" dirty="0"/>
              <a:t> e senza </a:t>
            </a:r>
            <a:r>
              <a:rPr lang="en-US" dirty="0" err="1"/>
              <a:t>significato</a:t>
            </a:r>
            <a:r>
              <a:rPr lang="en-US" dirty="0"/>
              <a:t> di business: e' </a:t>
            </a:r>
            <a:r>
              <a:rPr lang="en-US" dirty="0" err="1"/>
              <a:t>quella</a:t>
            </a:r>
            <a:r>
              <a:rPr lang="en-US" dirty="0"/>
              <a:t> </a:t>
            </a:r>
            <a:r>
              <a:rPr lang="en-US" dirty="0" err="1"/>
              <a:t>che</a:t>
            </a:r>
            <a:r>
              <a:rPr lang="en-US" dirty="0"/>
              <a:t> </a:t>
            </a:r>
            <a:r>
              <a:rPr lang="en-US" dirty="0" err="1"/>
              <a:t>si</a:t>
            </a:r>
            <a:r>
              <a:rPr lang="en-US" dirty="0"/>
              <a:t> </a:t>
            </a:r>
            <a:r>
              <a:rPr lang="en-US" dirty="0" err="1"/>
              <a:t>usa</a:t>
            </a:r>
            <a:r>
              <a:rPr lang="en-US" dirty="0"/>
              <a:t> </a:t>
            </a:r>
            <a:r>
              <a:rPr lang="en-US" dirty="0" err="1"/>
              <a:t>nei</a:t>
            </a:r>
            <a:r>
              <a:rPr lang="en-US" dirty="0"/>
              <a:t> </a:t>
            </a:r>
            <a:r>
              <a:rPr lang="en-US" dirty="0" err="1"/>
              <a:t>riferimenti</a:t>
            </a:r>
            <a:r>
              <a:rPr lang="en-US" dirty="0"/>
              <a:t>. La </a:t>
            </a:r>
            <a:r>
              <a:rPr lang="en-US" dirty="0" err="1"/>
              <a:t>chiave</a:t>
            </a:r>
            <a:r>
              <a:rPr lang="en-US" dirty="0"/>
              <a:t> </a:t>
            </a:r>
            <a:r>
              <a:rPr lang="en-US" dirty="0" err="1"/>
              <a:t>naturale</a:t>
            </a:r>
            <a:r>
              <a:rPr lang="en-US" dirty="0"/>
              <a:t> (</a:t>
            </a:r>
            <a:r>
              <a:rPr lang="en-US" dirty="0" err="1"/>
              <a:t>chiave</a:t>
            </a:r>
            <a:r>
              <a:rPr lang="en-US" dirty="0"/>
              <a:t> </a:t>
            </a:r>
            <a:r>
              <a:rPr lang="en-US" dirty="0" err="1"/>
              <a:t>applicativa</a:t>
            </a:r>
            <a:r>
              <a:rPr lang="en-US" dirty="0"/>
              <a:t>) </a:t>
            </a:r>
            <a:r>
              <a:rPr lang="en-US" dirty="0" err="1"/>
              <a:t>va</a:t>
            </a:r>
            <a:r>
              <a:rPr lang="en-US" dirty="0"/>
              <a:t> </a:t>
            </a:r>
            <a:r>
              <a:rPr lang="en-US" dirty="0" err="1"/>
              <a:t>comunque</a:t>
            </a:r>
            <a:r>
              <a:rPr lang="en-US" dirty="0"/>
              <a:t> </a:t>
            </a:r>
            <a:r>
              <a:rPr lang="en-US" dirty="0" err="1"/>
              <a:t>dichiarata</a:t>
            </a:r>
            <a:r>
              <a:rPr lang="en-US" dirty="0"/>
              <a:t> unica, </a:t>
            </a:r>
            <a:r>
              <a:rPr lang="en-US" dirty="0" err="1"/>
              <a:t>altrimenti</a:t>
            </a:r>
            <a:r>
              <a:rPr lang="en-US" dirty="0"/>
              <a:t> il database </a:t>
            </a:r>
            <a:r>
              <a:rPr lang="en-US" dirty="0" err="1"/>
              <a:t>accetta</a:t>
            </a:r>
            <a:r>
              <a:rPr lang="en-US" dirty="0"/>
              <a:t> </a:t>
            </a:r>
            <a:r>
              <a:rPr lang="en-US" dirty="0" err="1"/>
              <a:t>i</a:t>
            </a:r>
            <a:r>
              <a:rPr lang="en-US" dirty="0"/>
              <a:t> </a:t>
            </a:r>
            <a:r>
              <a:rPr lang="en-US" dirty="0" err="1"/>
              <a:t>duplicati</a:t>
            </a:r>
            <a:r>
              <a:rPr lang="en-US" dirty="0"/>
              <a:t>. Non </a:t>
            </a:r>
            <a:r>
              <a:rPr lang="en-US" dirty="0" err="1"/>
              <a:t>sono</a:t>
            </a:r>
            <a:r>
              <a:rPr lang="en-US" dirty="0"/>
              <a:t> alternative: </a:t>
            </a:r>
            <a:r>
              <a:rPr lang="en-US" dirty="0" err="1"/>
              <a:t>servono</a:t>
            </a:r>
            <a:r>
              <a:rPr lang="en-US" dirty="0"/>
              <a:t> </a:t>
            </a:r>
            <a:r>
              <a:rPr lang="en-US" dirty="0" err="1"/>
              <a:t>entrambe</a:t>
            </a:r>
            <a:r>
              <a:rPr lang="en-US" dirty="0"/>
              <a:t>, con </a:t>
            </a:r>
            <a:r>
              <a:rPr lang="en-US" dirty="0" err="1"/>
              <a:t>ruoli</a:t>
            </a:r>
            <a:r>
              <a:rPr lang="en-US" dirty="0"/>
              <a:t> </a:t>
            </a:r>
            <a:r>
              <a:rPr lang="en-US" dirty="0" err="1"/>
              <a:t>diversi</a:t>
            </a:r>
            <a:r>
              <a:rPr lang="en-US" dirty="0"/>
              <a:t>.
SEGNALI DI ALLARME. Sono </a:t>
            </a:r>
            <a:r>
              <a:rPr lang="en-US" dirty="0" err="1"/>
              <a:t>i</a:t>
            </a:r>
            <a:r>
              <a:rPr lang="en-US" dirty="0"/>
              <a:t> cinque </a:t>
            </a:r>
            <a:r>
              <a:rPr lang="en-US" dirty="0" err="1"/>
              <a:t>sintomi</a:t>
            </a:r>
            <a:r>
              <a:rPr lang="en-US" dirty="0"/>
              <a:t> di </a:t>
            </a:r>
            <a:r>
              <a:rPr lang="en-US" dirty="0" err="1"/>
              <a:t>una</a:t>
            </a:r>
            <a:r>
              <a:rPr lang="en-US" dirty="0"/>
              <a:t> non buona </a:t>
            </a:r>
            <a:r>
              <a:rPr lang="en-US" dirty="0" err="1"/>
              <a:t>architetture</a:t>
            </a:r>
            <a:r>
              <a:rPr lang="en-US" dirty="0"/>
              <a:t> da </a:t>
            </a:r>
            <a:r>
              <a:rPr lang="en-US" dirty="0" err="1"/>
              <a:t>riconoscere</a:t>
            </a:r>
            <a:r>
              <a:rPr lang="en-US" dirty="0"/>
              <a:t> a </a:t>
            </a:r>
            <a:r>
              <a:rPr lang="en-US" dirty="0" err="1"/>
              <a:t>colpo</a:t>
            </a:r>
            <a:r>
              <a:rPr lang="en-US" dirty="0"/>
              <a:t> </a:t>
            </a:r>
            <a:r>
              <a:rPr lang="en-US" dirty="0" err="1"/>
              <a:t>d'occhio</a:t>
            </a:r>
            <a:r>
              <a:rPr lang="en-US" dirty="0"/>
              <a:t>.</a:t>
            </a:r>
            <a:br>
              <a:rPr lang="en-US" dirty="0"/>
            </a:br>
            <a:r>
              <a:rPr lang="en-US" dirty="0"/>
              <a:t>- </a:t>
            </a:r>
            <a:r>
              <a:rPr lang="en-US" dirty="0" err="1"/>
              <a:t>Colonne</a:t>
            </a:r>
            <a:r>
              <a:rPr lang="en-US" dirty="0"/>
              <a:t> numerate (Nota1, Nota2, Nota3) e </a:t>
            </a:r>
            <a:r>
              <a:rPr lang="en-US" dirty="0" err="1"/>
              <a:t>liste</a:t>
            </a:r>
            <a:r>
              <a:rPr lang="en-US" dirty="0"/>
              <a:t> in </a:t>
            </a:r>
            <a:r>
              <a:rPr lang="en-US" dirty="0" err="1"/>
              <a:t>una</a:t>
            </a:r>
            <a:r>
              <a:rPr lang="en-US" dirty="0"/>
              <a:t> </a:t>
            </a:r>
            <a:r>
              <a:rPr lang="en-US" dirty="0" err="1"/>
              <a:t>colonna</a:t>
            </a:r>
            <a:r>
              <a:rPr lang="en-US" dirty="0"/>
              <a:t> </a:t>
            </a:r>
            <a:r>
              <a:rPr lang="en-US" dirty="0" err="1"/>
              <a:t>sono</a:t>
            </a:r>
            <a:r>
              <a:rPr lang="en-US" dirty="0"/>
              <a:t> </a:t>
            </a:r>
            <a:r>
              <a:rPr lang="en-US" dirty="0" err="1"/>
              <a:t>violazioni</a:t>
            </a:r>
            <a:r>
              <a:rPr lang="en-US" dirty="0"/>
              <a:t> della 1NF, </a:t>
            </a:r>
            <a:r>
              <a:rPr lang="en-US" dirty="0" err="1"/>
              <a:t>che</a:t>
            </a:r>
            <a:r>
              <a:rPr lang="en-US" dirty="0"/>
              <a:t> </a:t>
            </a:r>
            <a:r>
              <a:rPr lang="en-US" dirty="0" err="1"/>
              <a:t>vediamo</a:t>
            </a:r>
            <a:r>
              <a:rPr lang="en-US" dirty="0"/>
              <a:t> </a:t>
            </a:r>
            <a:r>
              <a:rPr lang="en-US" dirty="0" err="1"/>
              <a:t>fra</a:t>
            </a:r>
            <a:r>
              <a:rPr lang="en-US" dirty="0"/>
              <a:t> poco. </a:t>
            </a:r>
            <a:br>
              <a:rPr lang="en-US" dirty="0"/>
            </a:br>
            <a:r>
              <a:rPr lang="en-US" dirty="0"/>
              <a:t>- </a:t>
            </a:r>
            <a:r>
              <a:rPr lang="en-US" dirty="0" err="1"/>
              <a:t>Colonne</a:t>
            </a:r>
            <a:r>
              <a:rPr lang="en-US" dirty="0"/>
              <a:t> </a:t>
            </a:r>
            <a:r>
              <a:rPr lang="en-US" dirty="0" err="1"/>
              <a:t>vuote</a:t>
            </a:r>
            <a:r>
              <a:rPr lang="en-US" dirty="0"/>
              <a:t> a meta' e </a:t>
            </a:r>
            <a:r>
              <a:rPr lang="en-US" dirty="0" err="1"/>
              <a:t>anagrafiche</a:t>
            </a:r>
            <a:r>
              <a:rPr lang="en-US" dirty="0"/>
              <a:t> </a:t>
            </a:r>
            <a:r>
              <a:rPr lang="en-US" dirty="0" err="1"/>
              <a:t>enormi</a:t>
            </a:r>
            <a:r>
              <a:rPr lang="en-US" dirty="0"/>
              <a:t> </a:t>
            </a:r>
            <a:r>
              <a:rPr lang="en-US" dirty="0" err="1"/>
              <a:t>sono</a:t>
            </a:r>
            <a:r>
              <a:rPr lang="en-US" dirty="0"/>
              <a:t> il </a:t>
            </a:r>
            <a:r>
              <a:rPr lang="en-US" dirty="0" err="1"/>
              <a:t>sintomo</a:t>
            </a:r>
            <a:r>
              <a:rPr lang="en-US" dirty="0"/>
              <a:t> di piu' </a:t>
            </a:r>
            <a:r>
              <a:rPr lang="en-US" dirty="0" err="1"/>
              <a:t>entita</a:t>
            </a:r>
            <a:r>
              <a:rPr lang="en-US" dirty="0"/>
              <a:t>' </a:t>
            </a:r>
            <a:r>
              <a:rPr lang="en-US" dirty="0" err="1"/>
              <a:t>schiacciate</a:t>
            </a:r>
            <a:r>
              <a:rPr lang="en-US" dirty="0"/>
              <a:t> in </a:t>
            </a:r>
            <a:r>
              <a:rPr lang="en-US" dirty="0" err="1"/>
              <a:t>una</a:t>
            </a:r>
            <a:r>
              <a:rPr lang="en-US" dirty="0"/>
              <a:t>. </a:t>
            </a:r>
            <a:br>
              <a:rPr lang="en-US" dirty="0"/>
            </a:br>
            <a:r>
              <a:rPr lang="en-US" dirty="0"/>
              <a:t>- Le </a:t>
            </a:r>
            <a:r>
              <a:rPr lang="en-US" dirty="0" err="1"/>
              <a:t>tabelle</a:t>
            </a:r>
            <a:r>
              <a:rPr lang="en-US" dirty="0"/>
              <a:t> </a:t>
            </a:r>
            <a:r>
              <a:rPr lang="en-US" dirty="0" err="1"/>
              <a:t>chiave</a:t>
            </a:r>
            <a:r>
              <a:rPr lang="en-US" dirty="0"/>
              <a:t>/</a:t>
            </a:r>
            <a:r>
              <a:rPr lang="en-US" dirty="0" err="1"/>
              <a:t>valore</a:t>
            </a:r>
            <a:r>
              <a:rPr lang="en-US" dirty="0"/>
              <a:t> </a:t>
            </a:r>
            <a:r>
              <a:rPr lang="it-IT" dirty="0"/>
              <a:t>. Invece di dichiarare le colonne si fa una tabella generica con tre campi — a chi appartiene il dato, come si chiama, quanto vale. Aggiungere una proprietà diventa un INSERT invece di un ALTER, e per questo sembra la soluzione definitiva.</a:t>
            </a:r>
          </a:p>
          <a:p>
            <a:pPr rtl="0"/>
            <a:r>
              <a:rPr lang="it-IT" dirty="0"/>
              <a:t>Il prezzo è che rinunciate ad alcune cose: il tipo di dato, perché deve essere generico o diviso nelle varie tipologie ammesse e alla query, perché filtrare per due attributi vuol dire due self-join più una conversione.</a:t>
            </a:r>
          </a:p>
          <a:p>
            <a:pPr rtl="0"/>
            <a:r>
              <a:rPr lang="it-IT" dirty="0"/>
              <a:t>La domanda che decide: su questo attributo farò mai un WHERE? Se sì, è più lineare gestirlo come una colonna.</a:t>
            </a:r>
            <a:br>
              <a:rPr lang="it-IT" dirty="0"/>
            </a:br>
            <a:br>
              <a:rPr lang="it-IT" dirty="0"/>
            </a:br>
            <a:r>
              <a:rPr lang="it-IT" dirty="0"/>
              <a:t>- Anagrafiche enormi possono essere sintomo di più entità schiacciate in una</a:t>
            </a:r>
            <a:br>
              <a:rPr lang="it-IT" dirty="0"/>
            </a:br>
            <a:endParaRPr lang="it-IT" dirty="0"/>
          </a:p>
          <a:p>
            <a:r>
              <a:rPr lang="en-US" dirty="0"/>
              <a:t>
</a:t>
            </a:r>
            <a:br>
              <a:rPr lang="it-IT" dirty="0"/>
            </a:br>
            <a:endParaRPr lang="it-IT" dirty="0"/>
          </a:p>
          <a:p>
            <a:endParaRPr lang="it-IT" dirty="0"/>
          </a:p>
        </p:txBody>
      </p:sp>
      <p:sp>
        <p:nvSpPr>
          <p:cNvPr id="4" name="Segnaposto numero diapositiva 3"/>
          <p:cNvSpPr>
            <a:spLocks noGrp="1"/>
          </p:cNvSpPr>
          <p:nvPr>
            <p:ph type="sldNum" sz="quarter" idx="5"/>
          </p:nvPr>
        </p:nvSpPr>
        <p:spPr/>
        <p:txBody>
          <a:bodyPr/>
          <a:lstStyle/>
          <a:p>
            <a:fld id="{7044E27A-C44E-4CBB-87AC-E383B3A8CE46}" type="slidenum">
              <a:rPr lang="it-IT" smtClean="0"/>
              <a:pPr/>
              <a:t>5</a:t>
            </a:fld>
            <a:endParaRPr lang="it-IT"/>
          </a:p>
        </p:txBody>
      </p:sp>
    </p:spTree>
    <p:extLst>
      <p:ext uri="{BB962C8B-B14F-4D97-AF65-F5344CB8AC3E}">
        <p14:creationId xmlns:p14="http://schemas.microsoft.com/office/powerpoint/2010/main" val="4751116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7044E27A-C44E-4CBB-87AC-E383B3A8CE46}" type="slidenum">
              <a:rPr lang="it-IT" smtClean="0"/>
              <a:pPr/>
              <a:t>6</a:t>
            </a:fld>
            <a:endParaRPr lang="it-IT"/>
          </a:p>
        </p:txBody>
      </p:sp>
    </p:spTree>
    <p:extLst>
      <p:ext uri="{BB962C8B-B14F-4D97-AF65-F5344CB8AC3E}">
        <p14:creationId xmlns:p14="http://schemas.microsoft.com/office/powerpoint/2010/main" val="37791905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dirty="0"/>
              <a:t>Le </a:t>
            </a:r>
            <a:r>
              <a:rPr lang="en-US" dirty="0" err="1"/>
              <a:t>prossime</a:t>
            </a:r>
            <a:r>
              <a:rPr lang="en-US" dirty="0"/>
              <a:t> </a:t>
            </a:r>
            <a:r>
              <a:rPr lang="en-US" dirty="0" err="1"/>
              <a:t>tre</a:t>
            </a:r>
            <a:r>
              <a:rPr lang="en-US" dirty="0"/>
              <a:t> slide </a:t>
            </a:r>
            <a:r>
              <a:rPr lang="en-US" dirty="0" err="1"/>
              <a:t>sono</a:t>
            </a:r>
            <a:r>
              <a:rPr lang="en-US" dirty="0"/>
              <a:t> un </a:t>
            </a:r>
            <a:r>
              <a:rPr lang="en-US" dirty="0" err="1"/>
              <a:t>unico</a:t>
            </a:r>
            <a:r>
              <a:rPr lang="en-US" dirty="0"/>
              <a:t> </a:t>
            </a:r>
            <a:r>
              <a:rPr lang="en-US" dirty="0" err="1"/>
              <a:t>esempio</a:t>
            </a:r>
            <a:r>
              <a:rPr lang="en-US" dirty="0"/>
              <a:t> </a:t>
            </a:r>
            <a:r>
              <a:rPr lang="en-US" dirty="0" err="1"/>
              <a:t>che</a:t>
            </a:r>
            <a:r>
              <a:rPr lang="en-US" dirty="0"/>
              <a:t> evolve: la </a:t>
            </a:r>
            <a:r>
              <a:rPr lang="en-US" dirty="0" err="1"/>
              <a:t>correzione</a:t>
            </a:r>
            <a:r>
              <a:rPr lang="en-US" dirty="0"/>
              <a:t> di </a:t>
            </a:r>
            <a:r>
              <a:rPr lang="en-US" dirty="0" err="1"/>
              <a:t>ognuna</a:t>
            </a:r>
            <a:r>
              <a:rPr lang="en-US" dirty="0"/>
              <a:t> </a:t>
            </a:r>
            <a:r>
              <a:rPr lang="en-US" dirty="0" err="1"/>
              <a:t>diventa</a:t>
            </a:r>
            <a:r>
              <a:rPr lang="en-US" dirty="0"/>
              <a:t> la </a:t>
            </a:r>
            <a:r>
              <a:rPr lang="en-US" dirty="0" err="1"/>
              <a:t>violazione</a:t>
            </a:r>
            <a:r>
              <a:rPr lang="en-US" dirty="0"/>
              <a:t> della </a:t>
            </a:r>
            <a:r>
              <a:rPr lang="en-US" dirty="0" err="1"/>
              <a:t>successiva</a:t>
            </a:r>
            <a:r>
              <a:rPr lang="en-US" dirty="0"/>
              <a:t>. </a:t>
            </a:r>
            <a:br>
              <a:rPr lang="en-US" dirty="0"/>
            </a:br>
            <a:r>
              <a:rPr lang="en-US" dirty="0"/>
              <a:t>
LA VIOLAZIONE. La </a:t>
            </a:r>
            <a:r>
              <a:rPr lang="en-US" dirty="0" err="1"/>
              <a:t>colonna</a:t>
            </a:r>
            <a:r>
              <a:rPr lang="en-US" dirty="0"/>
              <a:t> </a:t>
            </a:r>
            <a:r>
              <a:rPr lang="en-US" dirty="0" err="1"/>
              <a:t>Giacenze</a:t>
            </a:r>
            <a:r>
              <a:rPr lang="en-US" dirty="0"/>
              <a:t> e' il </a:t>
            </a:r>
            <a:r>
              <a:rPr lang="en-US" dirty="0" err="1"/>
              <a:t>caso</a:t>
            </a:r>
            <a:r>
              <a:rPr lang="en-US" dirty="0"/>
              <a:t> </a:t>
            </a:r>
            <a:r>
              <a:rPr lang="en-US" dirty="0" err="1"/>
              <a:t>estremo</a:t>
            </a:r>
            <a:r>
              <a:rPr lang="en-US" dirty="0"/>
              <a:t> della </a:t>
            </a:r>
            <a:r>
              <a:rPr lang="en-US" dirty="0" err="1"/>
              <a:t>lista</a:t>
            </a:r>
            <a:r>
              <a:rPr lang="en-US" dirty="0"/>
              <a:t> in </a:t>
            </a:r>
            <a:r>
              <a:rPr lang="en-US" dirty="0" err="1"/>
              <a:t>colonna</a:t>
            </a:r>
            <a:r>
              <a:rPr lang="en-US" dirty="0"/>
              <a:t>: </a:t>
            </a:r>
            <a:r>
              <a:rPr lang="en-US" dirty="0" err="1"/>
              <a:t>dentro</a:t>
            </a:r>
            <a:r>
              <a:rPr lang="en-US" dirty="0"/>
              <a:t> ci </a:t>
            </a:r>
            <a:r>
              <a:rPr lang="en-US" dirty="0" err="1"/>
              <a:t>sono</a:t>
            </a:r>
            <a:r>
              <a:rPr lang="en-US" dirty="0"/>
              <a:t> </a:t>
            </a:r>
            <a:r>
              <a:rPr lang="en-US" dirty="0" err="1"/>
              <a:t>coppie</a:t>
            </a:r>
            <a:r>
              <a:rPr lang="en-US" dirty="0"/>
              <a:t> </a:t>
            </a:r>
            <a:r>
              <a:rPr lang="en-US" dirty="0" err="1"/>
              <a:t>magazzino-quantita</a:t>
            </a:r>
            <a:r>
              <a:rPr lang="en-US" dirty="0"/>
              <a:t>'. E' </a:t>
            </a:r>
            <a:r>
              <a:rPr lang="en-US" dirty="0" err="1"/>
              <a:t>comodissima</a:t>
            </a:r>
            <a:r>
              <a:rPr lang="en-US" dirty="0"/>
              <a:t> da </a:t>
            </a:r>
            <a:r>
              <a:rPr lang="en-US" dirty="0" err="1"/>
              <a:t>scrivere</a:t>
            </a:r>
            <a:r>
              <a:rPr lang="en-US" dirty="0"/>
              <a:t> e </a:t>
            </a:r>
            <a:r>
              <a:rPr lang="en-US" dirty="0" err="1"/>
              <a:t>ingestibile</a:t>
            </a:r>
            <a:r>
              <a:rPr lang="en-US" dirty="0"/>
              <a:t> da </a:t>
            </a:r>
            <a:r>
              <a:rPr lang="en-US" dirty="0" err="1"/>
              <a:t>leggere</a:t>
            </a:r>
            <a:r>
              <a:rPr lang="en-US" dirty="0"/>
              <a:t>.
"</a:t>
            </a:r>
            <a:r>
              <a:rPr lang="en-US" dirty="0" err="1"/>
              <a:t>quanti</a:t>
            </a:r>
            <a:r>
              <a:rPr lang="en-US" dirty="0"/>
              <a:t> </a:t>
            </a:r>
            <a:r>
              <a:rPr lang="en-US" dirty="0" err="1"/>
              <a:t>pezzi</a:t>
            </a:r>
            <a:r>
              <a:rPr lang="en-US" dirty="0"/>
              <a:t> di A-100 ci </a:t>
            </a:r>
            <a:r>
              <a:rPr lang="en-US" dirty="0" err="1"/>
              <a:t>sono</a:t>
            </a:r>
            <a:r>
              <a:rPr lang="en-US" dirty="0"/>
              <a:t> a Torino?". La </a:t>
            </a:r>
            <a:r>
              <a:rPr lang="en-US" dirty="0" err="1"/>
              <a:t>risposta</a:t>
            </a:r>
            <a:r>
              <a:rPr lang="en-US" dirty="0"/>
              <a:t> e' </a:t>
            </a:r>
            <a:r>
              <a:rPr lang="en-US" dirty="0" err="1"/>
              <a:t>che</a:t>
            </a:r>
            <a:r>
              <a:rPr lang="en-US" dirty="0"/>
              <a:t> serve </a:t>
            </a:r>
            <a:r>
              <a:rPr lang="en-US" dirty="0" err="1"/>
              <a:t>spezzare</a:t>
            </a:r>
            <a:r>
              <a:rPr lang="en-US" dirty="0"/>
              <a:t> la </a:t>
            </a:r>
            <a:r>
              <a:rPr lang="en-US" dirty="0" err="1"/>
              <a:t>stringa</a:t>
            </a:r>
            <a:r>
              <a:rPr lang="en-US" dirty="0"/>
              <a:t> </a:t>
            </a:r>
            <a:r>
              <a:rPr lang="en-US" dirty="0" err="1"/>
              <a:t>sulla</a:t>
            </a:r>
            <a:r>
              <a:rPr lang="en-US" dirty="0"/>
              <a:t> </a:t>
            </a:r>
            <a:r>
              <a:rPr lang="en-US" dirty="0" err="1"/>
              <a:t>virgola</a:t>
            </a:r>
            <a:r>
              <a:rPr lang="en-US" dirty="0"/>
              <a:t>, poi sui due </a:t>
            </a:r>
            <a:r>
              <a:rPr lang="en-US" dirty="0" err="1"/>
              <a:t>punti</a:t>
            </a:r>
            <a:r>
              <a:rPr lang="en-US" dirty="0"/>
              <a:t>, poi </a:t>
            </a:r>
            <a:r>
              <a:rPr lang="en-US" dirty="0" err="1"/>
              <a:t>convertire</a:t>
            </a:r>
            <a:r>
              <a:rPr lang="en-US" dirty="0"/>
              <a:t> in </a:t>
            </a:r>
            <a:r>
              <a:rPr lang="en-US" dirty="0" err="1"/>
              <a:t>numero</a:t>
            </a:r>
            <a:r>
              <a:rPr lang="en-US" dirty="0"/>
              <a:t>. Non e' </a:t>
            </a:r>
            <a:r>
              <a:rPr lang="en-US" dirty="0" err="1"/>
              <a:t>una</a:t>
            </a:r>
            <a:r>
              <a:rPr lang="en-US" dirty="0"/>
              <a:t> query, e' parsing. E </a:t>
            </a:r>
            <a:r>
              <a:rPr lang="en-US" dirty="0" err="1"/>
              <a:t>nessun</a:t>
            </a:r>
            <a:r>
              <a:rPr lang="en-US" dirty="0"/>
              <a:t> </a:t>
            </a:r>
            <a:r>
              <a:rPr lang="en-US" dirty="0" err="1"/>
              <a:t>indice</a:t>
            </a:r>
            <a:r>
              <a:rPr lang="en-US" dirty="0"/>
              <a:t> </a:t>
            </a:r>
            <a:r>
              <a:rPr lang="en-US" dirty="0" err="1"/>
              <a:t>puo</a:t>
            </a:r>
            <a:r>
              <a:rPr lang="en-US" dirty="0"/>
              <a:t>' </a:t>
            </a:r>
            <a:r>
              <a:rPr lang="en-US" dirty="0" err="1"/>
              <a:t>servire</a:t>
            </a:r>
            <a:r>
              <a:rPr lang="en-US" dirty="0"/>
              <a:t>.
Secondo </a:t>
            </a:r>
            <a:r>
              <a:rPr lang="en-US" dirty="0" err="1"/>
              <a:t>argomento</a:t>
            </a:r>
            <a:r>
              <a:rPr lang="en-US" dirty="0"/>
              <a:t>, piu' forte del primo: </a:t>
            </a:r>
            <a:r>
              <a:rPr lang="en-US" dirty="0" err="1"/>
              <a:t>nessun</a:t>
            </a:r>
            <a:r>
              <a:rPr lang="en-US" dirty="0"/>
              <a:t> </a:t>
            </a:r>
            <a:r>
              <a:rPr lang="en-US" dirty="0" err="1"/>
              <a:t>vincolo</a:t>
            </a:r>
            <a:r>
              <a:rPr lang="en-US" dirty="0"/>
              <a:t> </a:t>
            </a:r>
            <a:r>
              <a:rPr lang="en-US" dirty="0" err="1"/>
              <a:t>puo</a:t>
            </a:r>
            <a:r>
              <a:rPr lang="en-US" dirty="0"/>
              <a:t>' </a:t>
            </a:r>
            <a:r>
              <a:rPr lang="en-US" dirty="0" err="1"/>
              <a:t>impedire</a:t>
            </a:r>
            <a:r>
              <a:rPr lang="en-US" dirty="0"/>
              <a:t> di </a:t>
            </a:r>
            <a:r>
              <a:rPr lang="en-US" dirty="0" err="1"/>
              <a:t>scrivere</a:t>
            </a:r>
            <a:r>
              <a:rPr lang="en-US" dirty="0"/>
              <a:t> </a:t>
            </a:r>
            <a:r>
              <a:rPr lang="en-US" dirty="0" err="1"/>
              <a:t>MAG-XX:abc</a:t>
            </a:r>
            <a:r>
              <a:rPr lang="en-US" dirty="0"/>
              <a:t>. Il database non </a:t>
            </a:r>
            <a:r>
              <a:rPr lang="en-US" dirty="0" err="1"/>
              <a:t>sa</a:t>
            </a:r>
            <a:r>
              <a:rPr lang="en-US" dirty="0"/>
              <a:t> </a:t>
            </a:r>
            <a:r>
              <a:rPr lang="en-US" dirty="0" err="1"/>
              <a:t>che</a:t>
            </a:r>
            <a:r>
              <a:rPr lang="en-US" dirty="0"/>
              <a:t> li' </a:t>
            </a:r>
            <a:r>
              <a:rPr lang="en-US" dirty="0" err="1"/>
              <a:t>dentro</a:t>
            </a:r>
            <a:r>
              <a:rPr lang="en-US" dirty="0"/>
              <a:t> ci </a:t>
            </a:r>
            <a:r>
              <a:rPr lang="en-US" dirty="0" err="1"/>
              <a:t>sono</a:t>
            </a:r>
            <a:r>
              <a:rPr lang="en-US" dirty="0"/>
              <a:t> un </a:t>
            </a:r>
            <a:r>
              <a:rPr lang="en-US" dirty="0" err="1"/>
              <a:t>codice</a:t>
            </a:r>
            <a:r>
              <a:rPr lang="en-US" dirty="0"/>
              <a:t> </a:t>
            </a:r>
            <a:r>
              <a:rPr lang="en-US" dirty="0" err="1"/>
              <a:t>deposito</a:t>
            </a:r>
            <a:r>
              <a:rPr lang="en-US" dirty="0"/>
              <a:t> e un </a:t>
            </a:r>
            <a:r>
              <a:rPr lang="en-US" dirty="0" err="1"/>
              <a:t>numero</a:t>
            </a:r>
            <a:r>
              <a:rPr lang="en-US" dirty="0"/>
              <a:t>, </a:t>
            </a:r>
            <a:r>
              <a:rPr lang="en-US" dirty="0" err="1"/>
              <a:t>quindi</a:t>
            </a:r>
            <a:r>
              <a:rPr lang="en-US" dirty="0"/>
              <a:t> non </a:t>
            </a:r>
            <a:r>
              <a:rPr lang="en-US" dirty="0" err="1"/>
              <a:t>puo</a:t>
            </a:r>
            <a:r>
              <a:rPr lang="en-US" dirty="0"/>
              <a:t>' </a:t>
            </a:r>
            <a:r>
              <a:rPr lang="en-US" dirty="0" err="1"/>
              <a:t>controllare</a:t>
            </a:r>
            <a:r>
              <a:rPr lang="en-US" dirty="0"/>
              <a:t> niente.
LA CORREZIONE. </a:t>
            </a:r>
            <a:r>
              <a:rPr lang="en-US" dirty="0" err="1"/>
              <a:t>Scomporre</a:t>
            </a:r>
            <a:r>
              <a:rPr lang="en-US" dirty="0"/>
              <a:t> la </a:t>
            </a:r>
            <a:r>
              <a:rPr lang="en-US" dirty="0" err="1"/>
              <a:t>lista</a:t>
            </a:r>
            <a:r>
              <a:rPr lang="en-US" dirty="0"/>
              <a:t> </a:t>
            </a:r>
            <a:r>
              <a:rPr lang="en-US" dirty="0" err="1"/>
              <a:t>significa</a:t>
            </a:r>
            <a:r>
              <a:rPr lang="en-US" dirty="0"/>
              <a:t> </a:t>
            </a:r>
            <a:r>
              <a:rPr lang="en-US" dirty="0" err="1"/>
              <a:t>una</a:t>
            </a:r>
            <a:r>
              <a:rPr lang="en-US" dirty="0"/>
              <a:t> </a:t>
            </a:r>
            <a:r>
              <a:rPr lang="en-US" dirty="0" err="1"/>
              <a:t>riga</a:t>
            </a:r>
            <a:r>
              <a:rPr lang="en-US" dirty="0"/>
              <a:t> per ogni </a:t>
            </a:r>
            <a:r>
              <a:rPr lang="en-US" dirty="0" err="1"/>
              <a:t>coppia</a:t>
            </a:r>
            <a:r>
              <a:rPr lang="en-US" dirty="0"/>
              <a:t> </a:t>
            </a:r>
            <a:r>
              <a:rPr lang="en-US" dirty="0" err="1"/>
              <a:t>articolo-magazzino</a:t>
            </a:r>
            <a:r>
              <a:rPr lang="en-US" dirty="0"/>
              <a:t>. </a:t>
            </a:r>
            <a:r>
              <a:rPr lang="en-US" dirty="0" err="1"/>
              <a:t>Notare</a:t>
            </a:r>
            <a:r>
              <a:rPr lang="en-US" dirty="0"/>
              <a:t> </a:t>
            </a:r>
            <a:r>
              <a:rPr lang="en-US" dirty="0" err="1"/>
              <a:t>che</a:t>
            </a:r>
            <a:r>
              <a:rPr lang="en-US" dirty="0"/>
              <a:t> le </a:t>
            </a:r>
            <a:r>
              <a:rPr lang="en-US" dirty="0" err="1"/>
              <a:t>righe</a:t>
            </a:r>
            <a:r>
              <a:rPr lang="en-US" dirty="0"/>
              <a:t> </a:t>
            </a:r>
            <a:r>
              <a:rPr lang="en-US" dirty="0" err="1"/>
              <a:t>passano</a:t>
            </a:r>
            <a:r>
              <a:rPr lang="en-US" dirty="0"/>
              <a:t> da 3 a 5: e' </a:t>
            </a:r>
            <a:r>
              <a:rPr lang="en-US" dirty="0" err="1"/>
              <a:t>normale</a:t>
            </a:r>
            <a:r>
              <a:rPr lang="en-US" dirty="0"/>
              <a:t>, </a:t>
            </a:r>
            <a:r>
              <a:rPr lang="en-US" dirty="0" err="1"/>
              <a:t>stiamo</a:t>
            </a:r>
            <a:r>
              <a:rPr lang="en-US" dirty="0"/>
              <a:t> </a:t>
            </a:r>
            <a:r>
              <a:rPr lang="en-US" dirty="0" err="1"/>
              <a:t>rappresentando</a:t>
            </a:r>
            <a:r>
              <a:rPr lang="en-US" dirty="0"/>
              <a:t> </a:t>
            </a:r>
            <a:r>
              <a:rPr lang="en-US" dirty="0" err="1"/>
              <a:t>fatti</a:t>
            </a:r>
            <a:r>
              <a:rPr lang="en-US" dirty="0"/>
              <a:t> </a:t>
            </a:r>
            <a:r>
              <a:rPr lang="en-US" dirty="0" err="1"/>
              <a:t>che</a:t>
            </a:r>
            <a:r>
              <a:rPr lang="en-US" dirty="0"/>
              <a:t> prima </a:t>
            </a:r>
            <a:r>
              <a:rPr lang="en-US" dirty="0" err="1"/>
              <a:t>erano</a:t>
            </a:r>
            <a:r>
              <a:rPr lang="en-US" dirty="0"/>
              <a:t> </a:t>
            </a:r>
            <a:r>
              <a:rPr lang="en-US" dirty="0" err="1"/>
              <a:t>nascosti</a:t>
            </a:r>
            <a:r>
              <a:rPr lang="en-US" dirty="0"/>
              <a:t> </a:t>
            </a:r>
            <a:r>
              <a:rPr lang="en-US" dirty="0" err="1"/>
              <a:t>dentro</a:t>
            </a:r>
            <a:r>
              <a:rPr lang="en-US" dirty="0"/>
              <a:t> </a:t>
            </a:r>
            <a:r>
              <a:rPr lang="en-US" dirty="0" err="1"/>
              <a:t>una</a:t>
            </a:r>
            <a:r>
              <a:rPr lang="en-US" dirty="0"/>
              <a:t> </a:t>
            </a:r>
            <a:r>
              <a:rPr lang="en-US" dirty="0" err="1"/>
              <a:t>stringa</a:t>
            </a:r>
            <a:r>
              <a:rPr lang="en-US" dirty="0"/>
              <a:t>.
 "Vite M6 </a:t>
            </a:r>
            <a:r>
              <a:rPr lang="en-US" dirty="0" err="1"/>
              <a:t>zincata</a:t>
            </a:r>
            <a:r>
              <a:rPr lang="en-US" dirty="0"/>
              <a:t>" ora compare due volte e "Milano" </a:t>
            </a:r>
            <a:r>
              <a:rPr lang="en-US" dirty="0" err="1"/>
              <a:t>tre</a:t>
            </a:r>
            <a:r>
              <a:rPr lang="en-US" dirty="0"/>
              <a:t> volte. Non e' un </a:t>
            </a:r>
            <a:r>
              <a:rPr lang="en-US" dirty="0" err="1"/>
              <a:t>difetto</a:t>
            </a:r>
            <a:r>
              <a:rPr lang="en-US" dirty="0"/>
              <a:t> della 1NF: e' il </a:t>
            </a:r>
            <a:r>
              <a:rPr lang="en-US" dirty="0" err="1"/>
              <a:t>prossimo</a:t>
            </a:r>
            <a:r>
              <a:rPr lang="en-US" dirty="0"/>
              <a:t> </a:t>
            </a:r>
            <a:r>
              <a:rPr lang="en-US" dirty="0" err="1"/>
              <a:t>problema</a:t>
            </a:r>
            <a:r>
              <a:rPr lang="en-US" dirty="0"/>
              <a:t>, ed e' </a:t>
            </a:r>
            <a:r>
              <a:rPr lang="en-US" dirty="0" err="1"/>
              <a:t>esattamente</a:t>
            </a:r>
            <a:r>
              <a:rPr lang="en-US" dirty="0"/>
              <a:t> </a:t>
            </a:r>
            <a:r>
              <a:rPr lang="en-US" dirty="0" err="1"/>
              <a:t>quello</a:t>
            </a:r>
            <a:r>
              <a:rPr lang="en-US" dirty="0"/>
              <a:t> </a:t>
            </a:r>
            <a:r>
              <a:rPr lang="en-US" dirty="0" err="1"/>
              <a:t>che</a:t>
            </a:r>
            <a:r>
              <a:rPr lang="en-US" dirty="0"/>
              <a:t> la 2NF </a:t>
            </a:r>
            <a:r>
              <a:rPr lang="en-US" dirty="0" err="1"/>
              <a:t>va</a:t>
            </a:r>
            <a:r>
              <a:rPr lang="en-US" dirty="0"/>
              <a:t> a </a:t>
            </a:r>
            <a:r>
              <a:rPr lang="en-US" dirty="0" err="1"/>
              <a:t>sistemare</a:t>
            </a:r>
            <a:r>
              <a:rPr lang="en-US" dirty="0"/>
              <a:t>.</a:t>
            </a:r>
            <a:br>
              <a:rPr lang="en-US" dirty="0"/>
            </a:br>
            <a:br>
              <a:rPr lang="en-US" dirty="0"/>
            </a:br>
            <a:endParaRPr lang="en-US" dirty="0"/>
          </a:p>
        </p:txBody>
      </p:sp>
      <p:sp>
        <p:nvSpPr>
          <p:cNvPr id="4" name="Segnaposto numero diapositiva 3"/>
          <p:cNvSpPr>
            <a:spLocks noGrp="1"/>
          </p:cNvSpPr>
          <p:nvPr>
            <p:ph type="sldNum" sz="quarter" idx="5"/>
          </p:nvPr>
        </p:nvSpPr>
        <p:spPr/>
        <p:txBody>
          <a:bodyPr/>
          <a:lstStyle/>
          <a:p>
            <a:fld id="{7044E27A-C44E-4CBB-87AC-E383B3A8CE46}" type="slidenum">
              <a:rPr lang="it-IT" smtClean="0"/>
              <a:pPr/>
              <a:t>7</a:t>
            </a:fld>
            <a:endParaRPr lang="it-IT"/>
          </a:p>
        </p:txBody>
      </p:sp>
    </p:spTree>
    <p:extLst>
      <p:ext uri="{BB962C8B-B14F-4D97-AF65-F5344CB8AC3E}">
        <p14:creationId xmlns:p14="http://schemas.microsoft.com/office/powerpoint/2010/main" val="31880877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6E77B-BFFD-B42B-F489-45A8091B8D6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A721D9F-E661-E5A7-5DA3-4B1603765E21}"/>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F4865291-7218-2C07-DBB3-CF4338BDBCE0}"/>
              </a:ext>
            </a:extLst>
          </p:cNvPr>
          <p:cNvSpPr>
            <a:spLocks noGrp="1"/>
          </p:cNvSpPr>
          <p:nvPr>
            <p:ph type="body" idx="1"/>
          </p:nvPr>
        </p:nvSpPr>
        <p:spPr/>
        <p:txBody>
          <a:bodyPr>
            <a:normAutofit/>
          </a:bodyPr>
          <a:lstStyle/>
          <a:p>
            <a:r>
              <a:rPr lang="en-US" dirty="0"/>
              <a:t>La </a:t>
            </a:r>
            <a:r>
              <a:rPr lang="en-US" dirty="0" err="1"/>
              <a:t>quantità</a:t>
            </a:r>
            <a:r>
              <a:rPr lang="en-US" dirty="0"/>
              <a:t> da sola non </a:t>
            </a:r>
            <a:r>
              <a:rPr lang="en-US" dirty="0" err="1"/>
              <a:t>significa</a:t>
            </a:r>
            <a:r>
              <a:rPr lang="en-US" dirty="0"/>
              <a:t> niente, ha senso solo con ID/</a:t>
            </a:r>
            <a:r>
              <a:rPr lang="en-US" dirty="0" err="1"/>
              <a:t>Codice</a:t>
            </a:r>
            <a:r>
              <a:rPr lang="en-US" dirty="0"/>
              <a:t> art  e mag "250 </a:t>
            </a:r>
            <a:r>
              <a:rPr lang="en-US" dirty="0" err="1"/>
              <a:t>pezzi</a:t>
            </a:r>
            <a:r>
              <a:rPr lang="en-US" dirty="0"/>
              <a:t> di </a:t>
            </a:r>
            <a:r>
              <a:rPr lang="en-US" dirty="0" err="1"/>
              <a:t>cosa</a:t>
            </a:r>
            <a:r>
              <a:rPr lang="en-US" dirty="0"/>
              <a:t>, e dove?". </a:t>
            </a:r>
          </a:p>
          <a:p>
            <a:r>
              <a:rPr lang="en-US" dirty="0"/>
              <a:t>
Le </a:t>
            </a:r>
            <a:r>
              <a:rPr lang="en-US" dirty="0" err="1"/>
              <a:t>dipendenze</a:t>
            </a:r>
            <a:r>
              <a:rPr lang="en-US" dirty="0"/>
              <a:t> </a:t>
            </a:r>
            <a:r>
              <a:rPr lang="en-US" dirty="0" err="1"/>
              <a:t>parziali</a:t>
            </a:r>
            <a:r>
              <a:rPr lang="en-US" dirty="0"/>
              <a:t> </a:t>
            </a:r>
            <a:r>
              <a:rPr lang="en-US" dirty="0" err="1"/>
              <a:t>sono</a:t>
            </a:r>
            <a:r>
              <a:rPr lang="en-US" dirty="0"/>
              <a:t> due, </a:t>
            </a:r>
            <a:r>
              <a:rPr lang="en-US" dirty="0" err="1"/>
              <a:t>una</a:t>
            </a:r>
            <a:r>
              <a:rPr lang="en-US" dirty="0"/>
              <a:t> per </a:t>
            </a:r>
            <a:r>
              <a:rPr lang="en-US" dirty="0" err="1"/>
              <a:t>ciascuna</a:t>
            </a:r>
            <a:r>
              <a:rPr lang="en-US" dirty="0"/>
              <a:t> meta' della </a:t>
            </a:r>
            <a:r>
              <a:rPr lang="en-US" dirty="0" err="1"/>
              <a:t>chiave</a:t>
            </a:r>
            <a:r>
              <a:rPr lang="en-US" dirty="0"/>
              <a:t>. La </a:t>
            </a:r>
            <a:r>
              <a:rPr lang="en-US" dirty="0" err="1"/>
              <a:t>descrizione</a:t>
            </a:r>
            <a:r>
              <a:rPr lang="en-US" dirty="0"/>
              <a:t> </a:t>
            </a:r>
            <a:r>
              <a:rPr lang="en-US" dirty="0" err="1"/>
              <a:t>appartiene</a:t>
            </a:r>
            <a:r>
              <a:rPr lang="en-US" dirty="0"/>
              <a:t> </a:t>
            </a:r>
            <a:r>
              <a:rPr lang="en-US" dirty="0" err="1"/>
              <a:t>all'articolo</a:t>
            </a:r>
            <a:r>
              <a:rPr lang="en-US" dirty="0"/>
              <a:t> e lo segue </a:t>
            </a:r>
            <a:r>
              <a:rPr lang="en-US" dirty="0" err="1"/>
              <a:t>ovunque</a:t>
            </a:r>
            <a:r>
              <a:rPr lang="en-US" dirty="0"/>
              <a:t>; la </a:t>
            </a:r>
            <a:r>
              <a:rPr lang="en-US" dirty="0" err="1"/>
              <a:t>citta</a:t>
            </a:r>
            <a:r>
              <a:rPr lang="en-US" dirty="0"/>
              <a:t>' </a:t>
            </a:r>
            <a:r>
              <a:rPr lang="en-US" dirty="0" err="1"/>
              <a:t>appartiene</a:t>
            </a:r>
            <a:r>
              <a:rPr lang="en-US" dirty="0"/>
              <a:t> al </a:t>
            </a:r>
            <a:r>
              <a:rPr lang="en-US" dirty="0" err="1"/>
              <a:t>magazzino</a:t>
            </a:r>
            <a:r>
              <a:rPr lang="en-US" dirty="0"/>
              <a:t>. </a:t>
            </a:r>
            <a:r>
              <a:rPr lang="en-US" dirty="0" err="1"/>
              <a:t>Quantita</a:t>
            </a:r>
            <a:r>
              <a:rPr lang="en-US" dirty="0"/>
              <a:t> </a:t>
            </a:r>
            <a:r>
              <a:rPr lang="en-US" dirty="0" err="1"/>
              <a:t>invece</a:t>
            </a:r>
            <a:r>
              <a:rPr lang="en-US" dirty="0"/>
              <a:t> cambia </a:t>
            </a:r>
            <a:r>
              <a:rPr lang="en-US" dirty="0" err="1"/>
              <a:t>su</a:t>
            </a:r>
            <a:r>
              <a:rPr lang="en-US" dirty="0"/>
              <a:t> </a:t>
            </a:r>
            <a:r>
              <a:rPr lang="en-US" dirty="0" err="1"/>
              <a:t>entrambi</a:t>
            </a:r>
            <a:r>
              <a:rPr lang="en-US" dirty="0"/>
              <a:t> </a:t>
            </a:r>
            <a:r>
              <a:rPr lang="en-US" dirty="0" err="1"/>
              <a:t>gli</a:t>
            </a:r>
            <a:r>
              <a:rPr lang="en-US" dirty="0"/>
              <a:t> </a:t>
            </a:r>
            <a:r>
              <a:rPr lang="en-US" dirty="0" err="1"/>
              <a:t>assi</a:t>
            </a:r>
            <a:r>
              <a:rPr lang="en-US" dirty="0"/>
              <a:t>: e' </a:t>
            </a:r>
            <a:r>
              <a:rPr lang="en-US" dirty="0" err="1"/>
              <a:t>l'unico</a:t>
            </a:r>
            <a:r>
              <a:rPr lang="en-US" dirty="0"/>
              <a:t> </a:t>
            </a:r>
            <a:r>
              <a:rPr lang="en-US" dirty="0" err="1"/>
              <a:t>attributo</a:t>
            </a:r>
            <a:r>
              <a:rPr lang="en-US" dirty="0"/>
              <a:t> </a:t>
            </a:r>
            <a:r>
              <a:rPr lang="en-US" dirty="0" err="1"/>
              <a:t>che</a:t>
            </a:r>
            <a:r>
              <a:rPr lang="en-US" dirty="0"/>
              <a:t> </a:t>
            </a:r>
            <a:r>
              <a:rPr lang="en-US" dirty="0" err="1"/>
              <a:t>dipende</a:t>
            </a:r>
            <a:r>
              <a:rPr lang="en-US" dirty="0"/>
              <a:t> </a:t>
            </a:r>
            <a:r>
              <a:rPr lang="en-US" dirty="0" err="1"/>
              <a:t>davvero</a:t>
            </a:r>
            <a:r>
              <a:rPr lang="en-US" dirty="0"/>
              <a:t> </a:t>
            </a:r>
            <a:r>
              <a:rPr lang="en-US" dirty="0" err="1"/>
              <a:t>dalla</a:t>
            </a:r>
            <a:r>
              <a:rPr lang="en-US" dirty="0"/>
              <a:t> </a:t>
            </a:r>
            <a:r>
              <a:rPr lang="en-US" dirty="0" err="1"/>
              <a:t>coppia</a:t>
            </a:r>
            <a:r>
              <a:rPr lang="en-US" dirty="0"/>
              <a:t>.
Es. "Vite M6 </a:t>
            </a:r>
            <a:r>
              <a:rPr lang="en-US" dirty="0" err="1"/>
              <a:t>zincata</a:t>
            </a:r>
            <a:r>
              <a:rPr lang="en-US" dirty="0"/>
              <a:t>" compare due volte in quattro </a:t>
            </a:r>
            <a:r>
              <a:rPr lang="en-US" dirty="0" err="1"/>
              <a:t>righe</a:t>
            </a:r>
            <a:r>
              <a:rPr lang="en-US" dirty="0"/>
              <a:t>, se devo </a:t>
            </a:r>
            <a:r>
              <a:rPr lang="en-US" dirty="0" err="1"/>
              <a:t>rinominare</a:t>
            </a:r>
            <a:r>
              <a:rPr lang="en-US" dirty="0"/>
              <a:t> </a:t>
            </a:r>
            <a:r>
              <a:rPr lang="en-US" dirty="0" err="1"/>
              <a:t>l'articolo</a:t>
            </a:r>
            <a:r>
              <a:rPr lang="en-US" dirty="0"/>
              <a:t>, UPDATE </a:t>
            </a:r>
            <a:r>
              <a:rPr lang="en-US" dirty="0" err="1"/>
              <a:t>aumentao</a:t>
            </a:r>
            <a:r>
              <a:rPr lang="en-US" dirty="0"/>
              <a:t>
 </a:t>
            </a:r>
            <a:r>
              <a:rPr lang="en-US" dirty="0" err="1"/>
              <a:t>Inserimento</a:t>
            </a:r>
            <a:r>
              <a:rPr lang="en-US" dirty="0"/>
              <a:t>: </a:t>
            </a:r>
            <a:r>
              <a:rPr lang="en-US" dirty="0" err="1"/>
              <a:t>acquisti</a:t>
            </a:r>
            <a:r>
              <a:rPr lang="en-US" dirty="0"/>
              <a:t> </a:t>
            </a:r>
            <a:r>
              <a:rPr lang="en-US" dirty="0" err="1"/>
              <a:t>codifica</a:t>
            </a:r>
            <a:r>
              <a:rPr lang="en-US" dirty="0"/>
              <a:t> un </a:t>
            </a:r>
            <a:r>
              <a:rPr lang="en-US" dirty="0" err="1"/>
              <a:t>articolo</a:t>
            </a:r>
            <a:r>
              <a:rPr lang="en-US" dirty="0"/>
              <a:t> nuovo ma non </a:t>
            </a:r>
            <a:r>
              <a:rPr lang="en-US" dirty="0" err="1"/>
              <a:t>puo</a:t>
            </a:r>
            <a:r>
              <a:rPr lang="en-US" dirty="0"/>
              <a:t>' </a:t>
            </a:r>
            <a:r>
              <a:rPr lang="en-US" dirty="0" err="1"/>
              <a:t>registrarlo</a:t>
            </a:r>
            <a:r>
              <a:rPr lang="en-US" dirty="0"/>
              <a:t> </a:t>
            </a:r>
            <a:r>
              <a:rPr lang="en-US" dirty="0" err="1"/>
              <a:t>finche</a:t>
            </a:r>
            <a:r>
              <a:rPr lang="en-US" dirty="0"/>
              <a:t>' non </a:t>
            </a:r>
            <a:r>
              <a:rPr lang="en-US" dirty="0" err="1"/>
              <a:t>arriva</a:t>
            </a:r>
            <a:r>
              <a:rPr lang="en-US" dirty="0"/>
              <a:t> la prima </a:t>
            </a:r>
            <a:r>
              <a:rPr lang="en-US" dirty="0" err="1"/>
              <a:t>fornitura</a:t>
            </a:r>
            <a:r>
              <a:rPr lang="en-US" dirty="0"/>
              <a:t>, </a:t>
            </a:r>
            <a:r>
              <a:rPr lang="en-US" dirty="0" err="1"/>
              <a:t>perche</a:t>
            </a:r>
            <a:r>
              <a:rPr lang="en-US" dirty="0"/>
              <a:t>' la </a:t>
            </a:r>
            <a:r>
              <a:rPr lang="en-US" dirty="0" err="1"/>
              <a:t>chiave</a:t>
            </a:r>
            <a:r>
              <a:rPr lang="en-US" dirty="0"/>
              <a:t> </a:t>
            </a:r>
            <a:r>
              <a:rPr lang="en-US" dirty="0" err="1"/>
              <a:t>pretende</a:t>
            </a:r>
            <a:r>
              <a:rPr lang="en-US" dirty="0"/>
              <a:t> </a:t>
            </a:r>
            <a:r>
              <a:rPr lang="en-US" dirty="0" err="1"/>
              <a:t>anche</a:t>
            </a:r>
            <a:r>
              <a:rPr lang="en-US" dirty="0"/>
              <a:t> </a:t>
            </a:r>
            <a:r>
              <a:rPr lang="en-US" dirty="0" err="1"/>
              <a:t>MagazzinoID</a:t>
            </a:r>
            <a:r>
              <a:rPr lang="en-US" dirty="0"/>
              <a:t>. </a:t>
            </a:r>
            <a:r>
              <a:rPr lang="en-US" dirty="0" err="1"/>
              <a:t>Cancellazione</a:t>
            </a:r>
            <a:r>
              <a:rPr lang="en-US" dirty="0"/>
              <a:t>: se le </a:t>
            </a:r>
            <a:r>
              <a:rPr lang="en-US" dirty="0" err="1"/>
              <a:t>giacenze</a:t>
            </a:r>
            <a:r>
              <a:rPr lang="en-US" dirty="0"/>
              <a:t> di A-205 </a:t>
            </a:r>
            <a:r>
              <a:rPr lang="en-US" dirty="0" err="1"/>
              <a:t>vanno</a:t>
            </a:r>
            <a:r>
              <a:rPr lang="en-US" dirty="0"/>
              <a:t> a zero e </a:t>
            </a:r>
            <a:r>
              <a:rPr lang="en-US" dirty="0" err="1"/>
              <a:t>qualcuno</a:t>
            </a:r>
            <a:r>
              <a:rPr lang="en-US" dirty="0"/>
              <a:t> </a:t>
            </a:r>
            <a:r>
              <a:rPr lang="en-US" dirty="0" err="1"/>
              <a:t>ripulisce</a:t>
            </a:r>
            <a:r>
              <a:rPr lang="en-US" dirty="0"/>
              <a:t> le </a:t>
            </a:r>
            <a:r>
              <a:rPr lang="en-US" dirty="0" err="1"/>
              <a:t>righe</a:t>
            </a:r>
            <a:r>
              <a:rPr lang="en-US" dirty="0"/>
              <a:t>, </a:t>
            </a:r>
            <a:r>
              <a:rPr lang="en-US" dirty="0" err="1"/>
              <a:t>sparisce</a:t>
            </a:r>
            <a:r>
              <a:rPr lang="en-US" dirty="0"/>
              <a:t> </a:t>
            </a:r>
            <a:r>
              <a:rPr lang="en-US" dirty="0" err="1"/>
              <a:t>anche</a:t>
            </a:r>
            <a:r>
              <a:rPr lang="en-US" dirty="0"/>
              <a:t> la </a:t>
            </a:r>
            <a:r>
              <a:rPr lang="en-US" dirty="0" err="1"/>
              <a:t>descrizione</a:t>
            </a:r>
            <a:r>
              <a:rPr lang="en-US" dirty="0"/>
              <a:t>.
</a:t>
            </a:r>
            <a:r>
              <a:rPr lang="en-US" dirty="0" err="1"/>
              <a:t>Soluzione</a:t>
            </a:r>
            <a:r>
              <a:rPr lang="en-US" dirty="0"/>
              <a:t> </a:t>
            </a:r>
            <a:r>
              <a:rPr lang="en-US" dirty="0" err="1"/>
              <a:t>dividere</a:t>
            </a:r>
            <a:r>
              <a:rPr lang="en-US" dirty="0"/>
              <a:t> per </a:t>
            </a:r>
            <a:r>
              <a:rPr lang="en-US" dirty="0" err="1"/>
              <a:t>entità</a:t>
            </a:r>
            <a:r>
              <a:rPr lang="en-US" dirty="0"/>
              <a:t> </a:t>
            </a:r>
            <a:r>
              <a:rPr lang="en-US" dirty="0" err="1"/>
              <a:t>indipendenti</a:t>
            </a:r>
            <a:r>
              <a:rPr lang="en-US" dirty="0"/>
              <a:t>, </a:t>
            </a:r>
            <a:r>
              <a:rPr lang="en-US" dirty="0" err="1"/>
              <a:t>rispetta</a:t>
            </a:r>
            <a:r>
              <a:rPr lang="en-US" dirty="0"/>
              <a:t> 1 e 2NF ma </a:t>
            </a:r>
            <a:r>
              <a:rPr lang="en-US" dirty="0" err="1"/>
              <a:t>aanagrafica</a:t>
            </a:r>
            <a:r>
              <a:rPr lang="en-US" dirty="0"/>
              <a:t> del </a:t>
            </a:r>
            <a:r>
              <a:rPr lang="en-US" dirty="0" err="1"/>
              <a:t>magazzino</a:t>
            </a:r>
            <a:r>
              <a:rPr lang="en-US" dirty="0"/>
              <a:t> se </a:t>
            </a:r>
            <a:r>
              <a:rPr lang="en-US" dirty="0" err="1"/>
              <a:t>avesse</a:t>
            </a:r>
            <a:r>
              <a:rPr lang="en-US" dirty="0"/>
              <a:t> </a:t>
            </a:r>
            <a:r>
              <a:rPr lang="en-US" dirty="0" err="1"/>
              <a:t>campi</a:t>
            </a:r>
            <a:r>
              <a:rPr lang="en-US" dirty="0"/>
              <a:t> </a:t>
            </a:r>
            <a:r>
              <a:rPr lang="en-US" dirty="0" err="1"/>
              <a:t>città</a:t>
            </a:r>
            <a:r>
              <a:rPr lang="en-US" dirty="0"/>
              <a:t> e CAP per </a:t>
            </a:r>
            <a:r>
              <a:rPr lang="en-US" dirty="0" err="1"/>
              <a:t>esempio</a:t>
            </a:r>
            <a:r>
              <a:rPr lang="en-US" dirty="0"/>
              <a:t> non </a:t>
            </a:r>
            <a:r>
              <a:rPr lang="en-US" dirty="0" err="1"/>
              <a:t>sono</a:t>
            </a:r>
            <a:r>
              <a:rPr lang="en-US" dirty="0"/>
              <a:t> </a:t>
            </a:r>
            <a:r>
              <a:rPr lang="en-US" dirty="0" err="1"/>
              <a:t>indipendenti</a:t>
            </a:r>
            <a:r>
              <a:rPr lang="en-US" dirty="0"/>
              <a:t> </a:t>
            </a:r>
            <a:r>
              <a:rPr lang="en-US" dirty="0" err="1"/>
              <a:t>tra</a:t>
            </a:r>
            <a:r>
              <a:rPr lang="en-US" dirty="0"/>
              <a:t> loro</a:t>
            </a:r>
            <a:br>
              <a:rPr lang="en-US" dirty="0"/>
            </a:br>
            <a:br>
              <a:rPr lang="en-US" dirty="0"/>
            </a:br>
            <a:endParaRPr lang="en-US" dirty="0"/>
          </a:p>
        </p:txBody>
      </p:sp>
      <p:sp>
        <p:nvSpPr>
          <p:cNvPr id="4" name="Segnaposto numero diapositiva 3">
            <a:extLst>
              <a:ext uri="{FF2B5EF4-FFF2-40B4-BE49-F238E27FC236}">
                <a16:creationId xmlns:a16="http://schemas.microsoft.com/office/drawing/2014/main" id="{9E6F8A5D-2736-9861-8E39-951D4BC15AA5}"/>
              </a:ext>
            </a:extLst>
          </p:cNvPr>
          <p:cNvSpPr>
            <a:spLocks noGrp="1"/>
          </p:cNvSpPr>
          <p:nvPr>
            <p:ph type="sldNum" sz="quarter" idx="5"/>
          </p:nvPr>
        </p:nvSpPr>
        <p:spPr/>
        <p:txBody>
          <a:bodyPr/>
          <a:lstStyle/>
          <a:p>
            <a:fld id="{7044E27A-C44E-4CBB-87AC-E383B3A8CE46}" type="slidenum">
              <a:rPr lang="it-IT" smtClean="0"/>
              <a:pPr/>
              <a:t>8</a:t>
            </a:fld>
            <a:endParaRPr lang="it-IT"/>
          </a:p>
        </p:txBody>
      </p:sp>
    </p:spTree>
    <p:extLst>
      <p:ext uri="{BB962C8B-B14F-4D97-AF65-F5344CB8AC3E}">
        <p14:creationId xmlns:p14="http://schemas.microsoft.com/office/powerpoint/2010/main" val="23272610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E5349-7864-9C43-FB5D-E8B4F305C96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80656A1-DE4B-3054-4E03-71E27A2E8484}"/>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86B74425-74A0-8F33-4E8F-E793D3009FC6}"/>
              </a:ext>
            </a:extLst>
          </p:cNvPr>
          <p:cNvSpPr>
            <a:spLocks noGrp="1"/>
          </p:cNvSpPr>
          <p:nvPr>
            <p:ph type="body" idx="1"/>
          </p:nvPr>
        </p:nvSpPr>
        <p:spPr/>
        <p:txBody>
          <a:bodyPr>
            <a:normAutofit/>
          </a:bodyPr>
          <a:lstStyle/>
          <a:p>
            <a:r>
              <a:rPr lang="en-US" dirty="0"/>
              <a:t>Questa e' </a:t>
            </a:r>
            <a:r>
              <a:rPr lang="en-US" dirty="0" err="1"/>
              <a:t>l'anagrafica</a:t>
            </a:r>
            <a:r>
              <a:rPr lang="en-US" dirty="0"/>
              <a:t> </a:t>
            </a:r>
            <a:r>
              <a:rPr lang="en-US" dirty="0" err="1"/>
              <a:t>Magazzino</a:t>
            </a:r>
            <a:r>
              <a:rPr lang="en-US" dirty="0"/>
              <a:t> </a:t>
            </a:r>
            <a:r>
              <a:rPr lang="en-US" dirty="0" err="1"/>
              <a:t>uscita</a:t>
            </a:r>
            <a:r>
              <a:rPr lang="en-US" dirty="0"/>
              <a:t> </a:t>
            </a:r>
            <a:r>
              <a:rPr lang="en-US" dirty="0" err="1"/>
              <a:t>dalla</a:t>
            </a:r>
            <a:r>
              <a:rPr lang="en-US" dirty="0"/>
              <a:t> slide </a:t>
            </a:r>
            <a:r>
              <a:rPr lang="en-US" dirty="0" err="1"/>
              <a:t>precedente</a:t>
            </a:r>
            <a:r>
              <a:rPr lang="en-US" dirty="0"/>
              <a:t>. Il </a:t>
            </a:r>
            <a:r>
              <a:rPr lang="en-US" dirty="0" err="1"/>
              <a:t>problema</a:t>
            </a:r>
            <a:r>
              <a:rPr lang="en-US" dirty="0"/>
              <a:t> non e' piu' la </a:t>
            </a:r>
            <a:r>
              <a:rPr lang="en-US" dirty="0" err="1"/>
              <a:t>chiave</a:t>
            </a:r>
            <a:r>
              <a:rPr lang="en-US" dirty="0"/>
              <a:t> </a:t>
            </a:r>
            <a:r>
              <a:rPr lang="en-US" dirty="0" err="1"/>
              <a:t>composta</a:t>
            </a:r>
            <a:r>
              <a:rPr lang="en-US" dirty="0"/>
              <a:t>: la </a:t>
            </a:r>
            <a:r>
              <a:rPr lang="en-US" dirty="0" err="1"/>
              <a:t>chiave</a:t>
            </a:r>
            <a:r>
              <a:rPr lang="en-US" dirty="0"/>
              <a:t> qui e' </a:t>
            </a:r>
            <a:r>
              <a:rPr lang="en-US" dirty="0" err="1"/>
              <a:t>singola</a:t>
            </a:r>
            <a:r>
              <a:rPr lang="en-US" dirty="0"/>
              <a:t> e </a:t>
            </a:r>
            <a:r>
              <a:rPr lang="en-US" dirty="0" err="1"/>
              <a:t>pulita</a:t>
            </a:r>
            <a:r>
              <a:rPr lang="en-US" dirty="0"/>
              <a:t>. Il </a:t>
            </a:r>
            <a:r>
              <a:rPr lang="en-US" dirty="0" err="1"/>
              <a:t>problema</a:t>
            </a:r>
            <a:r>
              <a:rPr lang="en-US" dirty="0"/>
              <a:t> e' </a:t>
            </a:r>
            <a:r>
              <a:rPr lang="en-US" dirty="0" err="1"/>
              <a:t>fra</a:t>
            </a:r>
            <a:r>
              <a:rPr lang="en-US" dirty="0"/>
              <a:t> </a:t>
            </a:r>
            <a:r>
              <a:rPr lang="en-US" dirty="0" err="1"/>
              <a:t>gli</a:t>
            </a:r>
            <a:r>
              <a:rPr lang="en-US" dirty="0"/>
              <a:t> </a:t>
            </a:r>
            <a:r>
              <a:rPr lang="en-US" dirty="0" err="1"/>
              <a:t>attributi</a:t>
            </a:r>
            <a:r>
              <a:rPr lang="en-US" dirty="0"/>
              <a:t> non </a:t>
            </a:r>
            <a:r>
              <a:rPr lang="en-US" dirty="0" err="1"/>
              <a:t>chiave</a:t>
            </a:r>
            <a:r>
              <a:rPr lang="en-US" dirty="0"/>
              <a:t>.
Per ogni </a:t>
            </a:r>
            <a:r>
              <a:rPr lang="en-US" dirty="0" err="1"/>
              <a:t>attributo</a:t>
            </a:r>
            <a:r>
              <a:rPr lang="en-US" dirty="0"/>
              <a:t> non </a:t>
            </a:r>
            <a:r>
              <a:rPr lang="en-US" dirty="0" err="1"/>
              <a:t>chiave</a:t>
            </a:r>
            <a:r>
              <a:rPr lang="en-US" dirty="0"/>
              <a:t>: "se </a:t>
            </a:r>
            <a:r>
              <a:rPr lang="en-US" dirty="0" err="1"/>
              <a:t>cambio</a:t>
            </a:r>
            <a:r>
              <a:rPr lang="en-US" dirty="0"/>
              <a:t> </a:t>
            </a:r>
            <a:r>
              <a:rPr lang="en-US" dirty="0" err="1"/>
              <a:t>questo</a:t>
            </a:r>
            <a:r>
              <a:rPr lang="en-US" dirty="0"/>
              <a:t> </a:t>
            </a:r>
            <a:r>
              <a:rPr lang="en-US" dirty="0" err="1"/>
              <a:t>valore</a:t>
            </a:r>
            <a:r>
              <a:rPr lang="en-US" dirty="0"/>
              <a:t>, devo </a:t>
            </a:r>
            <a:r>
              <a:rPr lang="en-US" dirty="0" err="1"/>
              <a:t>cambiarlo</a:t>
            </a:r>
            <a:r>
              <a:rPr lang="en-US" dirty="0"/>
              <a:t> </a:t>
            </a:r>
            <a:r>
              <a:rPr lang="en-US" dirty="0" err="1"/>
              <a:t>su</a:t>
            </a:r>
            <a:r>
              <a:rPr lang="en-US" dirty="0"/>
              <a:t> </a:t>
            </a:r>
            <a:r>
              <a:rPr lang="en-US" dirty="0" err="1"/>
              <a:t>più</a:t>
            </a:r>
            <a:r>
              <a:rPr lang="en-US" dirty="0"/>
              <a:t> record?". 
</a:t>
            </a:r>
            <a:r>
              <a:rPr lang="en-US" dirty="0" err="1"/>
              <a:t>Soluzione</a:t>
            </a:r>
            <a:r>
              <a:rPr lang="en-US" dirty="0"/>
              <a:t> </a:t>
            </a:r>
            <a:r>
              <a:rPr lang="en-US" dirty="0" err="1"/>
              <a:t>si</a:t>
            </a:r>
            <a:r>
              <a:rPr lang="en-US" dirty="0"/>
              <a:t> </a:t>
            </a:r>
            <a:r>
              <a:rPr lang="en-US" dirty="0" err="1"/>
              <a:t>tiene</a:t>
            </a:r>
            <a:r>
              <a:rPr lang="en-US" dirty="0"/>
              <a:t> solo il CAP e la </a:t>
            </a:r>
            <a:r>
              <a:rPr lang="en-US" dirty="0" err="1"/>
              <a:t>città</a:t>
            </a:r>
            <a:r>
              <a:rPr lang="en-US" dirty="0"/>
              <a:t> </a:t>
            </a:r>
            <a:r>
              <a:rPr lang="en-US" dirty="0" err="1"/>
              <a:t>che</a:t>
            </a:r>
            <a:r>
              <a:rPr lang="en-US" dirty="0"/>
              <a:t> è </a:t>
            </a:r>
            <a:r>
              <a:rPr lang="en-US" dirty="0" err="1"/>
              <a:t>collegata</a:t>
            </a:r>
            <a:r>
              <a:rPr lang="en-US" dirty="0"/>
              <a:t> </a:t>
            </a:r>
            <a:r>
              <a:rPr lang="en-US" dirty="0" err="1"/>
              <a:t>direttamente</a:t>
            </a:r>
            <a:r>
              <a:rPr lang="en-US" dirty="0"/>
              <a:t> </a:t>
            </a:r>
            <a:r>
              <a:rPr lang="en-US" dirty="0" err="1"/>
              <a:t>finisce</a:t>
            </a:r>
            <a:r>
              <a:rPr lang="en-US" dirty="0"/>
              <a:t> in </a:t>
            </a:r>
            <a:r>
              <a:rPr lang="en-US" dirty="0" err="1"/>
              <a:t>una</a:t>
            </a:r>
            <a:r>
              <a:rPr lang="en-US" dirty="0"/>
              <a:t> </a:t>
            </a:r>
            <a:r>
              <a:rPr lang="en-US" dirty="0" err="1"/>
              <a:t>tabella</a:t>
            </a:r>
            <a:r>
              <a:rPr lang="en-US" dirty="0"/>
              <a:t> </a:t>
            </a:r>
            <a:r>
              <a:rPr lang="en-US" dirty="0" err="1"/>
              <a:t>che</a:t>
            </a:r>
            <a:r>
              <a:rPr lang="en-US" dirty="0"/>
              <a:t> </a:t>
            </a:r>
            <a:r>
              <a:rPr lang="en-US" dirty="0" err="1"/>
              <a:t>descrive</a:t>
            </a:r>
            <a:r>
              <a:rPr lang="en-US" dirty="0"/>
              <a:t> </a:t>
            </a:r>
            <a:r>
              <a:rPr lang="en-US" dirty="0" err="1"/>
              <a:t>l’entità</a:t>
            </a:r>
            <a:r>
              <a:rPr lang="en-US" dirty="0"/>
              <a:t> </a:t>
            </a:r>
            <a:r>
              <a:rPr lang="en-US" dirty="0" err="1"/>
              <a:t>località</a:t>
            </a:r>
            <a:r>
              <a:rPr lang="en-US" dirty="0"/>
              <a:t>.</a:t>
            </a:r>
          </a:p>
          <a:p>
            <a:r>
              <a:rPr lang="en-US" dirty="0"/>
              <a:t>
MAG-MI e MAG-EC </a:t>
            </a:r>
            <a:r>
              <a:rPr lang="en-US" dirty="0" err="1"/>
              <a:t>hanno</a:t>
            </a:r>
            <a:r>
              <a:rPr lang="en-US" dirty="0"/>
              <a:t> lo </a:t>
            </a:r>
            <a:r>
              <a:rPr lang="en-US" dirty="0" err="1"/>
              <a:t>stesso</a:t>
            </a:r>
            <a:r>
              <a:rPr lang="en-US" dirty="0"/>
              <a:t> CAP. Nel </a:t>
            </a:r>
            <a:r>
              <a:rPr lang="en-US" dirty="0" err="1"/>
              <a:t>modello</a:t>
            </a:r>
            <a:r>
              <a:rPr lang="en-US" dirty="0"/>
              <a:t> di sinistra uno </a:t>
            </a:r>
            <a:r>
              <a:rPr lang="en-US" dirty="0" err="1"/>
              <a:t>dei</a:t>
            </a:r>
            <a:r>
              <a:rPr lang="en-US" dirty="0"/>
              <a:t> due </a:t>
            </a:r>
            <a:r>
              <a:rPr lang="en-US" dirty="0" err="1"/>
              <a:t>puo</a:t>
            </a:r>
            <a:r>
              <a:rPr lang="en-US" dirty="0"/>
              <a:t>' dire "Milano" e </a:t>
            </a:r>
            <a:r>
              <a:rPr lang="en-US" dirty="0" err="1"/>
              <a:t>l'altro</a:t>
            </a:r>
            <a:r>
              <a:rPr lang="en-US" dirty="0"/>
              <a:t> "Milano Est", e </a:t>
            </a:r>
            <a:r>
              <a:rPr lang="en-US" dirty="0" err="1"/>
              <a:t>nessun</a:t>
            </a:r>
            <a:r>
              <a:rPr lang="en-US" dirty="0"/>
              <a:t> </a:t>
            </a:r>
            <a:r>
              <a:rPr lang="en-US" dirty="0" err="1"/>
              <a:t>vincolo</a:t>
            </a:r>
            <a:r>
              <a:rPr lang="en-US" dirty="0"/>
              <a:t> </a:t>
            </a:r>
            <a:r>
              <a:rPr lang="en-US" dirty="0" err="1"/>
              <a:t>puo</a:t>
            </a:r>
            <a:r>
              <a:rPr lang="en-US" dirty="0"/>
              <a:t>' </a:t>
            </a:r>
            <a:r>
              <a:rPr lang="en-US" dirty="0" err="1"/>
              <a:t>impedirlo</a:t>
            </a:r>
            <a:r>
              <a:rPr lang="en-US" dirty="0"/>
              <a:t> </a:t>
            </a:r>
            <a:r>
              <a:rPr lang="en-US" dirty="0" err="1"/>
              <a:t>finche</a:t>
            </a:r>
            <a:r>
              <a:rPr lang="en-US" dirty="0"/>
              <a:t>' il </a:t>
            </a:r>
            <a:r>
              <a:rPr lang="en-US" dirty="0" err="1"/>
              <a:t>dato</a:t>
            </a:r>
            <a:r>
              <a:rPr lang="en-US" dirty="0"/>
              <a:t> </a:t>
            </a:r>
            <a:r>
              <a:rPr lang="en-US" dirty="0" err="1"/>
              <a:t>vive</a:t>
            </a:r>
            <a:r>
              <a:rPr lang="en-US" dirty="0"/>
              <a:t> </a:t>
            </a:r>
            <a:r>
              <a:rPr lang="en-US" dirty="0" err="1"/>
              <a:t>su</a:t>
            </a:r>
            <a:r>
              <a:rPr lang="en-US" dirty="0"/>
              <a:t> ogni </a:t>
            </a:r>
            <a:r>
              <a:rPr lang="en-US" dirty="0" err="1"/>
              <a:t>riga</a:t>
            </a:r>
            <a:r>
              <a:rPr lang="en-US" dirty="0"/>
              <a:t>. Nel </a:t>
            </a:r>
            <a:r>
              <a:rPr lang="en-US" dirty="0" err="1"/>
              <a:t>modello</a:t>
            </a:r>
            <a:r>
              <a:rPr lang="en-US" dirty="0"/>
              <a:t> di </a:t>
            </a:r>
            <a:r>
              <a:rPr lang="en-US" dirty="0" err="1"/>
              <a:t>destra</a:t>
            </a:r>
            <a:r>
              <a:rPr lang="en-US" dirty="0"/>
              <a:t> e' </a:t>
            </a:r>
            <a:r>
              <a:rPr lang="en-US" dirty="0" err="1"/>
              <a:t>strutturalmente</a:t>
            </a:r>
            <a:r>
              <a:rPr lang="en-US" dirty="0"/>
              <a:t> </a:t>
            </a:r>
            <a:r>
              <a:rPr lang="en-US" dirty="0" err="1"/>
              <a:t>impossibile</a:t>
            </a:r>
            <a:r>
              <a:rPr lang="en-US" dirty="0"/>
              <a:t>.
Siamo </a:t>
            </a:r>
            <a:r>
              <a:rPr lang="en-US" dirty="0" err="1"/>
              <a:t>partiti</a:t>
            </a:r>
            <a:r>
              <a:rPr lang="en-US" dirty="0"/>
              <a:t> da </a:t>
            </a:r>
            <a:r>
              <a:rPr lang="en-US" dirty="0" err="1"/>
              <a:t>una</a:t>
            </a:r>
            <a:r>
              <a:rPr lang="en-US" dirty="0"/>
              <a:t> </a:t>
            </a:r>
            <a:r>
              <a:rPr lang="en-US" dirty="0" err="1"/>
              <a:t>riga</a:t>
            </a:r>
            <a:r>
              <a:rPr lang="en-US" dirty="0"/>
              <a:t> per </a:t>
            </a:r>
            <a:r>
              <a:rPr lang="en-US" dirty="0" err="1"/>
              <a:t>articolo</a:t>
            </a:r>
            <a:r>
              <a:rPr lang="en-US" dirty="0"/>
              <a:t> con le </a:t>
            </a:r>
            <a:r>
              <a:rPr lang="en-US" dirty="0" err="1"/>
              <a:t>giacenze</a:t>
            </a:r>
            <a:r>
              <a:rPr lang="en-US" dirty="0"/>
              <a:t> </a:t>
            </a:r>
            <a:r>
              <a:rPr lang="en-US" dirty="0" err="1"/>
              <a:t>dentro</a:t>
            </a:r>
            <a:r>
              <a:rPr lang="en-US" dirty="0"/>
              <a:t> </a:t>
            </a:r>
            <a:r>
              <a:rPr lang="en-US" dirty="0" err="1"/>
              <a:t>una</a:t>
            </a:r>
            <a:r>
              <a:rPr lang="en-US" dirty="0"/>
              <a:t> </a:t>
            </a:r>
            <a:r>
              <a:rPr lang="en-US" dirty="0" err="1"/>
              <a:t>stringa</a:t>
            </a:r>
            <a:r>
              <a:rPr lang="en-US" dirty="0"/>
              <a:t>, e </a:t>
            </a:r>
            <a:r>
              <a:rPr lang="en-US" dirty="0" err="1"/>
              <a:t>siamo</a:t>
            </a:r>
            <a:r>
              <a:rPr lang="en-US" dirty="0"/>
              <a:t> </a:t>
            </a:r>
            <a:r>
              <a:rPr lang="en-US" dirty="0" err="1"/>
              <a:t>arrivati</a:t>
            </a:r>
            <a:r>
              <a:rPr lang="en-US" dirty="0"/>
              <a:t> a cinque </a:t>
            </a:r>
            <a:r>
              <a:rPr lang="en-US" dirty="0" err="1"/>
              <a:t>tabelle</a:t>
            </a:r>
            <a:r>
              <a:rPr lang="en-US" dirty="0"/>
              <a:t>. Sembrano tante, ma </a:t>
            </a:r>
            <a:r>
              <a:rPr lang="en-US" dirty="0" err="1"/>
              <a:t>ognuna</a:t>
            </a:r>
            <a:r>
              <a:rPr lang="en-US" dirty="0"/>
              <a:t> ha </a:t>
            </a:r>
            <a:r>
              <a:rPr lang="en-US" dirty="0" err="1"/>
              <a:t>una</a:t>
            </a:r>
            <a:r>
              <a:rPr lang="en-US" dirty="0"/>
              <a:t> </a:t>
            </a:r>
            <a:r>
              <a:rPr lang="en-US" dirty="0" err="1"/>
              <a:t>ragione</a:t>
            </a:r>
            <a:r>
              <a:rPr lang="en-US" dirty="0"/>
              <a:t> </a:t>
            </a:r>
            <a:r>
              <a:rPr lang="en-US" dirty="0" err="1"/>
              <a:t>precisa</a:t>
            </a:r>
            <a:r>
              <a:rPr lang="en-US" dirty="0"/>
              <a:t> e </a:t>
            </a:r>
            <a:r>
              <a:rPr lang="en-US" dirty="0" err="1"/>
              <a:t>ognuna</a:t>
            </a:r>
            <a:r>
              <a:rPr lang="en-US" dirty="0"/>
              <a:t> e' nata da un </a:t>
            </a:r>
            <a:r>
              <a:rPr lang="en-US" dirty="0" err="1"/>
              <a:t>problema</a:t>
            </a:r>
            <a:r>
              <a:rPr lang="en-US" dirty="0"/>
              <a:t> </a:t>
            </a:r>
            <a:r>
              <a:rPr lang="en-US" dirty="0" err="1"/>
              <a:t>concreto</a:t>
            </a:r>
            <a:r>
              <a:rPr lang="en-US" dirty="0"/>
              <a:t> </a:t>
            </a:r>
            <a:r>
              <a:rPr lang="en-US" dirty="0" err="1"/>
              <a:t>che</a:t>
            </a:r>
            <a:r>
              <a:rPr lang="en-US" dirty="0"/>
              <a:t> </a:t>
            </a:r>
            <a:r>
              <a:rPr lang="en-US" dirty="0" err="1"/>
              <a:t>abbiamo</a:t>
            </a:r>
            <a:r>
              <a:rPr lang="en-US" dirty="0"/>
              <a:t> visto. </a:t>
            </a:r>
            <a:r>
              <a:rPr lang="en-US" dirty="0" err="1"/>
              <a:t>Questo</a:t>
            </a:r>
            <a:r>
              <a:rPr lang="en-US" dirty="0"/>
              <a:t> e' il senso delle </a:t>
            </a:r>
            <a:r>
              <a:rPr lang="en-US" dirty="0" err="1"/>
              <a:t>forme</a:t>
            </a:r>
            <a:r>
              <a:rPr lang="en-US" dirty="0"/>
              <a:t> </a:t>
            </a:r>
            <a:r>
              <a:rPr lang="en-US" dirty="0" err="1"/>
              <a:t>normali</a:t>
            </a:r>
            <a:r>
              <a:rPr lang="en-US" dirty="0"/>
              <a:t>: non </a:t>
            </a:r>
            <a:r>
              <a:rPr lang="en-US" dirty="0" err="1"/>
              <a:t>regole</a:t>
            </a:r>
            <a:r>
              <a:rPr lang="en-US" dirty="0"/>
              <a:t> da </a:t>
            </a:r>
            <a:r>
              <a:rPr lang="en-US" dirty="0" err="1"/>
              <a:t>imparare</a:t>
            </a:r>
            <a:r>
              <a:rPr lang="en-US" dirty="0"/>
              <a:t>, ma </a:t>
            </a:r>
            <a:r>
              <a:rPr lang="en-US" dirty="0" err="1"/>
              <a:t>tre</a:t>
            </a:r>
            <a:r>
              <a:rPr lang="en-US" dirty="0"/>
              <a:t> </a:t>
            </a:r>
            <a:r>
              <a:rPr lang="en-US" dirty="0" err="1"/>
              <a:t>domande</a:t>
            </a:r>
            <a:r>
              <a:rPr lang="en-US" dirty="0"/>
              <a:t> da </a:t>
            </a:r>
            <a:r>
              <a:rPr lang="en-US" dirty="0" err="1"/>
              <a:t>farsi</a:t>
            </a:r>
            <a:r>
              <a:rPr lang="en-US" dirty="0"/>
              <a:t> in </a:t>
            </a:r>
            <a:r>
              <a:rPr lang="en-US" dirty="0" err="1"/>
              <a:t>sequenza</a:t>
            </a:r>
            <a:r>
              <a:rPr lang="en-US" dirty="0"/>
              <a:t>.
DEMO</a:t>
            </a:r>
            <a:br>
              <a:rPr lang="it-IT" dirty="0"/>
            </a:br>
            <a:endParaRPr lang="it-IT" dirty="0"/>
          </a:p>
        </p:txBody>
      </p:sp>
      <p:sp>
        <p:nvSpPr>
          <p:cNvPr id="4" name="Segnaposto numero diapositiva 3">
            <a:extLst>
              <a:ext uri="{FF2B5EF4-FFF2-40B4-BE49-F238E27FC236}">
                <a16:creationId xmlns:a16="http://schemas.microsoft.com/office/drawing/2014/main" id="{E7F1BC93-101C-04C3-F83E-5FE4F7132CBE}"/>
              </a:ext>
            </a:extLst>
          </p:cNvPr>
          <p:cNvSpPr>
            <a:spLocks noGrp="1"/>
          </p:cNvSpPr>
          <p:nvPr>
            <p:ph type="sldNum" sz="quarter" idx="5"/>
          </p:nvPr>
        </p:nvSpPr>
        <p:spPr/>
        <p:txBody>
          <a:bodyPr/>
          <a:lstStyle/>
          <a:p>
            <a:fld id="{7044E27A-C44E-4CBB-87AC-E383B3A8CE46}" type="slidenum">
              <a:rPr lang="it-IT" smtClean="0"/>
              <a:pPr/>
              <a:t>9</a:t>
            </a:fld>
            <a:endParaRPr lang="it-IT"/>
          </a:p>
        </p:txBody>
      </p:sp>
    </p:spTree>
    <p:extLst>
      <p:ext uri="{BB962C8B-B14F-4D97-AF65-F5344CB8AC3E}">
        <p14:creationId xmlns:p14="http://schemas.microsoft.com/office/powerpoint/2010/main" val="27186642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Slide di </a:t>
            </a:r>
            <a:r>
              <a:rPr lang="en-US" dirty="0" err="1"/>
              <a:t>riepilogo</a:t>
            </a:r>
            <a:r>
              <a:rPr lang="en-US" dirty="0"/>
              <a:t>, da </a:t>
            </a:r>
            <a:r>
              <a:rPr lang="en-US" dirty="0" err="1"/>
              <a:t>usare</a:t>
            </a:r>
            <a:r>
              <a:rPr lang="en-US" dirty="0"/>
              <a:t> come </a:t>
            </a:r>
            <a:r>
              <a:rPr lang="en-US" dirty="0" err="1"/>
              <a:t>specchietto</a:t>
            </a:r>
            <a:r>
              <a:rPr lang="en-US" dirty="0"/>
              <a:t> finale dopo aver visto </a:t>
            </a:r>
            <a:r>
              <a:rPr lang="en-US" dirty="0" err="1"/>
              <a:t>i</a:t>
            </a:r>
            <a:r>
              <a:rPr lang="en-US" dirty="0"/>
              <a:t> 3 </a:t>
            </a:r>
            <a:r>
              <a:rPr lang="en-US" dirty="0" err="1"/>
              <a:t>esempi</a:t>
            </a:r>
            <a:r>
              <a:rPr lang="en-US" dirty="0"/>
              <a:t>.
La </a:t>
            </a:r>
            <a:r>
              <a:rPr lang="en-US" dirty="0" err="1"/>
              <a:t>colonna</a:t>
            </a:r>
            <a:r>
              <a:rPr lang="en-US" dirty="0"/>
              <a:t> "Il test da fare" e' </a:t>
            </a:r>
            <a:r>
              <a:rPr lang="en-US" dirty="0" err="1"/>
              <a:t>quella</a:t>
            </a:r>
            <a:r>
              <a:rPr lang="en-US" dirty="0"/>
              <a:t> </a:t>
            </a:r>
            <a:r>
              <a:rPr lang="en-US" dirty="0" err="1"/>
              <a:t>che</a:t>
            </a:r>
            <a:r>
              <a:rPr lang="en-US" dirty="0"/>
              <a:t> </a:t>
            </a:r>
            <a:r>
              <a:rPr lang="en-US" dirty="0" err="1"/>
              <a:t>conta</a:t>
            </a:r>
            <a:r>
              <a:rPr lang="en-US" dirty="0"/>
              <a:t>: </a:t>
            </a:r>
            <a:r>
              <a:rPr lang="en-US" dirty="0" err="1"/>
              <a:t>sono</a:t>
            </a:r>
            <a:r>
              <a:rPr lang="en-US" dirty="0"/>
              <a:t> le </a:t>
            </a:r>
            <a:r>
              <a:rPr lang="en-US" dirty="0" err="1"/>
              <a:t>domande</a:t>
            </a:r>
            <a:r>
              <a:rPr lang="en-US" dirty="0"/>
              <a:t> da </a:t>
            </a:r>
            <a:r>
              <a:rPr lang="en-US" dirty="0" err="1"/>
              <a:t>porsi</a:t>
            </a:r>
            <a:r>
              <a:rPr lang="en-US" dirty="0"/>
              <a:t>.
</a:t>
            </a:r>
            <a:endParaRPr lang="it-IT" dirty="0"/>
          </a:p>
        </p:txBody>
      </p:sp>
      <p:sp>
        <p:nvSpPr>
          <p:cNvPr id="4" name="Segnaposto numero diapositiva 3"/>
          <p:cNvSpPr>
            <a:spLocks noGrp="1"/>
          </p:cNvSpPr>
          <p:nvPr>
            <p:ph type="sldNum" sz="quarter" idx="5"/>
          </p:nvPr>
        </p:nvSpPr>
        <p:spPr/>
        <p:txBody>
          <a:bodyPr/>
          <a:lstStyle/>
          <a:p>
            <a:fld id="{7044E27A-C44E-4CBB-87AC-E383B3A8CE46}" type="slidenum">
              <a:rPr lang="it-IT" smtClean="0"/>
              <a:pPr/>
              <a:t>10</a:t>
            </a:fld>
            <a:endParaRPr lang="it-IT"/>
          </a:p>
        </p:txBody>
      </p:sp>
    </p:spTree>
    <p:extLst>
      <p:ext uri="{BB962C8B-B14F-4D97-AF65-F5344CB8AC3E}">
        <p14:creationId xmlns:p14="http://schemas.microsoft.com/office/powerpoint/2010/main" val="25408922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messaggio da fissare: denormalizzare non e' "rompere le regole", e' una decisione di progetto che si prende dopo aver misurato, e che porta con se' l'obbligo di mantenere la coerenza con un meccanismo.
Un </a:t>
            </a:r>
            <a:r>
              <a:rPr lang="en-US" dirty="0" err="1"/>
              <a:t>conto</a:t>
            </a:r>
            <a:r>
              <a:rPr lang="en-US" dirty="0"/>
              <a:t> è il </a:t>
            </a:r>
            <a:r>
              <a:rPr lang="en-US" dirty="0" err="1"/>
              <a:t>dato</a:t>
            </a:r>
            <a:r>
              <a:rPr lang="en-US" dirty="0"/>
              <a:t> storico </a:t>
            </a:r>
            <a:r>
              <a:rPr lang="en-US" dirty="0" err="1"/>
              <a:t>che</a:t>
            </a:r>
            <a:r>
              <a:rPr lang="en-US" dirty="0"/>
              <a:t> </a:t>
            </a:r>
            <a:r>
              <a:rPr lang="en-US" dirty="0" err="1"/>
              <a:t>va</a:t>
            </a:r>
            <a:r>
              <a:rPr lang="en-US" dirty="0"/>
              <a:t> </a:t>
            </a:r>
            <a:r>
              <a:rPr lang="en-US" dirty="0" err="1"/>
              <a:t>persistito</a:t>
            </a:r>
            <a:r>
              <a:rPr lang="en-US" dirty="0"/>
              <a:t> in </a:t>
            </a:r>
            <a:r>
              <a:rPr lang="en-US" dirty="0" err="1"/>
              <a:t>quel</a:t>
            </a:r>
            <a:r>
              <a:rPr lang="en-US" dirty="0"/>
              <a:t> </a:t>
            </a:r>
            <a:r>
              <a:rPr lang="en-US" dirty="0" err="1"/>
              <a:t>momento</a:t>
            </a:r>
            <a:r>
              <a:rPr lang="en-US" dirty="0"/>
              <a:t> (es. Prezzo </a:t>
            </a:r>
            <a:r>
              <a:rPr lang="en-US" dirty="0" err="1"/>
              <a:t>pagato</a:t>
            </a:r>
            <a:r>
              <a:rPr lang="en-US" dirty="0"/>
              <a:t> </a:t>
            </a:r>
            <a:r>
              <a:rPr lang="en-US" dirty="0" err="1"/>
              <a:t>che</a:t>
            </a:r>
            <a:r>
              <a:rPr lang="en-US" dirty="0"/>
              <a:t> poi cambia), un </a:t>
            </a:r>
            <a:r>
              <a:rPr lang="en-US" dirty="0" err="1"/>
              <a:t>altro</a:t>
            </a:r>
            <a:r>
              <a:rPr lang="en-US" dirty="0"/>
              <a:t> è </a:t>
            </a:r>
            <a:r>
              <a:rPr lang="en-US" dirty="0" err="1"/>
              <a:t>denormalizzare</a:t>
            </a:r>
            <a:r>
              <a:rPr lang="en-US" dirty="0"/>
              <a:t> un </a:t>
            </a:r>
            <a:r>
              <a:rPr lang="en-US" dirty="0" err="1"/>
              <a:t>dato</a:t>
            </a:r>
            <a:r>
              <a:rPr lang="en-US" dirty="0"/>
              <a:t> per </a:t>
            </a:r>
            <a:r>
              <a:rPr lang="en-US" dirty="0" err="1"/>
              <a:t>agevolare</a:t>
            </a:r>
            <a:r>
              <a:rPr lang="en-US" dirty="0"/>
              <a:t> le </a:t>
            </a:r>
            <a:r>
              <a:rPr lang="en-US" dirty="0" err="1"/>
              <a:t>letture</a:t>
            </a:r>
            <a:r>
              <a:rPr lang="en-US" dirty="0"/>
              <a:t>, </a:t>
            </a:r>
            <a:r>
              <a:rPr lang="en-US" dirty="0" err="1"/>
              <a:t>va</a:t>
            </a:r>
            <a:r>
              <a:rPr lang="en-US" dirty="0"/>
              <a:t> </a:t>
            </a:r>
            <a:r>
              <a:rPr lang="en-US" dirty="0" err="1"/>
              <a:t>fatto</a:t>
            </a:r>
            <a:r>
              <a:rPr lang="en-US" dirty="0"/>
              <a:t> con </a:t>
            </a:r>
            <a:r>
              <a:rPr lang="en-US" dirty="0" err="1"/>
              <a:t>criterio</a:t>
            </a:r>
            <a:r>
              <a:rPr lang="en-US" dirty="0"/>
              <a:t> con 3 Metodi </a:t>
            </a:r>
            <a:r>
              <a:rPr lang="en-US" dirty="0" err="1"/>
              <a:t>descritti</a:t>
            </a:r>
            <a:r>
              <a:rPr lang="en-US" dirty="0"/>
              <a:t>. Ha un </a:t>
            </a:r>
            <a:r>
              <a:rPr lang="en-US" dirty="0" err="1"/>
              <a:t>costo</a:t>
            </a:r>
            <a:r>
              <a:rPr lang="en-US" dirty="0"/>
              <a:t> e </a:t>
            </a:r>
            <a:r>
              <a:rPr lang="en-US" dirty="0" err="1"/>
              <a:t>deve</a:t>
            </a:r>
            <a:r>
              <a:rPr lang="en-US" dirty="0"/>
              <a:t> </a:t>
            </a:r>
            <a:r>
              <a:rPr lang="en-US" dirty="0" err="1"/>
              <a:t>essere</a:t>
            </a:r>
            <a:r>
              <a:rPr lang="en-US" dirty="0"/>
              <a:t> </a:t>
            </a:r>
            <a:r>
              <a:rPr lang="en-US" dirty="0" err="1"/>
              <a:t>meno</a:t>
            </a:r>
            <a:r>
              <a:rPr lang="en-US" dirty="0"/>
              <a:t> </a:t>
            </a:r>
            <a:r>
              <a:rPr lang="en-US" dirty="0" err="1"/>
              <a:t>diffuso</a:t>
            </a:r>
            <a:r>
              <a:rPr lang="en-US" dirty="0"/>
              <a:t> possible</a:t>
            </a:r>
            <a:br>
              <a:rPr lang="en-US" dirty="0"/>
            </a:br>
            <a:br>
              <a:rPr lang="en-US" dirty="0"/>
            </a:br>
            <a:r>
              <a:rPr lang="en-US" dirty="0"/>
              <a:t>DEMO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1B208-83F3-6F06-DAE0-90778E90742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3F94BC81-FF20-4E2E-475D-A9EA2110934C}"/>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86D16F31-12D1-DA12-6023-C0384D034CF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endParaRPr lang="it-IT" dirty="0"/>
          </a:p>
        </p:txBody>
      </p:sp>
      <p:sp>
        <p:nvSpPr>
          <p:cNvPr id="4" name="Segnaposto numero diapositiva 3">
            <a:extLst>
              <a:ext uri="{FF2B5EF4-FFF2-40B4-BE49-F238E27FC236}">
                <a16:creationId xmlns:a16="http://schemas.microsoft.com/office/drawing/2014/main" id="{502C3C36-4996-968E-05F2-23AFF1C5B67D}"/>
              </a:ext>
            </a:extLst>
          </p:cNvPr>
          <p:cNvSpPr>
            <a:spLocks noGrp="1"/>
          </p:cNvSpPr>
          <p:nvPr>
            <p:ph type="sldNum" sz="quarter" idx="5"/>
          </p:nvPr>
        </p:nvSpPr>
        <p:spPr/>
        <p:txBody>
          <a:bodyPr/>
          <a:lstStyle/>
          <a:p>
            <a:fld id="{7044E27A-C44E-4CBB-87AC-E383B3A8CE46}" type="slidenum">
              <a:rPr lang="it-IT" smtClean="0"/>
              <a:pPr/>
              <a:t>12</a:t>
            </a:fld>
            <a:endParaRPr lang="it-IT"/>
          </a:p>
        </p:txBody>
      </p:sp>
    </p:spTree>
    <p:extLst>
      <p:ext uri="{BB962C8B-B14F-4D97-AF65-F5344CB8AC3E}">
        <p14:creationId xmlns:p14="http://schemas.microsoft.com/office/powerpoint/2010/main" val="42585751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Server </a:t>
            </a:r>
            <a:r>
              <a:rPr lang="en-US" dirty="0" err="1"/>
              <a:t>anche</a:t>
            </a:r>
            <a:r>
              <a:rPr lang="en-US" dirty="0"/>
              <a:t> CREATE TABLE e ALTER TABLE </a:t>
            </a:r>
            <a:r>
              <a:rPr lang="en-US" dirty="0" err="1"/>
              <a:t>stanno</a:t>
            </a:r>
            <a:r>
              <a:rPr lang="en-US" dirty="0"/>
              <a:t> </a:t>
            </a:r>
            <a:r>
              <a:rPr lang="en-US" dirty="0" err="1"/>
              <a:t>dentro</a:t>
            </a:r>
            <a:r>
              <a:rPr lang="en-US" dirty="0"/>
              <a:t> </a:t>
            </a:r>
            <a:r>
              <a:rPr lang="en-US" dirty="0" err="1"/>
              <a:t>una</a:t>
            </a:r>
            <a:r>
              <a:rPr lang="en-US" dirty="0"/>
              <a:t> </a:t>
            </a:r>
            <a:r>
              <a:rPr lang="en-US" dirty="0" err="1"/>
              <a:t>transazione</a:t>
            </a:r>
            <a:br>
              <a:rPr lang="en-US" dirty="0"/>
            </a:br>
            <a:r>
              <a:rPr lang="en-US" dirty="0"/>
              <a:t>la </a:t>
            </a:r>
            <a:r>
              <a:rPr lang="en-US" dirty="0" err="1"/>
              <a:t>transazione</a:t>
            </a:r>
            <a:r>
              <a:rPr lang="en-US" dirty="0"/>
              <a:t> </a:t>
            </a:r>
            <a:r>
              <a:rPr lang="en-US" dirty="0" err="1"/>
              <a:t>tiene</a:t>
            </a:r>
            <a:r>
              <a:rPr lang="en-US" dirty="0"/>
              <a:t> il lock Sch-M per </a:t>
            </a:r>
            <a:r>
              <a:rPr lang="en-US" dirty="0" err="1"/>
              <a:t>tutta</a:t>
            </a:r>
            <a:r>
              <a:rPr lang="en-US" dirty="0"/>
              <a:t> la </a:t>
            </a:r>
            <a:r>
              <a:rPr lang="en-US" dirty="0" err="1"/>
              <a:t>sua</a:t>
            </a:r>
            <a:r>
              <a:rPr lang="en-US" dirty="0"/>
              <a:t> </a:t>
            </a:r>
            <a:r>
              <a:rPr lang="en-US" dirty="0" err="1"/>
              <a:t>durata</a:t>
            </a:r>
            <a:r>
              <a:rPr lang="en-US" dirty="0"/>
              <a:t>.</a:t>
            </a:r>
            <a:br>
              <a:rPr lang="en-US" dirty="0"/>
            </a:br>
            <a:r>
              <a:rPr lang="en-US" dirty="0"/>
              <a:t>Il lock Sch-M e' il </a:t>
            </a:r>
            <a:r>
              <a:rPr lang="en-US" dirty="0" err="1"/>
              <a:t>motivo</a:t>
            </a:r>
            <a:r>
              <a:rPr lang="en-US" dirty="0"/>
              <a:t> per cui </a:t>
            </a:r>
            <a:r>
              <a:rPr lang="en-US" dirty="0" err="1"/>
              <a:t>una</a:t>
            </a:r>
            <a:r>
              <a:rPr lang="en-US" dirty="0"/>
              <a:t> ALTER "veloce" </a:t>
            </a:r>
            <a:r>
              <a:rPr lang="en-US" dirty="0" err="1"/>
              <a:t>puo</a:t>
            </a:r>
            <a:r>
              <a:rPr lang="en-US" dirty="0"/>
              <a:t>' </a:t>
            </a:r>
            <a:r>
              <a:rPr lang="en-US" dirty="0" err="1"/>
              <a:t>bloccare</a:t>
            </a:r>
            <a:r>
              <a:rPr lang="en-US" dirty="0"/>
              <a:t> </a:t>
            </a:r>
            <a:r>
              <a:rPr lang="en-US" dirty="0" err="1"/>
              <a:t>l'applicazione</a:t>
            </a:r>
            <a:r>
              <a:rPr lang="en-US" dirty="0"/>
              <a:t>: se </a:t>
            </a:r>
            <a:r>
              <a:rPr lang="en-US" dirty="0" err="1"/>
              <a:t>c'e</a:t>
            </a:r>
            <a:r>
              <a:rPr lang="en-US" dirty="0"/>
              <a:t>' </a:t>
            </a:r>
            <a:r>
              <a:rPr lang="en-US" dirty="0" err="1"/>
              <a:t>una</a:t>
            </a:r>
            <a:r>
              <a:rPr lang="en-US" dirty="0"/>
              <a:t> query </a:t>
            </a:r>
            <a:r>
              <a:rPr lang="en-US" dirty="0" err="1"/>
              <a:t>lunga</a:t>
            </a:r>
            <a:r>
              <a:rPr lang="en-US" dirty="0"/>
              <a:t> in </a:t>
            </a:r>
            <a:r>
              <a:rPr lang="en-US" dirty="0" err="1"/>
              <a:t>corso</a:t>
            </a:r>
            <a:r>
              <a:rPr lang="en-US" dirty="0"/>
              <a:t>, </a:t>
            </a:r>
            <a:r>
              <a:rPr lang="en-US" dirty="0" err="1"/>
              <a:t>l'ALTER</a:t>
            </a:r>
            <a:r>
              <a:rPr lang="en-US" dirty="0"/>
              <a:t> </a:t>
            </a:r>
            <a:r>
              <a:rPr lang="en-US" dirty="0" err="1"/>
              <a:t>si</a:t>
            </a:r>
            <a:r>
              <a:rPr lang="en-US" dirty="0"/>
              <a:t> </a:t>
            </a:r>
            <a:r>
              <a:rPr lang="en-US" dirty="0" err="1"/>
              <a:t>mette</a:t>
            </a:r>
            <a:r>
              <a:rPr lang="en-US" dirty="0"/>
              <a:t> in coda e da </a:t>
            </a:r>
            <a:r>
              <a:rPr lang="en-US" dirty="0" err="1"/>
              <a:t>quel</a:t>
            </a:r>
            <a:r>
              <a:rPr lang="en-US" dirty="0"/>
              <a:t> </a:t>
            </a:r>
            <a:r>
              <a:rPr lang="en-US" dirty="0" err="1"/>
              <a:t>momento</a:t>
            </a:r>
            <a:r>
              <a:rPr lang="en-US" dirty="0"/>
              <a:t> in poi </a:t>
            </a:r>
            <a:r>
              <a:rPr lang="en-US" dirty="0" err="1"/>
              <a:t>blocca</a:t>
            </a:r>
            <a:r>
              <a:rPr lang="en-US" dirty="0"/>
              <a:t> tutti </a:t>
            </a:r>
            <a:r>
              <a:rPr lang="en-US" dirty="0" err="1"/>
              <a:t>quelli</a:t>
            </a:r>
            <a:r>
              <a:rPr lang="en-US" dirty="0"/>
              <a:t> </a:t>
            </a:r>
            <a:r>
              <a:rPr lang="en-US" dirty="0" err="1"/>
              <a:t>che</a:t>
            </a:r>
            <a:r>
              <a:rPr lang="en-US" dirty="0"/>
              <a:t> </a:t>
            </a:r>
            <a:r>
              <a:rPr lang="en-US" dirty="0" err="1"/>
              <a:t>arrivano</a:t>
            </a:r>
            <a:r>
              <a:rPr lang="en-US" dirty="0"/>
              <a:t> dopo.</a:t>
            </a:r>
            <a:endParaRPr lang="it-IT"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8ADF7-C1A2-2B0E-9DB2-728C4A9FC19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2DE6E1A-C6FB-36CD-6B24-E091122DEAE4}"/>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90E82F6C-197C-8F4B-59DF-124518999B8A}"/>
              </a:ext>
            </a:extLst>
          </p:cNvPr>
          <p:cNvSpPr>
            <a:spLocks noGrp="1"/>
          </p:cNvSpPr>
          <p:nvPr>
            <p:ph type="body" idx="1"/>
          </p:nvPr>
        </p:nvSpPr>
        <p:spPr/>
        <p:txBody>
          <a:bodyPr/>
          <a:lstStyle/>
          <a:p>
            <a:r>
              <a:rPr lang="it-IT" dirty="0"/>
              <a:t>Design management consente inserimento colonna in mezzo ma dietro le quinte ricrea tabella</a:t>
            </a:r>
          </a:p>
        </p:txBody>
      </p:sp>
      <p:sp>
        <p:nvSpPr>
          <p:cNvPr id="4" name="Segnaposto numero diapositiva 3">
            <a:extLst>
              <a:ext uri="{FF2B5EF4-FFF2-40B4-BE49-F238E27FC236}">
                <a16:creationId xmlns:a16="http://schemas.microsoft.com/office/drawing/2014/main" id="{8A1B854E-3809-FA34-E4CF-8E83ADAD12C0}"/>
              </a:ext>
            </a:extLst>
          </p:cNvPr>
          <p:cNvSpPr>
            <a:spLocks noGrp="1"/>
          </p:cNvSpPr>
          <p:nvPr>
            <p:ph type="sldNum" sz="quarter" idx="5"/>
          </p:nvPr>
        </p:nvSpPr>
        <p:spPr/>
        <p:txBody>
          <a:bodyPr/>
          <a:lstStyle/>
          <a:p>
            <a:fld id="{7044E27A-C44E-4CBB-87AC-E383B3A8CE46}" type="slidenum">
              <a:rPr lang="it-IT" smtClean="0"/>
              <a:pPr/>
              <a:t>14</a:t>
            </a:fld>
            <a:endParaRPr lang="it-IT"/>
          </a:p>
        </p:txBody>
      </p:sp>
    </p:spTree>
    <p:extLst>
      <p:ext uri="{BB962C8B-B14F-4D97-AF65-F5344CB8AC3E}">
        <p14:creationId xmlns:p14="http://schemas.microsoft.com/office/powerpoint/2010/main" val="5695942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La </a:t>
            </a:r>
            <a:r>
              <a:rPr lang="en-US" dirty="0" err="1"/>
              <a:t>domanda</a:t>
            </a:r>
            <a:r>
              <a:rPr lang="en-US" dirty="0"/>
              <a:t> </a:t>
            </a:r>
            <a:r>
              <a:rPr lang="en-US" dirty="0" err="1"/>
              <a:t>giusta</a:t>
            </a:r>
            <a:r>
              <a:rPr lang="en-US" dirty="0"/>
              <a:t> non e' "quale </a:t>
            </a:r>
            <a:r>
              <a:rPr lang="en-US" dirty="0" err="1"/>
              <a:t>tipo</a:t>
            </a:r>
            <a:r>
              <a:rPr lang="en-US" dirty="0"/>
              <a:t> basta" ma "quale </a:t>
            </a:r>
            <a:r>
              <a:rPr lang="en-US" dirty="0" err="1"/>
              <a:t>tipo</a:t>
            </a:r>
            <a:r>
              <a:rPr lang="en-US" dirty="0"/>
              <a:t> mi costa </a:t>
            </a:r>
            <a:r>
              <a:rPr lang="en-US" dirty="0" err="1"/>
              <a:t>meno</a:t>
            </a:r>
            <a:r>
              <a:rPr lang="en-US" dirty="0"/>
              <a:t> per il </a:t>
            </a:r>
            <a:r>
              <a:rPr lang="en-US" dirty="0" err="1"/>
              <a:t>dato</a:t>
            </a:r>
            <a:r>
              <a:rPr lang="en-US" dirty="0"/>
              <a:t> </a:t>
            </a:r>
            <a:r>
              <a:rPr lang="en-US" dirty="0" err="1"/>
              <a:t>che</a:t>
            </a:r>
            <a:r>
              <a:rPr lang="en-US" dirty="0"/>
              <a:t> devo </a:t>
            </a:r>
            <a:r>
              <a:rPr lang="en-US" dirty="0" err="1"/>
              <a:t>rappresentare</a:t>
            </a:r>
            <a:r>
              <a:rPr lang="en-US" dirty="0"/>
              <a:t>".
</a:t>
            </a:r>
            <a:r>
              <a:rPr lang="en-US" dirty="0" err="1"/>
              <a:t>Esempio</a:t>
            </a:r>
            <a:r>
              <a:rPr lang="en-US" dirty="0"/>
              <a:t> </a:t>
            </a:r>
            <a:r>
              <a:rPr lang="en-US" dirty="0" err="1"/>
              <a:t>numerico</a:t>
            </a:r>
            <a:r>
              <a:rPr lang="en-US" dirty="0"/>
              <a:t> : 100 </a:t>
            </a:r>
            <a:r>
              <a:rPr lang="en-US" dirty="0" err="1"/>
              <a:t>milioni</a:t>
            </a:r>
            <a:r>
              <a:rPr lang="en-US" dirty="0"/>
              <a:t> di </a:t>
            </a:r>
            <a:r>
              <a:rPr lang="en-US" dirty="0" err="1"/>
              <a:t>righe</a:t>
            </a:r>
            <a:r>
              <a:rPr lang="en-US" dirty="0"/>
              <a:t>, INT </a:t>
            </a:r>
            <a:r>
              <a:rPr lang="en-US" dirty="0" err="1"/>
              <a:t>invece</a:t>
            </a:r>
            <a:r>
              <a:rPr lang="en-US" dirty="0"/>
              <a:t> di BIGINT = 400 MB in </a:t>
            </a:r>
            <a:r>
              <a:rPr lang="en-US" dirty="0" err="1"/>
              <a:t>meno</a:t>
            </a:r>
            <a:r>
              <a:rPr lang="en-US" dirty="0"/>
              <a:t> solo </a:t>
            </a:r>
            <a:r>
              <a:rPr lang="en-US" dirty="0" err="1"/>
              <a:t>sulla</a:t>
            </a:r>
            <a:r>
              <a:rPr lang="en-US" dirty="0"/>
              <a:t> </a:t>
            </a:r>
            <a:r>
              <a:rPr lang="en-US" dirty="0" err="1"/>
              <a:t>tabella</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Su NVARCHAR(MAX): </a:t>
            </a:r>
            <a:r>
              <a:rPr lang="en-US" dirty="0" err="1"/>
              <a:t>finche</a:t>
            </a:r>
            <a:r>
              <a:rPr lang="en-US" dirty="0"/>
              <a:t>' il </a:t>
            </a:r>
            <a:r>
              <a:rPr lang="en-US" dirty="0" err="1"/>
              <a:t>valore</a:t>
            </a:r>
            <a:r>
              <a:rPr lang="en-US" dirty="0"/>
              <a:t> </a:t>
            </a:r>
            <a:r>
              <a:rPr lang="en-US" dirty="0" err="1"/>
              <a:t>sta</a:t>
            </a:r>
            <a:r>
              <a:rPr lang="en-US" dirty="0"/>
              <a:t> sotto </a:t>
            </a:r>
            <a:r>
              <a:rPr lang="en-US" dirty="0" err="1"/>
              <a:t>gli</a:t>
            </a:r>
            <a:r>
              <a:rPr lang="en-US" dirty="0"/>
              <a:t> 8000 byte (8060 con resto </a:t>
            </a:r>
            <a:r>
              <a:rPr lang="en-US" dirty="0" err="1"/>
              <a:t>riga</a:t>
            </a:r>
            <a:r>
              <a:rPr lang="en-US" dirty="0"/>
              <a:t>) SQL </a:t>
            </a:r>
            <a:r>
              <a:rPr lang="en-US" dirty="0" err="1"/>
              <a:t>puo</a:t>
            </a:r>
            <a:r>
              <a:rPr lang="en-US" dirty="0"/>
              <a:t>' </a:t>
            </a:r>
            <a:r>
              <a:rPr lang="en-US" dirty="0" err="1"/>
              <a:t>tenerlo</a:t>
            </a:r>
            <a:r>
              <a:rPr lang="en-US" dirty="0"/>
              <a:t> in </a:t>
            </a:r>
            <a:r>
              <a:rPr lang="en-US" dirty="0" err="1"/>
              <a:t>riga</a:t>
            </a:r>
            <a:r>
              <a:rPr lang="en-US" dirty="0"/>
              <a:t>, ma le </a:t>
            </a:r>
            <a:r>
              <a:rPr lang="en-US" dirty="0" err="1"/>
              <a:t>operazioni</a:t>
            </a:r>
            <a:r>
              <a:rPr lang="en-US" dirty="0"/>
              <a:t> di </a:t>
            </a:r>
            <a:r>
              <a:rPr lang="en-US" dirty="0" err="1"/>
              <a:t>ordinamento</a:t>
            </a:r>
            <a:r>
              <a:rPr lang="en-US" dirty="0"/>
              <a:t> e hash </a:t>
            </a:r>
            <a:r>
              <a:rPr lang="en-US" dirty="0" err="1"/>
              <a:t>stimano</a:t>
            </a:r>
            <a:r>
              <a:rPr lang="en-US" dirty="0"/>
              <a:t> male la memoria necessaria (</a:t>
            </a:r>
            <a:r>
              <a:rPr lang="en-US" dirty="0" err="1"/>
              <a:t>perchè</a:t>
            </a:r>
            <a:r>
              <a:rPr lang="en-US" dirty="0"/>
              <a:t> assume come </a:t>
            </a:r>
            <a:r>
              <a:rPr lang="en-US" dirty="0" err="1"/>
              <a:t>costante</a:t>
            </a:r>
            <a:r>
              <a:rPr lang="en-US" dirty="0"/>
              <a:t> il </a:t>
            </a:r>
            <a:r>
              <a:rPr lang="en-US" dirty="0" err="1"/>
              <a:t>valore</a:t>
            </a:r>
            <a:r>
              <a:rPr lang="en-US" dirty="0"/>
              <a:t> Massimo di byte e non </a:t>
            </a:r>
            <a:r>
              <a:rPr lang="en-US" dirty="0" err="1"/>
              <a:t>quanto</a:t>
            </a:r>
            <a:r>
              <a:rPr lang="en-US" dirty="0"/>
              <a:t> </a:t>
            </a:r>
            <a:r>
              <a:rPr lang="en-US" dirty="0" err="1"/>
              <a:t>occupato</a:t>
            </a:r>
            <a:r>
              <a:rPr lang="en-US" dirty="0"/>
              <a:t> come per non max, </a:t>
            </a:r>
            <a:r>
              <a:rPr lang="en-US" dirty="0" err="1"/>
              <a:t>facendo</a:t>
            </a:r>
            <a:r>
              <a:rPr lang="en-US" dirty="0"/>
              <a:t> </a:t>
            </a:r>
            <a:r>
              <a:rPr lang="en-US" dirty="0" err="1"/>
              <a:t>crescere</a:t>
            </a:r>
            <a:r>
              <a:rPr lang="en-US" dirty="0"/>
              <a:t> memory grant).</a:t>
            </a:r>
            <a:br>
              <a:rPr lang="en-US" dirty="0"/>
            </a:br>
            <a:r>
              <a:rPr lang="en-US" dirty="0"/>
              <a:t> Su UNIQUEIDENTIFIER: se serve </a:t>
            </a:r>
            <a:r>
              <a:rPr lang="en-US" dirty="0" err="1"/>
              <a:t>davvero</a:t>
            </a:r>
            <a:r>
              <a:rPr lang="en-US" dirty="0"/>
              <a:t>, NEWSEQUENTIALID() come default </a:t>
            </a:r>
            <a:r>
              <a:rPr lang="en-US" dirty="0" err="1"/>
              <a:t>riduce</a:t>
            </a:r>
            <a:r>
              <a:rPr lang="en-US" dirty="0"/>
              <a:t> la </a:t>
            </a:r>
            <a:r>
              <a:rPr lang="en-US" dirty="0" err="1"/>
              <a:t>frammentazione</a:t>
            </a:r>
            <a:r>
              <a:rPr lang="en-US" dirty="0"/>
              <a:t>. Ma </a:t>
            </a:r>
            <a:r>
              <a:rPr lang="en-US" dirty="0" err="1"/>
              <a:t>resta</a:t>
            </a:r>
            <a:r>
              <a:rPr lang="en-US" dirty="0"/>
              <a:t> </a:t>
            </a:r>
            <a:r>
              <a:rPr lang="en-US" dirty="0" err="1"/>
              <a:t>una</a:t>
            </a:r>
            <a:r>
              <a:rPr lang="en-US" dirty="0"/>
              <a:t> </a:t>
            </a:r>
            <a:r>
              <a:rPr lang="en-US" dirty="0" err="1"/>
              <a:t>chiave</a:t>
            </a:r>
            <a:r>
              <a:rPr lang="en-US" dirty="0"/>
              <a:t> da 16 byte.</a:t>
            </a:r>
          </a:p>
          <a:p>
            <a:endParaRPr lang="it-IT" dirty="0"/>
          </a:p>
        </p:txBody>
      </p:sp>
      <p:sp>
        <p:nvSpPr>
          <p:cNvPr id="4" name="Segnaposto numero diapositiva 3"/>
          <p:cNvSpPr>
            <a:spLocks noGrp="1"/>
          </p:cNvSpPr>
          <p:nvPr>
            <p:ph type="sldNum" sz="quarter" idx="5"/>
          </p:nvPr>
        </p:nvSpPr>
        <p:spPr/>
        <p:txBody>
          <a:bodyPr/>
          <a:lstStyle/>
          <a:p>
            <a:fld id="{7044E27A-C44E-4CBB-87AC-E383B3A8CE46}" type="slidenum">
              <a:rPr lang="it-IT" smtClean="0"/>
              <a:pPr/>
              <a:t>15</a:t>
            </a:fld>
            <a:endParaRPr lang="it-IT"/>
          </a:p>
        </p:txBody>
      </p:sp>
    </p:spTree>
    <p:extLst>
      <p:ext uri="{BB962C8B-B14F-4D97-AF65-F5344CB8AC3E}">
        <p14:creationId xmlns:p14="http://schemas.microsoft.com/office/powerpoint/2010/main" val="11696950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dirty="0" err="1"/>
              <a:t>L'unita</a:t>
            </a:r>
            <a:r>
              <a:rPr lang="en-US" dirty="0"/>
              <a:t>' di </a:t>
            </a:r>
            <a:r>
              <a:rPr lang="en-US" dirty="0" err="1"/>
              <a:t>lavoro</a:t>
            </a:r>
            <a:r>
              <a:rPr lang="en-US" dirty="0"/>
              <a:t> di SQL Server e' la </a:t>
            </a:r>
            <a:r>
              <a:rPr lang="en-US" dirty="0" err="1"/>
              <a:t>pagina</a:t>
            </a:r>
            <a:r>
              <a:rPr lang="en-US" dirty="0"/>
              <a:t> da 8 KB, circa 8.060 byte </a:t>
            </a:r>
            <a:r>
              <a:rPr lang="en-US" dirty="0" err="1"/>
              <a:t>utili</a:t>
            </a:r>
            <a:r>
              <a:rPr lang="en-US" dirty="0"/>
              <a:t>. Ogni </a:t>
            </a:r>
            <a:r>
              <a:rPr lang="en-US" dirty="0" err="1"/>
              <a:t>lettura</a:t>
            </a:r>
            <a:r>
              <a:rPr lang="en-US" dirty="0"/>
              <a:t>, ogni </a:t>
            </a:r>
            <a:r>
              <a:rPr lang="en-US" dirty="0" err="1"/>
              <a:t>scrittura</a:t>
            </a:r>
            <a:r>
              <a:rPr lang="en-US" dirty="0"/>
              <a:t>, ogni </a:t>
            </a:r>
            <a:r>
              <a:rPr lang="en-US" dirty="0" err="1"/>
              <a:t>pagina</a:t>
            </a:r>
            <a:r>
              <a:rPr lang="en-US" dirty="0"/>
              <a:t> </a:t>
            </a:r>
            <a:r>
              <a:rPr lang="en-US" dirty="0" err="1"/>
              <a:t>tenuta</a:t>
            </a:r>
            <a:r>
              <a:rPr lang="en-US" dirty="0"/>
              <a:t> in RAM e' un </a:t>
            </a:r>
            <a:r>
              <a:rPr lang="en-US" dirty="0" err="1"/>
              <a:t>multiplo</a:t>
            </a:r>
            <a:r>
              <a:rPr lang="en-US" dirty="0"/>
              <a:t> di </a:t>
            </a:r>
            <a:r>
              <a:rPr lang="en-US" dirty="0" err="1"/>
              <a:t>quella</a:t>
            </a:r>
            <a:r>
              <a:rPr lang="en-US" dirty="0"/>
              <a:t>.
</a:t>
            </a:r>
            <a:r>
              <a:rPr lang="en-US" dirty="0" err="1"/>
              <a:t>Stessa</a:t>
            </a:r>
            <a:r>
              <a:rPr lang="en-US" dirty="0"/>
              <a:t> </a:t>
            </a:r>
            <a:r>
              <a:rPr lang="en-US" dirty="0" err="1"/>
              <a:t>pagina</a:t>
            </a:r>
            <a:r>
              <a:rPr lang="en-US" dirty="0"/>
              <a:t>, </a:t>
            </a:r>
            <a:r>
              <a:rPr lang="en-US" dirty="0" err="1"/>
              <a:t>stessa</a:t>
            </a:r>
            <a:r>
              <a:rPr lang="en-US" dirty="0"/>
              <a:t> </a:t>
            </a:r>
            <a:r>
              <a:rPr lang="en-US" dirty="0" err="1"/>
              <a:t>dimensione</a:t>
            </a:r>
            <a:r>
              <a:rPr lang="en-US" dirty="0"/>
              <a:t>, ma con </a:t>
            </a:r>
            <a:r>
              <a:rPr lang="en-US" dirty="0" err="1"/>
              <a:t>righe</a:t>
            </a:r>
            <a:r>
              <a:rPr lang="en-US" dirty="0"/>
              <a:t> strette </a:t>
            </a:r>
            <a:r>
              <a:rPr lang="en-US" dirty="0" err="1"/>
              <a:t>ce</a:t>
            </a:r>
            <a:r>
              <a:rPr lang="en-US" dirty="0"/>
              <a:t> ne </a:t>
            </a:r>
            <a:r>
              <a:rPr lang="en-US" dirty="0" err="1"/>
              <a:t>stanno</a:t>
            </a:r>
            <a:r>
              <a:rPr lang="en-US" dirty="0"/>
              <a:t> </a:t>
            </a:r>
            <a:r>
              <a:rPr lang="en-US" dirty="0" err="1"/>
              <a:t>molte</a:t>
            </a:r>
            <a:r>
              <a:rPr lang="en-US" dirty="0"/>
              <a:t> di piu’.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Una query </a:t>
            </a:r>
            <a:r>
              <a:rPr lang="en-US" dirty="0" err="1"/>
              <a:t>che</a:t>
            </a:r>
            <a:r>
              <a:rPr lang="en-US" dirty="0"/>
              <a:t> </a:t>
            </a:r>
            <a:r>
              <a:rPr lang="en-US" dirty="0" err="1"/>
              <a:t>legge</a:t>
            </a:r>
            <a:r>
              <a:rPr lang="en-US" dirty="0"/>
              <a:t> un </a:t>
            </a:r>
            <a:r>
              <a:rPr lang="en-US" dirty="0" err="1"/>
              <a:t>milione</a:t>
            </a:r>
            <a:r>
              <a:rPr lang="en-US" dirty="0"/>
              <a:t> di </a:t>
            </a:r>
            <a:r>
              <a:rPr lang="en-US" dirty="0" err="1"/>
              <a:t>righe</a:t>
            </a:r>
            <a:r>
              <a:rPr lang="en-US" dirty="0"/>
              <a:t> </a:t>
            </a:r>
            <a:r>
              <a:rPr lang="en-US" dirty="0" err="1"/>
              <a:t>tocca</a:t>
            </a:r>
            <a:r>
              <a:rPr lang="en-US" dirty="0"/>
              <a:t> circa 4.300 </a:t>
            </a:r>
            <a:r>
              <a:rPr lang="en-US" dirty="0" err="1"/>
              <a:t>pagine</a:t>
            </a:r>
            <a:r>
              <a:rPr lang="en-US" dirty="0"/>
              <a:t> </a:t>
            </a:r>
            <a:r>
              <a:rPr lang="en-US" dirty="0" err="1"/>
              <a:t>nel</a:t>
            </a:r>
            <a:r>
              <a:rPr lang="en-US" dirty="0"/>
              <a:t> primo </a:t>
            </a:r>
            <a:r>
              <a:rPr lang="en-US" dirty="0" err="1"/>
              <a:t>caso</a:t>
            </a:r>
            <a:r>
              <a:rPr lang="en-US" dirty="0"/>
              <a:t> e 15.000 </a:t>
            </a:r>
            <a:r>
              <a:rPr lang="en-US" dirty="0" err="1"/>
              <a:t>nel</a:t>
            </a:r>
            <a:r>
              <a:rPr lang="en-US" dirty="0"/>
              <a:t> secondo.
Il </a:t>
            </a:r>
            <a:r>
              <a:rPr lang="en-US" dirty="0" err="1"/>
              <a:t>costo</a:t>
            </a:r>
            <a:r>
              <a:rPr lang="en-US" dirty="0"/>
              <a:t> non e' solo I/O: il buffer pool </a:t>
            </a:r>
            <a:r>
              <a:rPr lang="en-US" dirty="0" err="1"/>
              <a:t>contiene</a:t>
            </a:r>
            <a:r>
              <a:rPr lang="en-US" dirty="0"/>
              <a:t> </a:t>
            </a:r>
            <a:r>
              <a:rPr lang="en-US" dirty="0" err="1"/>
              <a:t>pagine</a:t>
            </a:r>
            <a:r>
              <a:rPr lang="en-US" dirty="0"/>
              <a:t>. Una </a:t>
            </a:r>
            <a:r>
              <a:rPr lang="en-US" dirty="0" err="1"/>
              <a:t>tabella</a:t>
            </a:r>
            <a:r>
              <a:rPr lang="en-US" dirty="0"/>
              <a:t> </a:t>
            </a:r>
            <a:r>
              <a:rPr lang="en-US" dirty="0" err="1"/>
              <a:t>larga</a:t>
            </a:r>
            <a:r>
              <a:rPr lang="en-US" dirty="0"/>
              <a:t> </a:t>
            </a:r>
            <a:r>
              <a:rPr lang="en-US" dirty="0" err="1"/>
              <a:t>occupa</a:t>
            </a:r>
            <a:r>
              <a:rPr lang="en-US" dirty="0"/>
              <a:t> piu' RAM per </a:t>
            </a:r>
            <a:r>
              <a:rPr lang="en-US" dirty="0" err="1"/>
              <a:t>gli</a:t>
            </a:r>
            <a:r>
              <a:rPr lang="en-US" dirty="0"/>
              <a:t> </a:t>
            </a:r>
            <a:r>
              <a:rPr lang="en-US" dirty="0" err="1"/>
              <a:t>stessi</a:t>
            </a:r>
            <a:r>
              <a:rPr lang="en-US" dirty="0"/>
              <a:t> </a:t>
            </a:r>
            <a:r>
              <a:rPr lang="en-US" dirty="0" err="1"/>
              <a:t>dati</a:t>
            </a:r>
            <a:r>
              <a:rPr lang="en-US" dirty="0"/>
              <a:t> </a:t>
            </a:r>
            <a:r>
              <a:rPr lang="en-US" dirty="0" err="1"/>
              <a:t>logici</a:t>
            </a:r>
            <a:r>
              <a:rPr lang="en-US" dirty="0"/>
              <a:t>, e </a:t>
            </a:r>
            <a:r>
              <a:rPr lang="en-US" dirty="0" err="1"/>
              <a:t>quindi</a:t>
            </a:r>
            <a:r>
              <a:rPr lang="en-US" dirty="0"/>
              <a:t> ne </a:t>
            </a:r>
            <a:r>
              <a:rPr lang="en-US" dirty="0" err="1"/>
              <a:t>lascia</a:t>
            </a:r>
            <a:r>
              <a:rPr lang="en-US" dirty="0"/>
              <a:t> </a:t>
            </a:r>
            <a:r>
              <a:rPr lang="en-US" dirty="0" err="1"/>
              <a:t>meno</a:t>
            </a:r>
            <a:r>
              <a:rPr lang="en-US" dirty="0"/>
              <a:t> a </a:t>
            </a:r>
            <a:r>
              <a:rPr lang="en-US" dirty="0" err="1"/>
              <a:t>tutto</a:t>
            </a:r>
            <a:r>
              <a:rPr lang="en-US" dirty="0"/>
              <a:t> il resto </a:t>
            </a:r>
            <a:r>
              <a:rPr lang="en-US" dirty="0" err="1"/>
              <a:t>dell'istanza</a:t>
            </a:r>
            <a:r>
              <a:rPr lang="en-US" dirty="0"/>
              <a:t>.
</a:t>
            </a:r>
            <a:r>
              <a:rPr lang="en-US" sz="1200" dirty="0">
                <a:solidFill>
                  <a:srgbClr val="1A1A1A"/>
                </a:solidFill>
                <a:latin typeface="Segoe UI" pitchFamily="34" charset="0"/>
                <a:ea typeface="Segoe UI" pitchFamily="34" charset="-122"/>
                <a:cs typeface="Segoe UI" pitchFamily="34" charset="-120"/>
              </a:rPr>
              <a:t>Il </a:t>
            </a:r>
            <a:r>
              <a:rPr lang="en-US" sz="1200" dirty="0" err="1">
                <a:solidFill>
                  <a:srgbClr val="1A1A1A"/>
                </a:solidFill>
                <a:latin typeface="Segoe UI" pitchFamily="34" charset="0"/>
                <a:ea typeface="Segoe UI" pitchFamily="34" charset="-122"/>
                <a:cs typeface="Segoe UI" pitchFamily="34" charset="-120"/>
              </a:rPr>
              <a:t>costo</a:t>
            </a:r>
            <a:r>
              <a:rPr lang="en-US" sz="1200" dirty="0">
                <a:solidFill>
                  <a:srgbClr val="1A1A1A"/>
                </a:solidFill>
                <a:latin typeface="Segoe UI" pitchFamily="34" charset="0"/>
                <a:ea typeface="Segoe UI" pitchFamily="34" charset="-122"/>
                <a:cs typeface="Segoe UI" pitchFamily="34" charset="-120"/>
              </a:rPr>
              <a:t> </a:t>
            </a:r>
            <a:r>
              <a:rPr lang="en-US" sz="1200" dirty="0" err="1">
                <a:solidFill>
                  <a:srgbClr val="1A1A1A"/>
                </a:solidFill>
                <a:latin typeface="Segoe UI" pitchFamily="34" charset="0"/>
                <a:ea typeface="Segoe UI" pitchFamily="34" charset="-122"/>
                <a:cs typeface="Segoe UI" pitchFamily="34" charset="-120"/>
              </a:rPr>
              <a:t>si</a:t>
            </a:r>
            <a:r>
              <a:rPr lang="en-US" sz="1200" dirty="0">
                <a:solidFill>
                  <a:srgbClr val="1A1A1A"/>
                </a:solidFill>
                <a:latin typeface="Segoe UI" pitchFamily="34" charset="0"/>
                <a:ea typeface="Segoe UI" pitchFamily="34" charset="-122"/>
                <a:cs typeface="Segoe UI" pitchFamily="34" charset="-120"/>
              </a:rPr>
              <a:t> </a:t>
            </a:r>
            <a:r>
              <a:rPr lang="en-US" sz="1200" dirty="0" err="1">
                <a:solidFill>
                  <a:srgbClr val="1A1A1A"/>
                </a:solidFill>
                <a:latin typeface="Segoe UI" pitchFamily="34" charset="0"/>
                <a:ea typeface="Segoe UI" pitchFamily="34" charset="-122"/>
                <a:cs typeface="Segoe UI" pitchFamily="34" charset="-120"/>
              </a:rPr>
              <a:t>moltiplica</a:t>
            </a:r>
            <a:r>
              <a:rPr lang="en-US" sz="1200" dirty="0">
                <a:solidFill>
                  <a:srgbClr val="1A1A1A"/>
                </a:solidFill>
                <a:latin typeface="Segoe UI" pitchFamily="34" charset="0"/>
                <a:ea typeface="Segoe UI" pitchFamily="34" charset="-122"/>
                <a:cs typeface="Segoe UI" pitchFamily="34" charset="-120"/>
              </a:rPr>
              <a:t> </a:t>
            </a:r>
            <a:r>
              <a:rPr lang="en-US" sz="1200" dirty="0" err="1">
                <a:solidFill>
                  <a:srgbClr val="1A1A1A"/>
                </a:solidFill>
                <a:latin typeface="Segoe UI" pitchFamily="34" charset="0"/>
                <a:ea typeface="Segoe UI" pitchFamily="34" charset="-122"/>
                <a:cs typeface="Segoe UI" pitchFamily="34" charset="-120"/>
              </a:rPr>
              <a:t>su</a:t>
            </a:r>
            <a:r>
              <a:rPr lang="en-US" sz="1200" dirty="0">
                <a:solidFill>
                  <a:srgbClr val="1A1A1A"/>
                </a:solidFill>
                <a:latin typeface="Segoe UI" pitchFamily="34" charset="0"/>
                <a:ea typeface="Segoe UI" pitchFamily="34" charset="-122"/>
                <a:cs typeface="Segoe UI" pitchFamily="34" charset="-120"/>
              </a:rPr>
              <a:t> ogni </a:t>
            </a:r>
            <a:r>
              <a:rPr lang="en-US" sz="1200" dirty="0" err="1">
                <a:solidFill>
                  <a:srgbClr val="1A1A1A"/>
                </a:solidFill>
                <a:latin typeface="Segoe UI" pitchFamily="34" charset="0"/>
                <a:ea typeface="Segoe UI" pitchFamily="34" charset="-122"/>
                <a:cs typeface="Segoe UI" pitchFamily="34" charset="-120"/>
              </a:rPr>
              <a:t>copia</a:t>
            </a:r>
            <a:r>
              <a:rPr lang="en-US" sz="1200" dirty="0">
                <a:solidFill>
                  <a:srgbClr val="1A1A1A"/>
                </a:solidFill>
                <a:latin typeface="Segoe UI" pitchFamily="34" charset="0"/>
                <a:ea typeface="Segoe UI" pitchFamily="34" charset="-122"/>
                <a:cs typeface="Segoe UI" pitchFamily="34" charset="-120"/>
              </a:rPr>
              <a:t> della </a:t>
            </a:r>
            <a:r>
              <a:rPr lang="en-US" sz="1200" dirty="0" err="1">
                <a:solidFill>
                  <a:srgbClr val="1A1A1A"/>
                </a:solidFill>
                <a:latin typeface="Segoe UI" pitchFamily="34" charset="0"/>
                <a:ea typeface="Segoe UI" pitchFamily="34" charset="-122"/>
                <a:cs typeface="Segoe UI" pitchFamily="34" charset="-120"/>
              </a:rPr>
              <a:t>struttura</a:t>
            </a:r>
            <a:r>
              <a:rPr lang="en-US" sz="1200" dirty="0">
                <a:solidFill>
                  <a:srgbClr val="1A1A1A"/>
                </a:solidFill>
                <a:latin typeface="Segoe UI" pitchFamily="34" charset="0"/>
                <a:ea typeface="Segoe UI" pitchFamily="34" charset="-122"/>
                <a:cs typeface="Segoe UI" pitchFamily="34" charset="-120"/>
              </a:rPr>
              <a:t>: backup, log, </a:t>
            </a:r>
            <a:r>
              <a:rPr lang="en-US" sz="1200" dirty="0" err="1">
                <a:solidFill>
                  <a:srgbClr val="1A1A1A"/>
                </a:solidFill>
                <a:latin typeface="Segoe UI" pitchFamily="34" charset="0"/>
                <a:ea typeface="Segoe UI" pitchFamily="34" charset="-122"/>
                <a:cs typeface="Segoe UI" pitchFamily="34" charset="-120"/>
              </a:rPr>
              <a:t>repliche</a:t>
            </a:r>
            <a:r>
              <a:rPr lang="en-US" sz="1200" dirty="0">
                <a:solidFill>
                  <a:srgbClr val="1A1A1A"/>
                </a:solidFill>
                <a:latin typeface="Segoe UI" pitchFamily="34" charset="0"/>
                <a:ea typeface="Segoe UI" pitchFamily="34" charset="-122"/>
                <a:cs typeface="Segoe UI" pitchFamily="34" charset="-120"/>
              </a:rPr>
              <a:t>.</a:t>
            </a:r>
            <a:endParaRPr lang="en-US" sz="1200" dirty="0"/>
          </a:p>
          <a:p>
            <a:br>
              <a:rPr lang="it-IT" dirty="0"/>
            </a:br>
            <a:br>
              <a:rPr lang="it-IT" dirty="0"/>
            </a:br>
            <a:r>
              <a:rPr lang="it-IT" dirty="0"/>
              <a:t>DEMO</a:t>
            </a:r>
          </a:p>
        </p:txBody>
      </p:sp>
      <p:sp>
        <p:nvSpPr>
          <p:cNvPr id="4" name="Segnaposto numero diapositiva 3"/>
          <p:cNvSpPr>
            <a:spLocks noGrp="1"/>
          </p:cNvSpPr>
          <p:nvPr>
            <p:ph type="sldNum" sz="quarter" idx="5"/>
          </p:nvPr>
        </p:nvSpPr>
        <p:spPr/>
        <p:txBody>
          <a:bodyPr/>
          <a:lstStyle/>
          <a:p>
            <a:fld id="{7044E27A-C44E-4CBB-87AC-E383B3A8CE46}" type="slidenum">
              <a:rPr lang="it-IT" smtClean="0"/>
              <a:pPr/>
              <a:t>16</a:t>
            </a:fld>
            <a:endParaRPr lang="it-IT"/>
          </a:p>
        </p:txBody>
      </p:sp>
    </p:spTree>
    <p:extLst>
      <p:ext uri="{BB962C8B-B14F-4D97-AF65-F5344CB8AC3E}">
        <p14:creationId xmlns:p14="http://schemas.microsoft.com/office/powerpoint/2010/main" val="6623834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Sui </a:t>
            </a:r>
            <a:r>
              <a:rPr lang="en-US" dirty="0" err="1"/>
              <a:t>buchi</a:t>
            </a:r>
            <a:r>
              <a:rPr lang="en-US" dirty="0"/>
              <a:t> di IDENTITY: e' </a:t>
            </a:r>
            <a:r>
              <a:rPr lang="en-US" dirty="0" err="1"/>
              <a:t>una</a:t>
            </a:r>
            <a:r>
              <a:rPr lang="en-US" dirty="0"/>
              <a:t> </a:t>
            </a:r>
            <a:r>
              <a:rPr lang="en-US" dirty="0" err="1"/>
              <a:t>domanda</a:t>
            </a:r>
            <a:r>
              <a:rPr lang="en-US" dirty="0"/>
              <a:t> </a:t>
            </a:r>
            <a:r>
              <a:rPr lang="en-US" dirty="0" err="1"/>
              <a:t>ricorrente</a:t>
            </a:r>
            <a:r>
              <a:rPr lang="en-US" dirty="0"/>
              <a:t>. Se serve </a:t>
            </a:r>
            <a:r>
              <a:rPr lang="en-US" dirty="0" err="1"/>
              <a:t>una</a:t>
            </a:r>
            <a:r>
              <a:rPr lang="en-US" dirty="0"/>
              <a:t> </a:t>
            </a:r>
            <a:r>
              <a:rPr lang="en-US" dirty="0" err="1"/>
              <a:t>numerazione</a:t>
            </a:r>
            <a:r>
              <a:rPr lang="en-US" dirty="0"/>
              <a:t> senza </a:t>
            </a:r>
            <a:r>
              <a:rPr lang="en-US" dirty="0" err="1"/>
              <a:t>buchi</a:t>
            </a:r>
            <a:r>
              <a:rPr lang="en-US" dirty="0"/>
              <a:t> (</a:t>
            </a:r>
            <a:r>
              <a:rPr lang="en-US" dirty="0" err="1"/>
              <a:t>fatture</a:t>
            </a:r>
            <a:r>
              <a:rPr lang="en-US" dirty="0"/>
              <a:t>, </a:t>
            </a:r>
            <a:r>
              <a:rPr lang="en-US" dirty="0" err="1"/>
              <a:t>protocolli</a:t>
            </a:r>
            <a:r>
              <a:rPr lang="en-US" dirty="0"/>
              <a:t>) IDENTITY non e' lo </a:t>
            </a:r>
            <a:r>
              <a:rPr lang="en-US" dirty="0" err="1"/>
              <a:t>strumento</a:t>
            </a:r>
            <a:r>
              <a:rPr lang="en-US" dirty="0"/>
              <a:t>: serve </a:t>
            </a:r>
            <a:r>
              <a:rPr lang="en-US" dirty="0" err="1"/>
              <a:t>una</a:t>
            </a:r>
            <a:r>
              <a:rPr lang="en-US" dirty="0"/>
              <a:t> </a:t>
            </a:r>
            <a:r>
              <a:rPr lang="en-US" dirty="0" err="1"/>
              <a:t>tabella</a:t>
            </a:r>
            <a:r>
              <a:rPr lang="en-US" dirty="0"/>
              <a:t> di </a:t>
            </a:r>
            <a:r>
              <a:rPr lang="en-US" dirty="0" err="1"/>
              <a:t>contatori</a:t>
            </a:r>
            <a:r>
              <a:rPr lang="en-US" dirty="0"/>
              <a:t> </a:t>
            </a:r>
            <a:r>
              <a:rPr lang="en-US" dirty="0" err="1"/>
              <a:t>gestita</a:t>
            </a:r>
            <a:r>
              <a:rPr lang="en-US" dirty="0"/>
              <a:t> in </a:t>
            </a:r>
            <a:r>
              <a:rPr lang="en-US" dirty="0" err="1"/>
              <a:t>transazione</a:t>
            </a:r>
            <a:r>
              <a:rPr lang="en-US" dirty="0"/>
              <a:t>, con il </a:t>
            </a:r>
            <a:r>
              <a:rPr lang="en-US" dirty="0" err="1"/>
              <a:t>costo</a:t>
            </a:r>
            <a:r>
              <a:rPr lang="en-US" dirty="0"/>
              <a:t> di </a:t>
            </a:r>
            <a:r>
              <a:rPr lang="en-US" dirty="0" err="1"/>
              <a:t>concorrenza</a:t>
            </a:r>
            <a:r>
              <a:rPr lang="en-US" dirty="0"/>
              <a:t> </a:t>
            </a:r>
            <a:r>
              <a:rPr lang="en-US" dirty="0" err="1"/>
              <a:t>che</a:t>
            </a:r>
            <a:r>
              <a:rPr lang="en-US" dirty="0"/>
              <a:t> ne </a:t>
            </a:r>
            <a:r>
              <a:rPr lang="en-US" dirty="0" err="1"/>
              <a:t>consegue</a:t>
            </a:r>
            <a:r>
              <a:rPr lang="en-US" dirty="0"/>
              <a:t>.
Sul DEFAULT </a:t>
            </a:r>
            <a:r>
              <a:rPr lang="en-US" dirty="0" err="1"/>
              <a:t>costante</a:t>
            </a:r>
            <a:r>
              <a:rPr lang="en-US" dirty="0"/>
              <a:t>: e' il </a:t>
            </a:r>
            <a:r>
              <a:rPr lang="en-US" dirty="0" err="1"/>
              <a:t>dettaglio</a:t>
            </a:r>
            <a:r>
              <a:rPr lang="en-US" dirty="0"/>
              <a:t> </a:t>
            </a:r>
            <a:r>
              <a:rPr lang="en-US" dirty="0" err="1"/>
              <a:t>che</a:t>
            </a:r>
            <a:r>
              <a:rPr lang="en-US" dirty="0"/>
              <a:t> decide se </a:t>
            </a:r>
            <a:r>
              <a:rPr lang="en-US" dirty="0" err="1"/>
              <a:t>l'ADD</a:t>
            </a:r>
            <a:r>
              <a:rPr lang="en-US" dirty="0"/>
              <a:t> sara' </a:t>
            </a:r>
            <a:r>
              <a:rPr lang="en-US" dirty="0" err="1"/>
              <a:t>istantaneo</a:t>
            </a:r>
            <a:r>
              <a:rPr lang="en-US" dirty="0"/>
              <a:t> o </a:t>
            </a:r>
            <a:r>
              <a:rPr lang="en-US" dirty="0" err="1"/>
              <a:t>durera</a:t>
            </a:r>
            <a:r>
              <a:rPr lang="en-US" dirty="0"/>
              <a:t>' ore. Lo </a:t>
            </a:r>
            <a:r>
              <a:rPr lang="en-US" dirty="0" err="1"/>
              <a:t>vediamo</a:t>
            </a:r>
            <a:r>
              <a:rPr lang="en-US" dirty="0"/>
              <a:t> subito dopo.</a:t>
            </a:r>
          </a:p>
          <a:p>
            <a:endParaRPr lang="it-IT"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Sulle</a:t>
            </a:r>
            <a:r>
              <a:rPr lang="en-US" dirty="0"/>
              <a:t> </a:t>
            </a:r>
            <a:r>
              <a:rPr lang="en-US" dirty="0" err="1"/>
              <a:t>colonne</a:t>
            </a:r>
            <a:r>
              <a:rPr lang="en-US" dirty="0"/>
              <a:t> </a:t>
            </a:r>
            <a:r>
              <a:rPr lang="en-US" dirty="0" err="1"/>
              <a:t>calcolate</a:t>
            </a:r>
            <a:r>
              <a:rPr lang="en-US" dirty="0"/>
              <a:t>: e' il modo piu' </a:t>
            </a:r>
            <a:r>
              <a:rPr lang="en-US" dirty="0" err="1"/>
              <a:t>pulito</a:t>
            </a:r>
            <a:r>
              <a:rPr lang="en-US" dirty="0"/>
              <a:t> per </a:t>
            </a:r>
            <a:r>
              <a:rPr lang="en-US" dirty="0" err="1"/>
              <a:t>materializzare</a:t>
            </a:r>
            <a:r>
              <a:rPr lang="en-US" dirty="0"/>
              <a:t> </a:t>
            </a:r>
            <a:r>
              <a:rPr lang="en-US" dirty="0" err="1"/>
              <a:t>un'espressione</a:t>
            </a:r>
            <a:r>
              <a:rPr lang="en-US" dirty="0"/>
              <a:t> </a:t>
            </a:r>
            <a:r>
              <a:rPr lang="en-US" dirty="0" err="1"/>
              <a:t>che</a:t>
            </a:r>
            <a:r>
              <a:rPr lang="en-US" dirty="0"/>
              <a:t> </a:t>
            </a:r>
            <a:r>
              <a:rPr lang="en-US" dirty="0" err="1"/>
              <a:t>l'applicazione</a:t>
            </a:r>
            <a:r>
              <a:rPr lang="en-US" dirty="0"/>
              <a:t> </a:t>
            </a:r>
            <a:r>
              <a:rPr lang="en-US" dirty="0" err="1"/>
              <a:t>ripete</a:t>
            </a:r>
            <a:r>
              <a:rPr lang="en-US" dirty="0"/>
              <a:t> </a:t>
            </a:r>
            <a:r>
              <a:rPr lang="en-US" dirty="0" err="1"/>
              <a:t>ovunque</a:t>
            </a:r>
            <a:r>
              <a:rPr lang="en-US" dirty="0"/>
              <a:t>. </a:t>
            </a:r>
            <a:r>
              <a:rPr lang="en-US" dirty="0" err="1"/>
              <a:t>Invece</a:t>
            </a:r>
            <a:r>
              <a:rPr lang="en-US" dirty="0"/>
              <a:t> di </a:t>
            </a:r>
            <a:r>
              <a:rPr lang="en-US" dirty="0" err="1"/>
              <a:t>riscrivere</a:t>
            </a:r>
            <a:r>
              <a:rPr lang="en-US" dirty="0"/>
              <a:t> cento query </a:t>
            </a:r>
            <a:r>
              <a:rPr lang="en-US" dirty="0" err="1"/>
              <a:t>si</a:t>
            </a:r>
            <a:r>
              <a:rPr lang="en-US" dirty="0"/>
              <a:t> </a:t>
            </a:r>
            <a:r>
              <a:rPr lang="en-US" dirty="0" err="1"/>
              <a:t>crea</a:t>
            </a:r>
            <a:r>
              <a:rPr lang="en-US" dirty="0"/>
              <a:t> la </a:t>
            </a:r>
            <a:r>
              <a:rPr lang="en-US" dirty="0" err="1"/>
              <a:t>colonna</a:t>
            </a:r>
            <a:r>
              <a:rPr lang="en-US" dirty="0"/>
              <a:t> e </a:t>
            </a:r>
            <a:r>
              <a:rPr lang="en-US" dirty="0" err="1"/>
              <a:t>si</a:t>
            </a:r>
            <a:r>
              <a:rPr lang="en-US" dirty="0"/>
              <a:t> </a:t>
            </a:r>
            <a:r>
              <a:rPr lang="en-US" dirty="0" err="1"/>
              <a:t>usa</a:t>
            </a:r>
            <a:r>
              <a:rPr lang="en-US" dirty="0"/>
              <a:t> </a:t>
            </a:r>
            <a:r>
              <a:rPr lang="en-US" dirty="0" err="1"/>
              <a:t>quella</a:t>
            </a:r>
            <a:r>
              <a:rPr lang="en-US" dirty="0"/>
              <a:t>.
Ogni </a:t>
            </a:r>
            <a:r>
              <a:rPr lang="en-US" dirty="0" err="1"/>
              <a:t>colonna</a:t>
            </a:r>
            <a:r>
              <a:rPr lang="en-US" dirty="0"/>
              <a:t> </a:t>
            </a:r>
            <a:r>
              <a:rPr lang="en-US" dirty="0" err="1"/>
              <a:t>calcolata</a:t>
            </a:r>
            <a:r>
              <a:rPr lang="en-US" dirty="0"/>
              <a:t> PERSISTED e' </a:t>
            </a:r>
            <a:r>
              <a:rPr lang="en-US" dirty="0" err="1"/>
              <a:t>spazio</a:t>
            </a:r>
            <a:r>
              <a:rPr lang="en-US" dirty="0"/>
              <a:t> in piu' e </a:t>
            </a:r>
            <a:r>
              <a:rPr lang="en-US" dirty="0" err="1"/>
              <a:t>lavoro</a:t>
            </a:r>
            <a:r>
              <a:rPr lang="en-US" dirty="0"/>
              <a:t> in piu' in </a:t>
            </a:r>
            <a:r>
              <a:rPr lang="en-US" dirty="0" err="1"/>
              <a:t>scrittura</a:t>
            </a:r>
            <a:r>
              <a:rPr lang="en-US" dirty="0"/>
              <a:t>.
</a:t>
            </a:r>
            <a:endParaRPr lang="it-IT" dirty="0"/>
          </a:p>
        </p:txBody>
      </p:sp>
      <p:sp>
        <p:nvSpPr>
          <p:cNvPr id="4" name="Segnaposto numero diapositiva 3"/>
          <p:cNvSpPr>
            <a:spLocks noGrp="1"/>
          </p:cNvSpPr>
          <p:nvPr>
            <p:ph type="sldNum" sz="quarter" idx="5"/>
          </p:nvPr>
        </p:nvSpPr>
        <p:spPr/>
        <p:txBody>
          <a:bodyPr/>
          <a:lstStyle/>
          <a:p>
            <a:fld id="{7044E27A-C44E-4CBB-87AC-E383B3A8CE46}" type="slidenum">
              <a:rPr lang="it-IT" smtClean="0"/>
              <a:pPr/>
              <a:t>17</a:t>
            </a:fld>
            <a:endParaRPr lang="it-IT"/>
          </a:p>
        </p:txBody>
      </p:sp>
    </p:spTree>
    <p:extLst>
      <p:ext uri="{BB962C8B-B14F-4D97-AF65-F5344CB8AC3E}">
        <p14:creationId xmlns:p14="http://schemas.microsoft.com/office/powerpoint/2010/main" val="26722119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7044E27A-C44E-4CBB-87AC-E383B3A8CE46}" type="slidenum">
              <a:rPr lang="it-IT" smtClean="0"/>
              <a:pPr/>
              <a:t>18</a:t>
            </a:fld>
            <a:endParaRPr lang="it-IT"/>
          </a:p>
        </p:txBody>
      </p:sp>
    </p:spTree>
    <p:extLst>
      <p:ext uri="{BB962C8B-B14F-4D97-AF65-F5344CB8AC3E}">
        <p14:creationId xmlns:p14="http://schemas.microsoft.com/office/powerpoint/2010/main" val="37853084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76757-1D35-B1A6-6095-D741FA5B7DE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F6C037D-7DED-8341-6506-AC7EEB8960FB}"/>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5122A24E-018D-B4B0-41DC-4FE4FF076F2A}"/>
              </a:ext>
            </a:extLst>
          </p:cNvPr>
          <p:cNvSpPr>
            <a:spLocks noGrp="1"/>
          </p:cNvSpPr>
          <p:nvPr>
            <p:ph type="body" idx="1"/>
          </p:nvPr>
        </p:nvSpPr>
        <p:spPr/>
        <p:txBody>
          <a:bodyPr/>
          <a:lstStyle/>
          <a:p>
            <a:r>
              <a:rPr lang="en-US" dirty="0"/>
              <a:t>Non </a:t>
            </a:r>
            <a:r>
              <a:rPr lang="en-US" dirty="0" err="1"/>
              <a:t>esiste</a:t>
            </a:r>
            <a:r>
              <a:rPr lang="en-US" dirty="0"/>
              <a:t> ADD COLUMN ... AFTER, </a:t>
            </a:r>
            <a:r>
              <a:rPr lang="en-US" dirty="0" err="1"/>
              <a:t>va</a:t>
            </a:r>
            <a:r>
              <a:rPr lang="en-US" dirty="0"/>
              <a:t> sempre in </a:t>
            </a:r>
            <a:r>
              <a:rPr lang="en-US" dirty="0" err="1"/>
              <a:t>fondo</a:t>
            </a:r>
            <a:r>
              <a:rPr lang="en-US" dirty="0"/>
              <a:t>, per </a:t>
            </a:r>
            <a:r>
              <a:rPr lang="en-US" dirty="0" err="1"/>
              <a:t>inserire</a:t>
            </a:r>
            <a:r>
              <a:rPr lang="en-US" dirty="0"/>
              <a:t> in </a:t>
            </a:r>
            <a:r>
              <a:rPr lang="en-US" dirty="0" err="1"/>
              <a:t>fondo</a:t>
            </a:r>
            <a:r>
              <a:rPr lang="en-US" dirty="0"/>
              <a:t> </a:t>
            </a:r>
            <a:r>
              <a:rPr lang="en-US" dirty="0" err="1"/>
              <a:t>occorre</a:t>
            </a:r>
            <a:r>
              <a:rPr lang="en-US" dirty="0"/>
              <a:t> </a:t>
            </a:r>
            <a:r>
              <a:rPr lang="en-US" dirty="0" err="1"/>
              <a:t>ricreare</a:t>
            </a:r>
            <a:r>
              <a:rPr lang="en-US" dirty="0"/>
              <a:t> </a:t>
            </a:r>
            <a:r>
              <a:rPr lang="en-US" dirty="0" err="1"/>
              <a:t>l'intera</a:t>
            </a:r>
            <a:r>
              <a:rPr lang="en-US" dirty="0"/>
              <a:t> </a:t>
            </a:r>
            <a:r>
              <a:rPr lang="en-US" dirty="0" err="1"/>
              <a:t>tabella</a:t>
            </a:r>
            <a:r>
              <a:rPr lang="en-US" dirty="0"/>
              <a:t>. Su </a:t>
            </a:r>
            <a:r>
              <a:rPr lang="en-US" dirty="0" err="1"/>
              <a:t>una</a:t>
            </a:r>
            <a:r>
              <a:rPr lang="en-US" dirty="0"/>
              <a:t> </a:t>
            </a:r>
            <a:r>
              <a:rPr lang="en-US" dirty="0" err="1"/>
              <a:t>tabella</a:t>
            </a:r>
            <a:r>
              <a:rPr lang="en-US" dirty="0"/>
              <a:t> grande e' un fermo di ore, da </a:t>
            </a:r>
            <a:r>
              <a:rPr lang="en-US" dirty="0" err="1"/>
              <a:t>evitare</a:t>
            </a:r>
            <a:r>
              <a:rPr lang="en-US" dirty="0"/>
              <a:t>.</a:t>
            </a:r>
            <a:br>
              <a:rPr lang="en-US" dirty="0"/>
            </a:br>
            <a:r>
              <a:rPr lang="en-US" dirty="0"/>
              <a:t>DROP </a:t>
            </a:r>
            <a:r>
              <a:rPr lang="en-US" dirty="0" err="1"/>
              <a:t>rimuove</a:t>
            </a:r>
            <a:r>
              <a:rPr lang="en-US" dirty="0"/>
              <a:t> </a:t>
            </a:r>
            <a:r>
              <a:rPr lang="en-US" dirty="0" err="1"/>
              <a:t>metadati</a:t>
            </a:r>
            <a:r>
              <a:rPr lang="en-US" dirty="0"/>
              <a:t> Colonna ma non libera </a:t>
            </a:r>
            <a:r>
              <a:rPr lang="en-US" dirty="0" err="1"/>
              <a:t>spazio</a:t>
            </a:r>
            <a:endParaRPr lang="en-US" dirty="0"/>
          </a:p>
        </p:txBody>
      </p:sp>
      <p:sp>
        <p:nvSpPr>
          <p:cNvPr id="4" name="Segnaposto numero diapositiva 3">
            <a:extLst>
              <a:ext uri="{FF2B5EF4-FFF2-40B4-BE49-F238E27FC236}">
                <a16:creationId xmlns:a16="http://schemas.microsoft.com/office/drawing/2014/main" id="{ACC0E09D-8A75-0F37-2F77-A66ABF989440}"/>
              </a:ext>
            </a:extLst>
          </p:cNvPr>
          <p:cNvSpPr>
            <a:spLocks noGrp="1"/>
          </p:cNvSpPr>
          <p:nvPr>
            <p:ph type="sldNum" sz="quarter" idx="5"/>
          </p:nvPr>
        </p:nvSpPr>
        <p:spPr/>
        <p:txBody>
          <a:bodyPr/>
          <a:lstStyle/>
          <a:p>
            <a:fld id="{7044E27A-C44E-4CBB-87AC-E383B3A8CE46}" type="slidenum">
              <a:rPr lang="it-IT" smtClean="0"/>
              <a:pPr/>
              <a:t>19</a:t>
            </a:fld>
            <a:endParaRPr lang="it-IT"/>
          </a:p>
        </p:txBody>
      </p:sp>
    </p:spTree>
    <p:extLst>
      <p:ext uri="{BB962C8B-B14F-4D97-AF65-F5344CB8AC3E}">
        <p14:creationId xmlns:p14="http://schemas.microsoft.com/office/powerpoint/2010/main" val="15919666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20C52-B961-3EB2-3815-6CB137DE04B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0704327-7C8B-1120-21DE-03BBC30CACEE}"/>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928B1D14-64F4-1722-B635-A77BADF0B005}"/>
              </a:ext>
            </a:extLst>
          </p:cNvPr>
          <p:cNvSpPr>
            <a:spLocks noGrp="1"/>
          </p:cNvSpPr>
          <p:nvPr>
            <p:ph type="body" idx="1"/>
          </p:nvPr>
        </p:nvSpPr>
        <p:spPr/>
        <p:txBody>
          <a:bodyPr>
            <a:normAutofit fontScale="92500" lnSpcReduction="10000"/>
          </a:bodyPr>
          <a:lstStyle/>
          <a:p>
            <a:r>
              <a:rPr lang="it-IT" dirty="0"/>
              <a:t>Slide importante, le modifiche non sono tutte gratis e a basso costo.</a:t>
            </a:r>
            <a:br>
              <a:rPr lang="it-IT" dirty="0"/>
            </a:br>
            <a:r>
              <a:rPr lang="it-IT" dirty="0"/>
              <a:t>Quelle metadata-</a:t>
            </a:r>
            <a:r>
              <a:rPr lang="it-IT" dirty="0" err="1"/>
              <a:t>only</a:t>
            </a:r>
            <a:r>
              <a:rPr lang="it-IT" dirty="0"/>
              <a:t> lavorano su metadati, costano poco:</a:t>
            </a:r>
            <a:br>
              <a:rPr lang="it-IT" dirty="0"/>
            </a:br>
            <a:r>
              <a:rPr lang="it-IT" dirty="0"/>
              <a:t>1) Aggiunta colonna NULL, la riga esistente non cambia</a:t>
            </a:r>
          </a:p>
          <a:p>
            <a:r>
              <a:rPr lang="it-IT" dirty="0"/>
              <a:t>2) Aggiunta colonna NOT NULL con default costante, il default vive nei metadati e non serve modificare i dati, salvo per LOB o per </a:t>
            </a:r>
            <a:r>
              <a:rPr lang="it-IT" dirty="0" err="1"/>
              <a:t>guid</a:t>
            </a:r>
            <a:r>
              <a:rPr lang="it-IT" dirty="0"/>
              <a:t> che son per natura diversi da riga a riga (NOT NULL con default solo </a:t>
            </a:r>
            <a:r>
              <a:rPr lang="it-IT" dirty="0" err="1"/>
              <a:t>enterprise</a:t>
            </a:r>
            <a:r>
              <a:rPr lang="it-IT" dirty="0"/>
              <a:t> e developer)</a:t>
            </a:r>
            <a:br>
              <a:rPr lang="it-IT" dirty="0"/>
            </a:br>
            <a:r>
              <a:rPr lang="it-IT" dirty="0"/>
              <a:t>3) Allargare è gratis sui tipi a lunghezza variabile </a:t>
            </a:r>
            <a:r>
              <a:rPr lang="it-IT" dirty="0" err="1"/>
              <a:t>varchar</a:t>
            </a:r>
            <a:r>
              <a:rPr lang="it-IT" dirty="0"/>
              <a:t>, non su quelli a lunghezza fissa </a:t>
            </a:r>
            <a:r>
              <a:rPr lang="it-IT" dirty="0" err="1"/>
              <a:t>char</a:t>
            </a:r>
            <a:r>
              <a:rPr lang="it-IT" dirty="0"/>
              <a:t>.</a:t>
            </a:r>
          </a:p>
          <a:p>
            <a:r>
              <a:rPr lang="it-IT" dirty="0"/>
              <a:t>4) Colonna sparisce subito, byte rimangono allocati nelle pagine fino a </a:t>
            </a:r>
            <a:r>
              <a:rPr lang="it-IT" dirty="0" err="1"/>
              <a:t>Rebuild</a:t>
            </a:r>
            <a:r>
              <a:rPr lang="it-IT" dirty="0"/>
              <a:t> (operazione costosa)</a:t>
            </a:r>
            <a:br>
              <a:rPr lang="it-IT" dirty="0"/>
            </a:br>
            <a:br>
              <a:rPr lang="it-IT" dirty="0"/>
            </a:br>
            <a:r>
              <a:rPr lang="it-IT" dirty="0"/>
              <a:t>Riscrittura sono operazioni che richiedono a basso livello lettura e riscrittura dati in tabelle, su tabelle grosse vanno pesate perché possono bloccarle per ore. Il costo è dato non tanto dalle righe ma dalle modifiche alle pagine dati.</a:t>
            </a:r>
          </a:p>
          <a:p>
            <a:r>
              <a:rPr lang="it-IT" dirty="0"/>
              <a:t>1) Modifica colonna in </a:t>
            </a:r>
            <a:r>
              <a:rPr lang="it-IT" dirty="0" err="1"/>
              <a:t>bigint</a:t>
            </a:r>
            <a:r>
              <a:rPr lang="it-IT" dirty="0"/>
              <a:t>, riscrive tabella e indici per allocare nuovi byte, c’è </a:t>
            </a:r>
            <a:r>
              <a:rPr lang="it-IT" dirty="0" err="1"/>
              <a:t>workaround</a:t>
            </a:r>
            <a:r>
              <a:rPr lang="it-IT" dirty="0"/>
              <a:t> passando da </a:t>
            </a:r>
            <a:r>
              <a:rPr lang="it-IT" dirty="0" err="1"/>
              <a:t>compression</a:t>
            </a:r>
            <a:r>
              <a:rPr lang="it-IT" dirty="0"/>
              <a:t> o riversando i dati (se PK dà errore, va rifatta la </a:t>
            </a:r>
            <a:r>
              <a:rPr lang="it-IT" dirty="0" err="1"/>
              <a:t>pk</a:t>
            </a:r>
            <a:r>
              <a:rPr lang="it-IT" dirty="0"/>
              <a:t> quindi doppia riscrittura, se non è PK comporta riscrittura)</a:t>
            </a:r>
            <a:br>
              <a:rPr lang="it-IT" dirty="0"/>
            </a:br>
            <a:r>
              <a:rPr lang="it-IT" dirty="0"/>
              <a:t>2) Modifica colonna </a:t>
            </a:r>
            <a:r>
              <a:rPr lang="it-IT" dirty="0" err="1"/>
              <a:t>nullable</a:t>
            </a:r>
            <a:r>
              <a:rPr lang="it-IT" dirty="0"/>
              <a:t> in </a:t>
            </a:r>
            <a:r>
              <a:rPr lang="it-IT" dirty="0" err="1"/>
              <a:t>not</a:t>
            </a:r>
            <a:r>
              <a:rPr lang="it-IT" dirty="0"/>
              <a:t> </a:t>
            </a:r>
            <a:r>
              <a:rPr lang="it-IT" dirty="0" err="1"/>
              <a:t>null</a:t>
            </a:r>
            <a:r>
              <a:rPr lang="it-IT" dirty="0"/>
              <a:t>, deve verificare valori e ha un costo, se un solo valore è </a:t>
            </a:r>
            <a:r>
              <a:rPr lang="it-IT" dirty="0" err="1"/>
              <a:t>null</a:t>
            </a:r>
            <a:r>
              <a:rPr lang="it-IT" dirty="0"/>
              <a:t> fa </a:t>
            </a:r>
            <a:r>
              <a:rPr lang="it-IT" dirty="0" err="1"/>
              <a:t>rollback</a:t>
            </a:r>
            <a:r>
              <a:rPr lang="it-IT" dirty="0"/>
              <a:t> dell’intera operazione</a:t>
            </a:r>
          </a:p>
          <a:p>
            <a:r>
              <a:rPr lang="it-IT" dirty="0"/>
              <a:t>3) Restrizione di tipo deve verificare tutti i dati, se uno viola nuovo tipo </a:t>
            </a:r>
            <a:r>
              <a:rPr lang="it-IT" dirty="0" err="1"/>
              <a:t>rollback</a:t>
            </a:r>
            <a:endParaRPr lang="it-IT" dirty="0"/>
          </a:p>
          <a:p>
            <a:r>
              <a:rPr lang="it-IT" dirty="0"/>
              <a:t>4) Cambio a MAX può alterare dove il dato è modificato e costa la riverifica della tabella</a:t>
            </a:r>
          </a:p>
          <a:p>
            <a:r>
              <a:rPr lang="it-IT" dirty="0"/>
              <a:t>5) Modifica </a:t>
            </a:r>
            <a:r>
              <a:rPr lang="it-IT" dirty="0" err="1"/>
              <a:t>decimal</a:t>
            </a:r>
            <a:r>
              <a:rPr lang="it-IT" dirty="0"/>
              <a:t> con riduzione interi o decimali cambia numero byte della colonna e riscrive pagine dati, stesso discorso da </a:t>
            </a:r>
            <a:r>
              <a:rPr lang="it-IT" dirty="0" err="1"/>
              <a:t>datetime</a:t>
            </a:r>
            <a:r>
              <a:rPr lang="it-IT" dirty="0"/>
              <a:t> a date dove cambia numero </a:t>
            </a:r>
            <a:r>
              <a:rPr lang="it-IT"/>
              <a:t>di byte</a:t>
            </a:r>
            <a:endParaRPr lang="it-IT" dirty="0"/>
          </a:p>
          <a:p>
            <a:endParaRPr lang="it-IT" dirty="0"/>
          </a:p>
          <a:p>
            <a:r>
              <a:rPr lang="it-IT" dirty="0"/>
              <a:t>Per i test lavorare sotto transazione con SET STATISTICS IO ON per vedere pagine coinvolte è una buona pratica</a:t>
            </a:r>
            <a:br>
              <a:rPr lang="it-IT" dirty="0"/>
            </a:br>
            <a:br>
              <a:rPr lang="it-IT" dirty="0"/>
            </a:br>
            <a:br>
              <a:rPr lang="it-IT" dirty="0"/>
            </a:br>
            <a:r>
              <a:rPr lang="it-IT" dirty="0"/>
              <a:t>DEMO</a:t>
            </a:r>
            <a:br>
              <a:rPr lang="it-IT" dirty="0"/>
            </a:br>
            <a:endParaRPr lang="it-IT" dirty="0"/>
          </a:p>
        </p:txBody>
      </p:sp>
      <p:sp>
        <p:nvSpPr>
          <p:cNvPr id="4" name="Segnaposto numero diapositiva 3">
            <a:extLst>
              <a:ext uri="{FF2B5EF4-FFF2-40B4-BE49-F238E27FC236}">
                <a16:creationId xmlns:a16="http://schemas.microsoft.com/office/drawing/2014/main" id="{DC8C34F3-7D1A-FA5E-9380-6091F47C3D6B}"/>
              </a:ext>
            </a:extLst>
          </p:cNvPr>
          <p:cNvSpPr>
            <a:spLocks noGrp="1"/>
          </p:cNvSpPr>
          <p:nvPr>
            <p:ph type="sldNum" sz="quarter" idx="5"/>
          </p:nvPr>
        </p:nvSpPr>
        <p:spPr/>
        <p:txBody>
          <a:bodyPr/>
          <a:lstStyle/>
          <a:p>
            <a:fld id="{7044E27A-C44E-4CBB-87AC-E383B3A8CE46}" type="slidenum">
              <a:rPr lang="it-IT" smtClean="0"/>
              <a:pPr/>
              <a:t>20</a:t>
            </a:fld>
            <a:endParaRPr lang="it-IT"/>
          </a:p>
        </p:txBody>
      </p:sp>
    </p:spTree>
    <p:extLst>
      <p:ext uri="{BB962C8B-B14F-4D97-AF65-F5344CB8AC3E}">
        <p14:creationId xmlns:p14="http://schemas.microsoft.com/office/powerpoint/2010/main" val="39097488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 </a:t>
            </a:r>
            <a:r>
              <a:rPr lang="en-US" dirty="0" err="1"/>
              <a:t>tenere</a:t>
            </a:r>
            <a:r>
              <a:rPr lang="en-US" dirty="0"/>
              <a:t> in </a:t>
            </a:r>
            <a:r>
              <a:rPr lang="en-US" dirty="0" err="1"/>
              <a:t>considerazione</a:t>
            </a:r>
            <a:r>
              <a:rPr lang="en-US" dirty="0"/>
              <a:t> </a:t>
            </a:r>
            <a:r>
              <a:rPr lang="en-US" dirty="0" err="1"/>
              <a:t>quanto</a:t>
            </a:r>
            <a:r>
              <a:rPr lang="en-US" dirty="0"/>
              <a:t> </a:t>
            </a:r>
            <a:r>
              <a:rPr lang="en-US" dirty="0" err="1"/>
              <a:t>appreso</a:t>
            </a:r>
            <a:r>
              <a:rPr lang="en-US" dirty="0"/>
              <a:t> </a:t>
            </a:r>
            <a:r>
              <a:rPr lang="en-US" dirty="0" err="1"/>
              <a:t>su</a:t>
            </a:r>
            <a:r>
              <a:rPr lang="en-US" dirty="0"/>
              <a:t> alter per ALTER COLUMN </a:t>
            </a:r>
            <a:r>
              <a:rPr lang="en-US" dirty="0" err="1"/>
              <a:t>su</a:t>
            </a:r>
            <a:r>
              <a:rPr lang="en-US" dirty="0"/>
              <a:t> big tables</a:t>
            </a:r>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C6BF2-2BB9-475A-8D27-EFB957046C0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10994BE0-BD36-1822-3AB4-D009703E1CC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2E9E2542-6271-4B79-C4D3-2B9A4190F20A}"/>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533D970-D274-64A0-EDEC-FC63606CCBC5}"/>
              </a:ext>
            </a:extLst>
          </p:cNvPr>
          <p:cNvSpPr>
            <a:spLocks noGrp="1"/>
          </p:cNvSpPr>
          <p:nvPr>
            <p:ph type="sldNum" sz="quarter" idx="5"/>
          </p:nvPr>
        </p:nvSpPr>
        <p:spPr/>
        <p:txBody>
          <a:bodyPr/>
          <a:lstStyle/>
          <a:p>
            <a:fld id="{7044E27A-C44E-4CBB-87AC-E383B3A8CE46}" type="slidenum">
              <a:rPr lang="it-IT" smtClean="0"/>
              <a:pPr/>
              <a:t>22</a:t>
            </a:fld>
            <a:endParaRPr lang="it-IT"/>
          </a:p>
        </p:txBody>
      </p:sp>
    </p:spTree>
    <p:extLst>
      <p:ext uri="{BB962C8B-B14F-4D97-AF65-F5344CB8AC3E}">
        <p14:creationId xmlns:p14="http://schemas.microsoft.com/office/powerpoint/2010/main" val="13878353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7E8C6-095C-72BD-FA16-2DA971AE68B9}"/>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307BF7E7-E70F-E67F-0D82-1F38A4634F21}"/>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01BB891F-411B-6E82-8AC7-E910D5C0A919}"/>
              </a:ext>
            </a:extLst>
          </p:cNvPr>
          <p:cNvSpPr>
            <a:spLocks noGrp="1"/>
          </p:cNvSpPr>
          <p:nvPr>
            <p:ph type="body" idx="1"/>
          </p:nvPr>
        </p:nvSpPr>
        <p:spPr/>
        <p:txBody>
          <a:bodyPr/>
          <a:lstStyle/>
          <a:p>
            <a:r>
              <a:rPr lang="it-IT" dirty="0"/>
              <a:t>Query viene eseguita una sola volta e poi il risultato viene usato per effettuare la </a:t>
            </a:r>
            <a:r>
              <a:rPr lang="it-IT" dirty="0" err="1"/>
              <a:t>where</a:t>
            </a:r>
            <a:br>
              <a:rPr lang="it-IT" dirty="0"/>
            </a:br>
            <a:br>
              <a:rPr lang="it-IT" dirty="0"/>
            </a:br>
            <a:endParaRPr lang="it-IT" dirty="0"/>
          </a:p>
        </p:txBody>
      </p:sp>
      <p:sp>
        <p:nvSpPr>
          <p:cNvPr id="4" name="Segnaposto numero diapositiva 3">
            <a:extLst>
              <a:ext uri="{FF2B5EF4-FFF2-40B4-BE49-F238E27FC236}">
                <a16:creationId xmlns:a16="http://schemas.microsoft.com/office/drawing/2014/main" id="{E9B0DFF0-CAEE-9E2F-928A-F3277DD12079}"/>
              </a:ext>
            </a:extLst>
          </p:cNvPr>
          <p:cNvSpPr>
            <a:spLocks noGrp="1"/>
          </p:cNvSpPr>
          <p:nvPr>
            <p:ph type="sldNum" sz="quarter" idx="5"/>
          </p:nvPr>
        </p:nvSpPr>
        <p:spPr/>
        <p:txBody>
          <a:bodyPr/>
          <a:lstStyle/>
          <a:p>
            <a:fld id="{7044E27A-C44E-4CBB-87AC-E383B3A8CE46}" type="slidenum">
              <a:rPr lang="it-IT" smtClean="0"/>
              <a:pPr/>
              <a:t>23</a:t>
            </a:fld>
            <a:endParaRPr lang="it-IT"/>
          </a:p>
        </p:txBody>
      </p:sp>
    </p:spTree>
    <p:extLst>
      <p:ext uri="{BB962C8B-B14F-4D97-AF65-F5344CB8AC3E}">
        <p14:creationId xmlns:p14="http://schemas.microsoft.com/office/powerpoint/2010/main" val="16171614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7044E27A-C44E-4CBB-87AC-E383B3A8CE46}" type="slidenum">
              <a:rPr lang="it-IT" smtClean="0"/>
              <a:pPr/>
              <a:t>24</a:t>
            </a:fld>
            <a:endParaRPr lang="it-IT"/>
          </a:p>
        </p:txBody>
      </p:sp>
    </p:spTree>
    <p:extLst>
      <p:ext uri="{BB962C8B-B14F-4D97-AF65-F5344CB8AC3E}">
        <p14:creationId xmlns:p14="http://schemas.microsoft.com/office/powerpoint/2010/main" val="40510449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7044E27A-C44E-4CBB-87AC-E383B3A8CE46}" type="slidenum">
              <a:rPr lang="it-IT" smtClean="0"/>
              <a:pPr/>
              <a:t>25</a:t>
            </a:fld>
            <a:endParaRPr lang="it-IT"/>
          </a:p>
        </p:txBody>
      </p:sp>
    </p:spTree>
    <p:extLst>
      <p:ext uri="{BB962C8B-B14F-4D97-AF65-F5344CB8AC3E}">
        <p14:creationId xmlns:p14="http://schemas.microsoft.com/office/powerpoint/2010/main" val="7491297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Copertina-rossa">
    <p:bg>
      <p:bgPr>
        <a:gradFill>
          <a:gsLst>
            <a:gs pos="50000">
              <a:srgbClr val="C20E1A"/>
            </a:gs>
            <a:gs pos="100000">
              <a:srgbClr val="C20E1A"/>
            </a:gs>
          </a:gsLst>
          <a:lin ang="5400000" scaled="0"/>
        </a:gradFill>
        <a:effectLst/>
      </p:bgPr>
    </p:bg>
    <p:spTree>
      <p:nvGrpSpPr>
        <p:cNvPr id="1" name=""/>
        <p:cNvGrpSpPr/>
        <p:nvPr/>
      </p:nvGrpSpPr>
      <p:grpSpPr>
        <a:xfrm>
          <a:off x="0" y="0"/>
          <a:ext cx="0" cy="0"/>
          <a:chOff x="0" y="0"/>
          <a:chExt cx="0" cy="0"/>
        </a:xfrm>
      </p:grpSpPr>
      <p:sp>
        <p:nvSpPr>
          <p:cNvPr id="3" name="Sottotitolo 2"/>
          <p:cNvSpPr>
            <a:spLocks noGrp="1"/>
          </p:cNvSpPr>
          <p:nvPr>
            <p:ph type="subTitle" idx="1" hasCustomPrompt="1"/>
          </p:nvPr>
        </p:nvSpPr>
        <p:spPr>
          <a:xfrm>
            <a:off x="470506" y="2139702"/>
            <a:ext cx="8192986" cy="576000"/>
          </a:xfrm>
        </p:spPr>
        <p:txBody>
          <a:bodyPr lIns="0" tIns="0" rIns="0" bIns="0" anchor="b" anchorCtr="0">
            <a:noAutofit/>
          </a:bodyPr>
          <a:lstStyle>
            <a:lvl1pPr marL="0" indent="0" algn="l">
              <a:lnSpc>
                <a:spcPct val="75000"/>
              </a:lnSpc>
              <a:spcBef>
                <a:spcPts val="0"/>
              </a:spcBef>
              <a:buNone/>
              <a:defRPr lang="it-IT" sz="4600" b="1" u="none" kern="1200" baseline="0" dirty="0">
                <a:solidFill>
                  <a:schemeClr val="bg1"/>
                </a:solidFill>
                <a:latin typeface="+mj-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dirty="0"/>
              <a:t>Titolo </a:t>
            </a:r>
          </a:p>
        </p:txBody>
      </p:sp>
      <p:sp>
        <p:nvSpPr>
          <p:cNvPr id="13" name="Segnaposto testo 12">
            <a:extLst>
              <a:ext uri="{FF2B5EF4-FFF2-40B4-BE49-F238E27FC236}">
                <a16:creationId xmlns:a16="http://schemas.microsoft.com/office/drawing/2014/main" id="{59699E87-37BE-B122-4218-F76CBA66BF9E}"/>
              </a:ext>
            </a:extLst>
          </p:cNvPr>
          <p:cNvSpPr>
            <a:spLocks noGrp="1"/>
          </p:cNvSpPr>
          <p:nvPr>
            <p:ph type="body" sz="quarter" idx="10" hasCustomPrompt="1"/>
          </p:nvPr>
        </p:nvSpPr>
        <p:spPr>
          <a:xfrm>
            <a:off x="470507" y="2751770"/>
            <a:ext cx="8193592" cy="467960"/>
          </a:xfrm>
        </p:spPr>
        <p:txBody>
          <a:bodyPr lIns="0" anchor="t">
            <a:noAutofit/>
          </a:bodyPr>
          <a:lstStyle>
            <a:lvl1pPr marL="0" indent="0">
              <a:lnSpc>
                <a:spcPct val="80000"/>
              </a:lnSpc>
              <a:spcBef>
                <a:spcPts val="0"/>
              </a:spcBef>
              <a:buNone/>
              <a:defRPr sz="2400">
                <a:solidFill>
                  <a:schemeClr val="bg1"/>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it-IT" dirty="0"/>
              <a:t>Sottotitolo</a:t>
            </a:r>
          </a:p>
        </p:txBody>
      </p:sp>
      <p:sp>
        <p:nvSpPr>
          <p:cNvPr id="17" name="Segnaposto testo 16">
            <a:extLst>
              <a:ext uri="{FF2B5EF4-FFF2-40B4-BE49-F238E27FC236}">
                <a16:creationId xmlns:a16="http://schemas.microsoft.com/office/drawing/2014/main" id="{3FB66C52-296B-8CB9-AD0D-935F8BDF72F3}"/>
              </a:ext>
            </a:extLst>
          </p:cNvPr>
          <p:cNvSpPr>
            <a:spLocks noGrp="1"/>
          </p:cNvSpPr>
          <p:nvPr>
            <p:ph type="body" sz="quarter" idx="13" hasCustomPrompt="1"/>
          </p:nvPr>
        </p:nvSpPr>
        <p:spPr>
          <a:xfrm>
            <a:off x="469900" y="4299882"/>
            <a:ext cx="8193592" cy="288000"/>
          </a:xfrm>
        </p:spPr>
        <p:txBody>
          <a:bodyPr lIns="0" anchor="b">
            <a:noAutofit/>
          </a:bodyPr>
          <a:lstStyle>
            <a:lvl1pPr marL="0" indent="0">
              <a:buNone/>
              <a:defRPr lang="it-IT" sz="1500" kern="1200" dirty="0" smtClean="0">
                <a:solidFill>
                  <a:schemeClr val="bg1"/>
                </a:solidFill>
                <a:latin typeface="+mn-lt"/>
                <a:ea typeface="+mn-ea"/>
                <a:cs typeface="+mn-cs"/>
              </a:defRPr>
            </a:lvl1pPr>
          </a:lstStyle>
          <a:p>
            <a:pPr lvl="0"/>
            <a:r>
              <a:rPr lang="it-IT" dirty="0"/>
              <a:t>Relatore: Nome Cognome</a:t>
            </a:r>
          </a:p>
        </p:txBody>
      </p:sp>
      <p:pic>
        <p:nvPicPr>
          <p:cNvPr id="2" name="Immagine 1">
            <a:extLst>
              <a:ext uri="{FF2B5EF4-FFF2-40B4-BE49-F238E27FC236}">
                <a16:creationId xmlns:a16="http://schemas.microsoft.com/office/drawing/2014/main" id="{6F73984F-6480-A8BF-5D22-61F62806EBE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72000" y="4806000"/>
            <a:ext cx="720000" cy="232222"/>
          </a:xfrm>
          <a:prstGeom prst="rect">
            <a:avLst/>
          </a:prstGeom>
        </p:spPr>
      </p:pic>
      <p:sp>
        <p:nvSpPr>
          <p:cNvPr id="36" name="Segnaposto immagine 2">
            <a:extLst>
              <a:ext uri="{FF2B5EF4-FFF2-40B4-BE49-F238E27FC236}">
                <a16:creationId xmlns:a16="http://schemas.microsoft.com/office/drawing/2014/main" id="{73A4A78A-154B-0984-A223-48CE455A459E}"/>
              </a:ext>
            </a:extLst>
          </p:cNvPr>
          <p:cNvSpPr>
            <a:spLocks noGrp="1"/>
          </p:cNvSpPr>
          <p:nvPr>
            <p:ph type="pic" idx="14" hasCustomPrompt="1"/>
          </p:nvPr>
        </p:nvSpPr>
        <p:spPr>
          <a:xfrm>
            <a:off x="468000" y="540000"/>
            <a:ext cx="1879104" cy="576362"/>
          </a:xfrm>
        </p:spPr>
        <p:txBody>
          <a:bodyPr lIns="0" tIns="0" rIns="0" bIns="0" anchor="b" anchorCtr="0">
            <a:noAutofit/>
          </a:bodyPr>
          <a:lstStyle>
            <a:lvl1pPr marL="0" indent="0">
              <a:buNone/>
              <a:defRPr sz="10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dirty="0"/>
              <a:t>Fare clic sull'icona per inserire un logo</a:t>
            </a:r>
          </a:p>
        </p:txBody>
      </p:sp>
      <p:sp>
        <p:nvSpPr>
          <p:cNvPr id="5" name="Segnaposto testo 4">
            <a:extLst>
              <a:ext uri="{FF2B5EF4-FFF2-40B4-BE49-F238E27FC236}">
                <a16:creationId xmlns:a16="http://schemas.microsoft.com/office/drawing/2014/main" id="{A3DE4E2A-5E65-84A5-F94E-D16C0AF09B7C}"/>
              </a:ext>
            </a:extLst>
          </p:cNvPr>
          <p:cNvSpPr>
            <a:spLocks noGrp="1"/>
          </p:cNvSpPr>
          <p:nvPr>
            <p:ph type="body" sz="quarter" idx="15" hasCustomPrompt="1"/>
          </p:nvPr>
        </p:nvSpPr>
        <p:spPr>
          <a:xfrm>
            <a:off x="468313" y="4644139"/>
            <a:ext cx="2447925" cy="231775"/>
          </a:xfrm>
        </p:spPr>
        <p:txBody>
          <a:bodyPr lIns="0" tIns="0" rIns="0" bIns="0">
            <a:noAutofit/>
          </a:bodyPr>
          <a:lstStyle>
            <a:lvl1pPr marL="0" indent="0">
              <a:buNone/>
              <a:defRPr lang="it-IT" sz="1400" kern="1200" dirty="0" smtClean="0">
                <a:solidFill>
                  <a:schemeClr val="bg1"/>
                </a:solidFill>
                <a:latin typeface="+mn-lt"/>
                <a:ea typeface="+mn-ea"/>
                <a:cs typeface="+mn-cs"/>
              </a:defRPr>
            </a:lvl1pPr>
            <a:lvl5pPr marL="1828800" indent="0" algn="l">
              <a:buNone/>
              <a:defRPr lang="it-IT" sz="1500" kern="1200" dirty="0" smtClean="0">
                <a:solidFill>
                  <a:schemeClr val="bg1"/>
                </a:solidFill>
                <a:latin typeface="+mn-lt"/>
                <a:ea typeface="+mn-ea"/>
                <a:cs typeface="+mn-cs"/>
              </a:defRPr>
            </a:lvl5pPr>
          </a:lstStyle>
          <a:p>
            <a:pPr lvl="0"/>
            <a:r>
              <a:rPr lang="it-IT" kern="1200" dirty="0">
                <a:solidFill>
                  <a:schemeClr val="bg1"/>
                </a:solidFill>
                <a:latin typeface="+mn-lt"/>
                <a:ea typeface="+mn-ea"/>
                <a:cs typeface="+mn-cs"/>
              </a:rPr>
              <a:t>XX mese 202X</a:t>
            </a:r>
            <a:endParaRPr lang="it-IT" dirty="0"/>
          </a:p>
        </p:txBody>
      </p:sp>
    </p:spTree>
    <p:extLst>
      <p:ext uri="{BB962C8B-B14F-4D97-AF65-F5344CB8AC3E}">
        <p14:creationId xmlns:p14="http://schemas.microsoft.com/office/powerpoint/2010/main" val="1110205611"/>
      </p:ext>
    </p:extLst>
  </p:cSld>
  <p:clrMapOvr>
    <a:masterClrMapping/>
  </p:clrMapOvr>
  <p:extLst>
    <p:ext uri="{DCECCB84-F9BA-43D5-87BE-67443E8EF086}">
      <p15:sldGuideLst xmlns:p15="http://schemas.microsoft.com/office/powerpoint/2012/main">
        <p15:guide id="1" orient="horz" pos="1711" userDrawn="1">
          <p15:clr>
            <a:srgbClr val="FBAE40"/>
          </p15:clr>
        </p15:guide>
        <p15:guide id="2" pos="5761">
          <p15:clr>
            <a:srgbClr val="FBAE40"/>
          </p15:clr>
        </p15:guide>
        <p15:guide id="3" orient="horz" pos="713" userDrawn="1">
          <p15:clr>
            <a:srgbClr val="FBAE40"/>
          </p15:clr>
        </p15:guide>
        <p15:guide id="4" orient="horz" pos="3026" userDrawn="1">
          <p15:clr>
            <a:srgbClr val="FBAE40"/>
          </p15:clr>
        </p15:guide>
        <p15:guide id="5" pos="296" userDrawn="1">
          <p15:clr>
            <a:srgbClr val="FBAE40"/>
          </p15:clr>
        </p15:guide>
        <p15:guide id="6" pos="5465"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lvl1pPr>
              <a:defRPr sz="3200" b="0" cap="all" spc="-100" baseline="0">
                <a:latin typeface="+mj-lt"/>
                <a:cs typeface="Aharoni" panose="02010803020104030203" pitchFamily="2" charset="-79"/>
              </a:defRPr>
            </a:lvl1pPr>
          </a:lstStyle>
          <a:p>
            <a:r>
              <a:rPr lang="it-IT"/>
              <a:t>Fare clic per modificare lo stile del titolo</a:t>
            </a:r>
            <a:endParaRPr lang="it-IT" dirty="0"/>
          </a:p>
        </p:txBody>
      </p:sp>
      <p:sp>
        <p:nvSpPr>
          <p:cNvPr id="3" name="Segnaposto contenuto 2"/>
          <p:cNvSpPr>
            <a:spLocks noGrp="1"/>
          </p:cNvSpPr>
          <p:nvPr>
            <p:ph idx="1"/>
          </p:nvPr>
        </p:nvSpPr>
        <p:spPr/>
        <p:txBody>
          <a:bodyPr>
            <a:normAutofit/>
          </a:bodyPr>
          <a:lstStyle>
            <a:lvl1pPr>
              <a:defRPr sz="2800">
                <a:latin typeface="+mj-lt"/>
              </a:defRPr>
            </a:lvl1pPr>
          </a:lstStyle>
          <a:p>
            <a:pPr lvl="0"/>
            <a:r>
              <a:rPr lang="it-IT" dirty="0"/>
              <a:t>Fare clic per modificare stili del testo dello schema</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a:noFill/>
        </p:spPr>
        <p:txBody>
          <a:bodyPr vert="horz" lIns="72000" tIns="0" rIns="72000" bIns="0" rtlCol="0" anchor="ctr">
            <a:normAutofit/>
          </a:bodyPr>
          <a:lstStyle>
            <a:lvl1pPr>
              <a:defRPr lang="it-IT" sz="3200" spc="-100">
                <a:latin typeface="+mj-lt"/>
              </a:defRPr>
            </a:lvl1pPr>
          </a:lstStyle>
          <a:p>
            <a:pPr lvl="0"/>
            <a:r>
              <a:rPr lang="it-IT"/>
              <a:t>Fare clic per modificare lo stile del titolo</a:t>
            </a:r>
          </a:p>
        </p:txBody>
      </p:sp>
    </p:spTree>
    <p:extLst>
      <p:ext uri="{BB962C8B-B14F-4D97-AF65-F5344CB8AC3E}">
        <p14:creationId xmlns:p14="http://schemas.microsoft.com/office/powerpoint/2010/main" val="3297842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Solo tito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0286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Layout personalizzato">
    <p:spTree>
      <p:nvGrpSpPr>
        <p:cNvPr id="1" name=""/>
        <p:cNvGrpSpPr/>
        <p:nvPr/>
      </p:nvGrpSpPr>
      <p:grpSpPr>
        <a:xfrm>
          <a:off x="0" y="0"/>
          <a:ext cx="0" cy="0"/>
          <a:chOff x="0" y="0"/>
          <a:chExt cx="0" cy="0"/>
        </a:xfrm>
      </p:grpSpPr>
      <p:sp>
        <p:nvSpPr>
          <p:cNvPr id="3" name="Rettangolo 2"/>
          <p:cNvSpPr/>
          <p:nvPr userDrawn="1"/>
        </p:nvSpPr>
        <p:spPr bwMode="auto">
          <a:xfrm>
            <a:off x="7920372" y="4785996"/>
            <a:ext cx="1008112" cy="330501"/>
          </a:xfrm>
          <a:prstGeom prst="rect">
            <a:avLst/>
          </a:prstGeom>
          <a:solidFill>
            <a:schemeClr val="bg1"/>
          </a:solidFill>
          <a:ln w="19050">
            <a:solidFill>
              <a:schemeClr val="bg1"/>
            </a:solidFill>
            <a:round/>
            <a:headEnd/>
            <a:tailEnd/>
          </a:ln>
          <a:effectLst/>
        </p:spPr>
        <p:txBody>
          <a:bodyPr lIns="17999" tIns="10799" rIns="17999" bIns="10799" rtlCol="0" anchor="ctr"/>
          <a:lstStyle/>
          <a:p>
            <a:pPr algn="ctr" eaLnBrk="0" hangingPunct="0">
              <a:lnSpc>
                <a:spcPct val="80000"/>
              </a:lnSpc>
              <a:spcBef>
                <a:spcPct val="20000"/>
              </a:spcBef>
              <a:buClr>
                <a:srgbClr val="A71930"/>
              </a:buClr>
            </a:pPr>
            <a:endParaRPr lang="it-IT" sz="1600" b="1" dirty="0">
              <a:effectLst>
                <a:outerShdw blurRad="38100" dist="38100" dir="2700000" algn="tl">
                  <a:srgbClr val="C0C0C0"/>
                </a:outerShdw>
              </a:effectLst>
            </a:endParaRPr>
          </a:p>
        </p:txBody>
      </p:sp>
    </p:spTree>
    <p:extLst>
      <p:ext uri="{BB962C8B-B14F-4D97-AF65-F5344CB8AC3E}">
        <p14:creationId xmlns:p14="http://schemas.microsoft.com/office/powerpoint/2010/main" val="3613151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Vuota bianca">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0096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Vuota grigia">
    <p:bg>
      <p:bgPr>
        <a:solidFill>
          <a:schemeClr val="tx2"/>
        </a:solidFill>
        <a:effectLst/>
      </p:bgPr>
    </p:bg>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49730CC1-8448-454E-BAE4-E4BA381482E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44480" y="4876005"/>
            <a:ext cx="648000" cy="2090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2_Vuota grigia">
    <p:bg>
      <p:bgPr>
        <a:solidFill>
          <a:srgbClr val="C20E1A"/>
        </a:solidFill>
        <a:effectLst/>
      </p:bgPr>
    </p:bg>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651C3C6E-CAB6-4C30-9D30-1D07218E312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44480" y="4876005"/>
            <a:ext cx="648000" cy="209000"/>
          </a:xfrm>
          <a:prstGeom prst="rect">
            <a:avLst/>
          </a:prstGeom>
        </p:spPr>
      </p:pic>
    </p:spTree>
    <p:extLst>
      <p:ext uri="{BB962C8B-B14F-4D97-AF65-F5344CB8AC3E}">
        <p14:creationId xmlns:p14="http://schemas.microsoft.com/office/powerpoint/2010/main" val="28776694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1_Vuota grigia">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3892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yout personalizza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251520" y="843907"/>
            <a:ext cx="4244280" cy="3888083"/>
          </a:xfrm>
        </p:spPr>
        <p:txBody>
          <a:bodyPr/>
          <a:lstStyle>
            <a:lvl1pPr>
              <a:lnSpc>
                <a:spcPct val="80000"/>
              </a:lnSpc>
              <a:spcBef>
                <a:spcPts val="0"/>
              </a:spcBef>
              <a:spcAft>
                <a:spcPts val="600"/>
              </a:spcAft>
              <a:defRPr sz="2400"/>
            </a:lvl1pPr>
            <a:lvl2pPr>
              <a:lnSpc>
                <a:spcPct val="80000"/>
              </a:lnSpc>
              <a:spcAft>
                <a:spcPts val="600"/>
              </a:spcAft>
              <a:defRPr sz="2000"/>
            </a:lvl2pPr>
            <a:lvl3pPr>
              <a:lnSpc>
                <a:spcPct val="80000"/>
              </a:lnSpc>
              <a:spcAft>
                <a:spcPts val="600"/>
              </a:spcAft>
              <a:defRPr sz="1800"/>
            </a:lvl3pPr>
            <a:lvl4pPr>
              <a:defRPr sz="1800"/>
            </a:lvl4pPr>
            <a:lvl5pPr>
              <a:defRPr sz="1800"/>
            </a:lvl5pPr>
            <a:lvl6pPr>
              <a:defRPr sz="1800"/>
            </a:lvl6pPr>
            <a:lvl7pPr>
              <a:defRPr sz="1800"/>
            </a:lvl7pPr>
            <a:lvl8pPr>
              <a:defRPr sz="1800"/>
            </a:lvl8pPr>
            <a:lvl9pPr>
              <a:defRPr sz="1800"/>
            </a:lvl9pPr>
          </a:lstStyle>
          <a:p>
            <a:pPr lvl="0"/>
            <a:r>
              <a:rPr lang="it-IT" dirty="0"/>
              <a:t>Fare clic per modificare stili del testo dello schema</a:t>
            </a:r>
          </a:p>
          <a:p>
            <a:pPr lvl="1"/>
            <a:r>
              <a:rPr lang="it-IT" dirty="0"/>
              <a:t>Secondo livello</a:t>
            </a:r>
          </a:p>
          <a:p>
            <a:pPr lvl="2"/>
            <a:r>
              <a:rPr lang="it-IT" dirty="0"/>
              <a:t>Terzo livello</a:t>
            </a:r>
          </a:p>
        </p:txBody>
      </p:sp>
      <p:sp>
        <p:nvSpPr>
          <p:cNvPr id="6" name="Segnaposto contenuto 2">
            <a:extLst>
              <a:ext uri="{FF2B5EF4-FFF2-40B4-BE49-F238E27FC236}">
                <a16:creationId xmlns:a16="http://schemas.microsoft.com/office/drawing/2014/main" id="{7CE2DB01-18FE-B251-C2FD-A620A62AC64D}"/>
              </a:ext>
            </a:extLst>
          </p:cNvPr>
          <p:cNvSpPr>
            <a:spLocks noGrp="1"/>
          </p:cNvSpPr>
          <p:nvPr>
            <p:ph sz="half" idx="10"/>
          </p:nvPr>
        </p:nvSpPr>
        <p:spPr>
          <a:xfrm>
            <a:off x="4651666" y="843558"/>
            <a:ext cx="4244280" cy="3888083"/>
          </a:xfrm>
        </p:spPr>
        <p:txBody>
          <a:bodyPr/>
          <a:lstStyle>
            <a:lvl1pPr>
              <a:lnSpc>
                <a:spcPct val="80000"/>
              </a:lnSpc>
              <a:spcBef>
                <a:spcPts val="0"/>
              </a:spcBef>
              <a:spcAft>
                <a:spcPts val="600"/>
              </a:spcAft>
              <a:defRPr sz="2400"/>
            </a:lvl1pPr>
            <a:lvl2pPr>
              <a:lnSpc>
                <a:spcPct val="80000"/>
              </a:lnSpc>
              <a:spcAft>
                <a:spcPts val="600"/>
              </a:spcAft>
              <a:defRPr sz="2000"/>
            </a:lvl2pPr>
            <a:lvl3pPr>
              <a:lnSpc>
                <a:spcPct val="80000"/>
              </a:lnSpc>
              <a:spcAft>
                <a:spcPts val="600"/>
              </a:spcAft>
              <a:defRPr sz="1800"/>
            </a:lvl3pPr>
            <a:lvl4pPr>
              <a:defRPr sz="1800"/>
            </a:lvl4pPr>
            <a:lvl5pPr>
              <a:defRPr sz="1800"/>
            </a:lvl5pPr>
            <a:lvl6pPr>
              <a:defRPr sz="1800"/>
            </a:lvl6pPr>
            <a:lvl7pPr>
              <a:defRPr sz="1800"/>
            </a:lvl7pPr>
            <a:lvl8pPr>
              <a:defRPr sz="1800"/>
            </a:lvl8pPr>
            <a:lvl9pPr>
              <a:defRPr sz="1800"/>
            </a:lvl9pPr>
          </a:lstStyle>
          <a:p>
            <a:pPr lvl="0"/>
            <a:r>
              <a:rPr lang="it-IT" dirty="0"/>
              <a:t>Fare clic per modificare stili del testo dello schema</a:t>
            </a:r>
          </a:p>
          <a:p>
            <a:pPr lvl="1"/>
            <a:r>
              <a:rPr lang="it-IT" dirty="0"/>
              <a:t>Secondo livello</a:t>
            </a:r>
          </a:p>
          <a:p>
            <a:pPr lvl="2"/>
            <a:r>
              <a:rPr lang="it-IT" dirty="0"/>
              <a:t>Terzo livello</a:t>
            </a:r>
          </a:p>
        </p:txBody>
      </p:sp>
    </p:spTree>
    <p:extLst>
      <p:ext uri="{BB962C8B-B14F-4D97-AF65-F5344CB8AC3E}">
        <p14:creationId xmlns:p14="http://schemas.microsoft.com/office/powerpoint/2010/main" val="2557030922"/>
      </p:ext>
    </p:extLst>
  </p:cSld>
  <p:clrMapOvr>
    <a:masterClrMapping/>
  </p:clrMapOvr>
  <p:extLst>
    <p:ext uri="{DCECCB84-F9BA-43D5-87BE-67443E8EF086}">
      <p15:sldGuideLst xmlns:p15="http://schemas.microsoft.com/office/powerpoint/2012/main">
        <p15:guide id="1" orient="horz" pos="53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ayout personalizza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solidFill>
                  <a:srgbClr val="C20E1A"/>
                </a:solidFill>
              </a:defRPr>
            </a:lvl1pPr>
          </a:lstStyle>
          <a:p>
            <a:r>
              <a:rPr lang="it-IT"/>
              <a:t>Fare clic per modificare lo stile del titolo</a:t>
            </a:r>
          </a:p>
        </p:txBody>
      </p:sp>
      <p:sp>
        <p:nvSpPr>
          <p:cNvPr id="3" name="Segnaposto testo 2"/>
          <p:cNvSpPr>
            <a:spLocks noGrp="1"/>
          </p:cNvSpPr>
          <p:nvPr>
            <p:ph type="body" idx="1" hasCustomPrompt="1"/>
          </p:nvPr>
        </p:nvSpPr>
        <p:spPr>
          <a:xfrm>
            <a:off x="251520" y="843558"/>
            <a:ext cx="4245868" cy="679586"/>
          </a:xfrm>
        </p:spPr>
        <p:txBody>
          <a:bodyPr anchor="t"/>
          <a:lstStyle>
            <a:lvl1pPr marL="0" indent="0">
              <a:lnSpc>
                <a:spcPct val="80000"/>
              </a:lnSpc>
              <a:spcBef>
                <a:spcPts val="50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stili del testo dello schema</a:t>
            </a:r>
          </a:p>
        </p:txBody>
      </p:sp>
      <p:sp>
        <p:nvSpPr>
          <p:cNvPr id="4" name="Segnaposto contenuto 3"/>
          <p:cNvSpPr>
            <a:spLocks noGrp="1"/>
          </p:cNvSpPr>
          <p:nvPr>
            <p:ph sz="half" idx="2" hasCustomPrompt="1"/>
          </p:nvPr>
        </p:nvSpPr>
        <p:spPr>
          <a:xfrm>
            <a:off x="251520" y="1631156"/>
            <a:ext cx="4245868" cy="3073831"/>
          </a:xfrm>
        </p:spPr>
        <p:txBody>
          <a:bodyPr/>
          <a:lstStyle>
            <a:lvl1pPr marL="268288" indent="-268288" defTabSz="792000">
              <a:lnSpc>
                <a:spcPct val="80000"/>
              </a:lnSpc>
              <a:spcBef>
                <a:spcPts val="0"/>
              </a:spcBef>
              <a:spcAft>
                <a:spcPts val="500"/>
              </a:spcAft>
              <a:defRPr sz="2400"/>
            </a:lvl1pPr>
            <a:lvl2pPr marL="268288" indent="-268288" defTabSz="792000">
              <a:defRPr sz="2000"/>
            </a:lvl2pPr>
            <a:lvl3pPr marL="538163" indent="-182563" defTabSz="792000">
              <a:lnSpc>
                <a:spcPct val="80000"/>
              </a:lnSpc>
              <a:spcBef>
                <a:spcPts val="0"/>
              </a:spcBef>
              <a:spcAft>
                <a:spcPts val="500"/>
              </a:spcAft>
              <a:defRPr sz="1800"/>
            </a:lvl3pPr>
            <a:lvl4pPr marL="625475" indent="0">
              <a:buNone/>
              <a:defRPr sz="1600"/>
            </a:lvl4pPr>
            <a:lvl5pPr>
              <a:defRPr sz="1600"/>
            </a:lvl5pPr>
            <a:lvl6pPr>
              <a:defRPr sz="1600"/>
            </a:lvl6pPr>
            <a:lvl7pPr>
              <a:defRPr sz="1600"/>
            </a:lvl7pPr>
            <a:lvl8pPr>
              <a:defRPr sz="1600"/>
            </a:lvl8pPr>
            <a:lvl9pPr>
              <a:defRPr sz="1600"/>
            </a:lvl9pPr>
          </a:lstStyle>
          <a:p>
            <a:pPr lvl="0"/>
            <a:r>
              <a:rPr lang="it-IT" dirty="0"/>
              <a:t>Fare clic per modificare stili del testo dello schema</a:t>
            </a:r>
          </a:p>
          <a:p>
            <a:pPr lvl="2"/>
            <a:r>
              <a:rPr lang="it-IT" dirty="0"/>
              <a:t>Secondo livello</a:t>
            </a:r>
          </a:p>
        </p:txBody>
      </p:sp>
      <p:sp>
        <p:nvSpPr>
          <p:cNvPr id="5" name="Segnaposto testo 4"/>
          <p:cNvSpPr>
            <a:spLocks noGrp="1"/>
          </p:cNvSpPr>
          <p:nvPr>
            <p:ph type="body" sz="quarter" idx="3" hasCustomPrompt="1"/>
          </p:nvPr>
        </p:nvSpPr>
        <p:spPr>
          <a:xfrm>
            <a:off x="4645026" y="843558"/>
            <a:ext cx="4211451" cy="679586"/>
          </a:xfrm>
        </p:spPr>
        <p:txBody>
          <a:bodyPr anchor="t">
            <a:noAutofit/>
          </a:bodyPr>
          <a:lstStyle>
            <a:lvl1pPr marL="0" indent="0">
              <a:lnSpc>
                <a:spcPct val="80000"/>
              </a:lnSpc>
              <a:spcBef>
                <a:spcPts val="500"/>
              </a:spcBef>
              <a:buNone/>
              <a:defRPr lang="it-IT" sz="2400" b="1" kern="1200" dirty="0">
                <a:solidFill>
                  <a:schemeClr val="tx1"/>
                </a:solidFill>
                <a:latin typeface="+mj-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stili del testo dello schema</a:t>
            </a:r>
          </a:p>
        </p:txBody>
      </p:sp>
      <p:sp>
        <p:nvSpPr>
          <p:cNvPr id="6" name="Segnaposto contenuto 5"/>
          <p:cNvSpPr>
            <a:spLocks noGrp="1"/>
          </p:cNvSpPr>
          <p:nvPr>
            <p:ph sz="quarter" idx="4" hasCustomPrompt="1"/>
          </p:nvPr>
        </p:nvSpPr>
        <p:spPr>
          <a:xfrm>
            <a:off x="4645026" y="1631156"/>
            <a:ext cx="4247455" cy="3100834"/>
          </a:xfrm>
        </p:spPr>
        <p:txBody>
          <a:bodyPr/>
          <a:lstStyle>
            <a:lvl1pPr marL="268288" indent="-268288">
              <a:lnSpc>
                <a:spcPct val="80000"/>
              </a:lnSpc>
              <a:spcBef>
                <a:spcPts val="0"/>
              </a:spcBef>
              <a:spcAft>
                <a:spcPts val="300"/>
              </a:spcAft>
              <a:defRPr sz="2400"/>
            </a:lvl1pPr>
            <a:lvl2pPr marL="538163" indent="-182563">
              <a:lnSpc>
                <a:spcPct val="80000"/>
              </a:lnSpc>
              <a:spcBef>
                <a:spcPts val="0"/>
              </a:spcBef>
              <a:spcAft>
                <a:spcPts val="300"/>
              </a:spcAft>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dirty="0"/>
              <a:t>Fare clic per modificare stili del testo dello schema</a:t>
            </a:r>
          </a:p>
          <a:p>
            <a:pPr lvl="1"/>
            <a:r>
              <a:rPr lang="it-IT" dirty="0"/>
              <a:t>Secondo livello</a:t>
            </a:r>
          </a:p>
        </p:txBody>
      </p:sp>
    </p:spTree>
    <p:extLst>
      <p:ext uri="{BB962C8B-B14F-4D97-AF65-F5344CB8AC3E}">
        <p14:creationId xmlns:p14="http://schemas.microsoft.com/office/powerpoint/2010/main" val="4276315026"/>
      </p:ext>
    </p:extLst>
  </p:cSld>
  <p:clrMapOvr>
    <a:masterClrMapping/>
  </p:clrMapOvr>
  <p:extLst>
    <p:ext uri="{DCECCB84-F9BA-43D5-87BE-67443E8EF086}">
      <p15:sldGuideLst xmlns:p15="http://schemas.microsoft.com/office/powerpoint/2012/main">
        <p15:guide id="1" orient="horz" pos="531"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Layout personalizzato">
    <p:spTree>
      <p:nvGrpSpPr>
        <p:cNvPr id="1" name=""/>
        <p:cNvGrpSpPr/>
        <p:nvPr/>
      </p:nvGrpSpPr>
      <p:grpSpPr>
        <a:xfrm>
          <a:off x="0" y="0"/>
          <a:ext cx="0" cy="0"/>
          <a:chOff x="0" y="0"/>
          <a:chExt cx="0" cy="0"/>
        </a:xfrm>
      </p:grpSpPr>
      <p:sp>
        <p:nvSpPr>
          <p:cNvPr id="3" name="Titolo 1"/>
          <p:cNvSpPr txBox="1">
            <a:spLocks/>
          </p:cNvSpPr>
          <p:nvPr userDrawn="1"/>
        </p:nvSpPr>
        <p:spPr>
          <a:xfrm>
            <a:off x="1828800" y="3600450"/>
            <a:ext cx="5486400" cy="425054"/>
          </a:xfrm>
          <a:prstGeom prst="rect">
            <a:avLst/>
          </a:prstGeom>
          <a:noFill/>
        </p:spPr>
        <p:txBody>
          <a:bodyPr vert="horz" lIns="72000" tIns="0" rIns="72000" bIns="0" rtlCol="0" anchor="b">
            <a:normAutofit/>
          </a:bodyPr>
          <a:lstStyle>
            <a:lvl1pPr algn="l" defTabSz="914400" rtl="0" eaLnBrk="1" latinLnBrk="0" hangingPunct="1">
              <a:spcBef>
                <a:spcPct val="0"/>
              </a:spcBef>
              <a:buNone/>
              <a:defRPr lang="it-IT" sz="2000" b="1" kern="1200" cap="all" spc="-100" baseline="0">
                <a:solidFill>
                  <a:schemeClr val="accent2"/>
                </a:solidFill>
                <a:latin typeface="+mj-lt"/>
                <a:ea typeface="+mj-ea"/>
                <a:cs typeface="Aharoni" panose="02010803020104030203" pitchFamily="2" charset="-79"/>
              </a:defRPr>
            </a:lvl1pPr>
          </a:lstStyle>
          <a:p>
            <a:r>
              <a:rPr lang="it-IT" spc="0" dirty="0">
                <a:solidFill>
                  <a:srgbClr val="C20E1A"/>
                </a:solidFill>
              </a:rPr>
              <a:t>Fare clic per modificare lo stile del titolo</a:t>
            </a:r>
          </a:p>
        </p:txBody>
      </p:sp>
      <p:sp>
        <p:nvSpPr>
          <p:cNvPr id="4" name="Segnaposto immagine 2"/>
          <p:cNvSpPr>
            <a:spLocks noGrp="1"/>
          </p:cNvSpPr>
          <p:nvPr>
            <p:ph type="pic" idx="1"/>
          </p:nvPr>
        </p:nvSpPr>
        <p:spPr>
          <a:xfrm>
            <a:off x="1828800"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a:t>Fare clic sull'icona per inserire un'immagine</a:t>
            </a:r>
          </a:p>
        </p:txBody>
      </p:sp>
      <p:sp>
        <p:nvSpPr>
          <p:cNvPr id="5" name="Segnaposto testo 3"/>
          <p:cNvSpPr>
            <a:spLocks noGrp="1"/>
          </p:cNvSpPr>
          <p:nvPr>
            <p:ph type="body" sz="half" idx="2"/>
          </p:nvPr>
        </p:nvSpPr>
        <p:spPr>
          <a:xfrm>
            <a:off x="1828800"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Tree>
    <p:extLst>
      <p:ext uri="{BB962C8B-B14F-4D97-AF65-F5344CB8AC3E}">
        <p14:creationId xmlns:p14="http://schemas.microsoft.com/office/powerpoint/2010/main" val="35298437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Layout personalizza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solidFill>
                  <a:srgbClr val="C20E1A"/>
                </a:solidFill>
              </a:defRPr>
            </a:lvl1pPr>
          </a:lstStyle>
          <a:p>
            <a:r>
              <a:rPr lang="it-IT"/>
              <a:t>Fare clic per modificare lo stile del titolo</a:t>
            </a:r>
          </a:p>
        </p:txBody>
      </p:sp>
      <p:sp>
        <p:nvSpPr>
          <p:cNvPr id="3" name="Segnaposto immagine 8"/>
          <p:cNvSpPr>
            <a:spLocks noGrp="1"/>
          </p:cNvSpPr>
          <p:nvPr>
            <p:ph type="pic" sz="quarter" idx="10"/>
          </p:nvPr>
        </p:nvSpPr>
        <p:spPr>
          <a:xfrm>
            <a:off x="251606" y="843818"/>
            <a:ext cx="2880234" cy="2187243"/>
          </a:xfrm>
        </p:spPr>
        <p:txBody>
          <a:bodyPr>
            <a:normAutofit/>
          </a:bodyPr>
          <a:lstStyle>
            <a:lvl1pPr marL="0" indent="0">
              <a:buNone/>
              <a:defRPr sz="2400"/>
            </a:lvl1pPr>
          </a:lstStyle>
          <a:p>
            <a:r>
              <a:rPr lang="it-IT" dirty="0"/>
              <a:t>Fare clic sull'icona per inserire un'immagine</a:t>
            </a:r>
          </a:p>
        </p:txBody>
      </p:sp>
      <p:sp>
        <p:nvSpPr>
          <p:cNvPr id="4" name="Segnaposto contenuto 10"/>
          <p:cNvSpPr>
            <a:spLocks noGrp="1"/>
          </p:cNvSpPr>
          <p:nvPr>
            <p:ph sz="quarter" idx="11"/>
          </p:nvPr>
        </p:nvSpPr>
        <p:spPr>
          <a:xfrm>
            <a:off x="3419475" y="843558"/>
            <a:ext cx="5473700" cy="3780234"/>
          </a:xfrm>
        </p:spPr>
        <p:txBody>
          <a:bodyPr>
            <a:normAutofit/>
          </a:bodyPr>
          <a:lstStyle>
            <a:lvl1pPr>
              <a:buClr>
                <a:srgbClr val="C20E1A"/>
              </a:buClr>
              <a:defRPr sz="2400"/>
            </a:lvl1pPr>
            <a:lvl2pPr>
              <a:buClr>
                <a:srgbClr val="C20E1A"/>
              </a:buClr>
              <a:defRPr sz="2000"/>
            </a:lvl2pPr>
            <a:lvl3pPr>
              <a:buClr>
                <a:srgbClr val="C20E1A"/>
              </a:buClr>
              <a:defRPr sz="1800"/>
            </a:lvl3pPr>
          </a:lstStyle>
          <a:p>
            <a:pPr lvl="0"/>
            <a:r>
              <a:rPr lang="it-IT" dirty="0"/>
              <a:t>Fare clic per modificare stili del testo dello schema</a:t>
            </a:r>
          </a:p>
          <a:p>
            <a:pPr lvl="1"/>
            <a:r>
              <a:rPr lang="it-IT" dirty="0"/>
              <a:t>Secondo livello</a:t>
            </a:r>
          </a:p>
          <a:p>
            <a:pPr lvl="2"/>
            <a:r>
              <a:rPr lang="it-IT" dirty="0"/>
              <a:t>Terzo livello</a:t>
            </a:r>
          </a:p>
        </p:txBody>
      </p:sp>
    </p:spTree>
    <p:extLst>
      <p:ext uri="{BB962C8B-B14F-4D97-AF65-F5344CB8AC3E}">
        <p14:creationId xmlns:p14="http://schemas.microsoft.com/office/powerpoint/2010/main" val="2085360488"/>
      </p:ext>
    </p:extLst>
  </p:cSld>
  <p:clrMapOvr>
    <a:masterClrMapping/>
  </p:clrMapOvr>
  <p:extLst>
    <p:ext uri="{DCECCB84-F9BA-43D5-87BE-67443E8EF086}">
      <p15:sldGuideLst xmlns:p15="http://schemas.microsoft.com/office/powerpoint/2012/main">
        <p15:guide id="1" orient="horz" pos="531"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Layout personalizza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solidFill>
                  <a:srgbClr val="C20E1A"/>
                </a:solidFill>
              </a:defRPr>
            </a:lvl1pPr>
          </a:lstStyle>
          <a:p>
            <a:r>
              <a:rPr lang="it-IT"/>
              <a:t>Fare clic per modificare lo stile del titolo</a:t>
            </a:r>
          </a:p>
        </p:txBody>
      </p:sp>
      <p:sp>
        <p:nvSpPr>
          <p:cNvPr id="3" name="Segnaposto immagine 5"/>
          <p:cNvSpPr>
            <a:spLocks noGrp="1"/>
          </p:cNvSpPr>
          <p:nvPr>
            <p:ph type="pic" sz="quarter" idx="10"/>
          </p:nvPr>
        </p:nvSpPr>
        <p:spPr>
          <a:xfrm>
            <a:off x="250825" y="843558"/>
            <a:ext cx="5041901" cy="3780680"/>
          </a:xfrm>
        </p:spPr>
        <p:txBody>
          <a:bodyPr>
            <a:normAutofit/>
          </a:bodyPr>
          <a:lstStyle>
            <a:lvl1pPr>
              <a:defRPr sz="2400"/>
            </a:lvl1pPr>
          </a:lstStyle>
          <a:p>
            <a:r>
              <a:rPr lang="it-IT"/>
              <a:t>Fare clic sull'icona per inserire un'immagine</a:t>
            </a:r>
          </a:p>
        </p:txBody>
      </p:sp>
      <p:sp>
        <p:nvSpPr>
          <p:cNvPr id="4" name="Segnaposto contenuto 7"/>
          <p:cNvSpPr>
            <a:spLocks noGrp="1"/>
          </p:cNvSpPr>
          <p:nvPr>
            <p:ph sz="quarter" idx="11"/>
          </p:nvPr>
        </p:nvSpPr>
        <p:spPr>
          <a:xfrm>
            <a:off x="5472113" y="843558"/>
            <a:ext cx="3421062" cy="3753677"/>
          </a:xfrm>
        </p:spPr>
        <p:txBody>
          <a:bodyPr>
            <a:normAutofit/>
          </a:bodyPr>
          <a:lstStyle>
            <a:lvl1pPr marL="0" indent="0">
              <a:buNone/>
              <a:defRPr sz="2400"/>
            </a:lvl1pPr>
          </a:lstStyle>
          <a:p>
            <a:pPr lvl="0"/>
            <a:r>
              <a:rPr lang="it-IT"/>
              <a:t>Fare clic per modificare stili del testo dello schema</a:t>
            </a:r>
          </a:p>
        </p:txBody>
      </p:sp>
    </p:spTree>
    <p:extLst>
      <p:ext uri="{BB962C8B-B14F-4D97-AF65-F5344CB8AC3E}">
        <p14:creationId xmlns:p14="http://schemas.microsoft.com/office/powerpoint/2010/main" val="4077754173"/>
      </p:ext>
    </p:extLst>
  </p:cSld>
  <p:clrMapOvr>
    <a:masterClrMapping/>
  </p:clrMapOvr>
  <p:extLst>
    <p:ext uri="{DCECCB84-F9BA-43D5-87BE-67443E8EF086}">
      <p15:sldGuideLst xmlns:p15="http://schemas.microsoft.com/office/powerpoint/2012/main">
        <p15:guide id="1" orient="horz" pos="531"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Intestazione sezione">
    <p:spTree>
      <p:nvGrpSpPr>
        <p:cNvPr id="1" name=""/>
        <p:cNvGrpSpPr/>
        <p:nvPr/>
      </p:nvGrpSpPr>
      <p:grpSpPr>
        <a:xfrm>
          <a:off x="0" y="0"/>
          <a:ext cx="0" cy="0"/>
          <a:chOff x="0" y="0"/>
          <a:chExt cx="0" cy="0"/>
        </a:xfrm>
      </p:grpSpPr>
      <p:sp>
        <p:nvSpPr>
          <p:cNvPr id="4" name="Segnaposto testo 2"/>
          <p:cNvSpPr>
            <a:spLocks noGrp="1"/>
          </p:cNvSpPr>
          <p:nvPr>
            <p:ph type="body" idx="1"/>
          </p:nvPr>
        </p:nvSpPr>
        <p:spPr>
          <a:xfrm>
            <a:off x="254980" y="2180035"/>
            <a:ext cx="8638195" cy="1125140"/>
          </a:xfrm>
        </p:spPr>
        <p:txBody>
          <a:bodyPr anchor="b"/>
          <a:lstStyle>
            <a:lvl1pPr marL="0" indent="0">
              <a:buNone/>
              <a:defRPr sz="2000">
                <a:latin typeface="+mj-lt"/>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it-IT"/>
              <a:t>Fare clic per modificare stili del testo dello schema</a:t>
            </a:r>
          </a:p>
        </p:txBody>
      </p:sp>
      <p:sp>
        <p:nvSpPr>
          <p:cNvPr id="6" name="Segnaposto testo 5"/>
          <p:cNvSpPr>
            <a:spLocks noGrp="1"/>
          </p:cNvSpPr>
          <p:nvPr>
            <p:ph type="body" sz="quarter" idx="10" hasCustomPrompt="1"/>
          </p:nvPr>
        </p:nvSpPr>
        <p:spPr>
          <a:xfrm>
            <a:off x="228600" y="3399842"/>
            <a:ext cx="8686800" cy="1062621"/>
          </a:xfrm>
        </p:spPr>
        <p:txBody>
          <a:bodyPr>
            <a:noAutofit/>
          </a:bodyPr>
          <a:lstStyle>
            <a:lvl1pPr marL="0" indent="0">
              <a:lnSpc>
                <a:spcPct val="80000"/>
              </a:lnSpc>
              <a:spcBef>
                <a:spcPts val="300"/>
              </a:spcBef>
              <a:buNone/>
              <a:defRPr sz="4000" baseline="0">
                <a:solidFill>
                  <a:srgbClr val="C20E1A"/>
                </a:solidFill>
                <a:latin typeface="+mj-lt"/>
              </a:defRPr>
            </a:lvl1pPr>
            <a:lvl2pPr>
              <a:defRPr sz="4000">
                <a:solidFill>
                  <a:srgbClr val="C00000"/>
                </a:solidFill>
                <a:latin typeface="Arial Narrow" panose="020B0606020202030204" pitchFamily="34" charset="0"/>
              </a:defRPr>
            </a:lvl2pPr>
            <a:lvl3pPr>
              <a:defRPr sz="4000">
                <a:solidFill>
                  <a:srgbClr val="C00000"/>
                </a:solidFill>
                <a:latin typeface="Arial Narrow" panose="020B0606020202030204" pitchFamily="34" charset="0"/>
              </a:defRPr>
            </a:lvl3pPr>
            <a:lvl4pPr>
              <a:defRPr sz="4000">
                <a:solidFill>
                  <a:srgbClr val="C00000"/>
                </a:solidFill>
                <a:latin typeface="Arial Narrow" panose="020B0606020202030204" pitchFamily="34" charset="0"/>
              </a:defRPr>
            </a:lvl4pPr>
            <a:lvl5pPr>
              <a:defRPr sz="4000">
                <a:solidFill>
                  <a:srgbClr val="C00000"/>
                </a:solidFill>
                <a:latin typeface="Arial Narrow" panose="020B0606020202030204" pitchFamily="34" charset="0"/>
              </a:defRPr>
            </a:lvl5pPr>
          </a:lstStyle>
          <a:p>
            <a:pPr lvl="0"/>
            <a:r>
              <a:rPr lang="it-IT" dirty="0"/>
              <a:t>Fare clic per modificare il testo</a:t>
            </a:r>
          </a:p>
        </p:txBody>
      </p:sp>
    </p:spTree>
    <p:extLst>
      <p:ext uri="{BB962C8B-B14F-4D97-AF65-F5344CB8AC3E}">
        <p14:creationId xmlns:p14="http://schemas.microsoft.com/office/powerpoint/2010/main" val="183483070"/>
      </p:ext>
    </p:extLst>
  </p:cSld>
  <p:clrMapOvr>
    <a:masterClrMapping/>
  </p:clrMapOvr>
  <p:extLst>
    <p:ext uri="{DCECCB84-F9BA-43D5-87BE-67443E8EF086}">
      <p15:sldGuideLst xmlns:p15="http://schemas.microsoft.com/office/powerpoint/2012/main">
        <p15:guide id="1" pos="158" userDrawn="1">
          <p15:clr>
            <a:srgbClr val="FBAE40"/>
          </p15:clr>
        </p15:guide>
        <p15:guide id="2" pos="5602"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iusa">
    <p:spTree>
      <p:nvGrpSpPr>
        <p:cNvPr id="1" name=""/>
        <p:cNvGrpSpPr/>
        <p:nvPr/>
      </p:nvGrpSpPr>
      <p:grpSpPr>
        <a:xfrm>
          <a:off x="0" y="0"/>
          <a:ext cx="0" cy="0"/>
          <a:chOff x="0" y="0"/>
          <a:chExt cx="0" cy="0"/>
        </a:xfrm>
      </p:grpSpPr>
      <p:sp>
        <p:nvSpPr>
          <p:cNvPr id="6" name="Segnaposto testo 5"/>
          <p:cNvSpPr>
            <a:spLocks noGrp="1"/>
          </p:cNvSpPr>
          <p:nvPr>
            <p:ph type="body" sz="quarter" idx="10" hasCustomPrompt="1"/>
          </p:nvPr>
        </p:nvSpPr>
        <p:spPr>
          <a:xfrm>
            <a:off x="683419" y="2004418"/>
            <a:ext cx="7777162" cy="1134665"/>
          </a:xfrm>
        </p:spPr>
        <p:txBody>
          <a:bodyPr anchor="ctr">
            <a:noAutofit/>
          </a:bodyPr>
          <a:lstStyle>
            <a:lvl1pPr marL="0" indent="0" algn="ctr">
              <a:buNone/>
              <a:defRPr sz="4000" baseline="0">
                <a:solidFill>
                  <a:srgbClr val="C20E1A"/>
                </a:solidFill>
                <a:latin typeface="+mj-lt"/>
              </a:defRPr>
            </a:lvl1pPr>
            <a:lvl2pPr>
              <a:defRPr sz="4000">
                <a:solidFill>
                  <a:srgbClr val="C00000"/>
                </a:solidFill>
                <a:latin typeface="Arial Narrow" panose="020B0606020202030204" pitchFamily="34" charset="0"/>
              </a:defRPr>
            </a:lvl2pPr>
            <a:lvl3pPr>
              <a:defRPr sz="4000">
                <a:solidFill>
                  <a:srgbClr val="C00000"/>
                </a:solidFill>
                <a:latin typeface="Arial Narrow" panose="020B0606020202030204" pitchFamily="34" charset="0"/>
              </a:defRPr>
            </a:lvl3pPr>
            <a:lvl4pPr>
              <a:defRPr sz="4000">
                <a:solidFill>
                  <a:srgbClr val="C00000"/>
                </a:solidFill>
                <a:latin typeface="Arial Narrow" panose="020B0606020202030204" pitchFamily="34" charset="0"/>
              </a:defRPr>
            </a:lvl4pPr>
            <a:lvl5pPr>
              <a:defRPr sz="4000">
                <a:solidFill>
                  <a:srgbClr val="C00000"/>
                </a:solidFill>
                <a:latin typeface="Arial Narrow" panose="020B0606020202030204" pitchFamily="34" charset="0"/>
              </a:defRPr>
            </a:lvl5pPr>
          </a:lstStyle>
          <a:p>
            <a:pPr lvl="0"/>
            <a:r>
              <a:rPr lang="it-IT" dirty="0"/>
              <a:t>Fare clic per modificare il testo</a:t>
            </a:r>
          </a:p>
        </p:txBody>
      </p:sp>
    </p:spTree>
    <p:extLst>
      <p:ext uri="{BB962C8B-B14F-4D97-AF65-F5344CB8AC3E}">
        <p14:creationId xmlns:p14="http://schemas.microsoft.com/office/powerpoint/2010/main" val="33774075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hiusa-red">
    <p:bg>
      <p:bgPr>
        <a:gradFill>
          <a:gsLst>
            <a:gs pos="50000">
              <a:srgbClr val="C20E1A"/>
            </a:gs>
            <a:gs pos="100000">
              <a:srgbClr val="C20E1A"/>
            </a:gs>
          </a:gsLst>
          <a:lin ang="5400000" scaled="0"/>
        </a:gradFill>
        <a:effectLst/>
      </p:bgPr>
    </p:bg>
    <p:spTree>
      <p:nvGrpSpPr>
        <p:cNvPr id="1" name=""/>
        <p:cNvGrpSpPr/>
        <p:nvPr/>
      </p:nvGrpSpPr>
      <p:grpSpPr>
        <a:xfrm>
          <a:off x="0" y="0"/>
          <a:ext cx="0" cy="0"/>
          <a:chOff x="0" y="0"/>
          <a:chExt cx="0" cy="0"/>
        </a:xfrm>
      </p:grpSpPr>
      <p:sp>
        <p:nvSpPr>
          <p:cNvPr id="2" name="Titolo 1"/>
          <p:cNvSpPr>
            <a:spLocks noGrp="1"/>
          </p:cNvSpPr>
          <p:nvPr>
            <p:ph type="ctrTitle"/>
          </p:nvPr>
        </p:nvSpPr>
        <p:spPr>
          <a:xfrm>
            <a:off x="0" y="1802165"/>
            <a:ext cx="9144000" cy="1539171"/>
          </a:xfrm>
          <a:noFill/>
        </p:spPr>
        <p:txBody>
          <a:bodyPr lIns="0" tIns="0" rIns="0" anchor="ctr" anchorCtr="0">
            <a:noAutofit/>
          </a:bodyPr>
          <a:lstStyle>
            <a:lvl1pPr algn="ctr">
              <a:defRPr sz="4000" b="1" i="0" u="none" spc="0">
                <a:solidFill>
                  <a:schemeClr val="bg1"/>
                </a:solidFill>
                <a:latin typeface="Calibri" panose="020F0502020204030204" pitchFamily="34" charset="0"/>
                <a:ea typeface="Calibri" panose="020F0502020204030204" pitchFamily="34" charset="0"/>
                <a:cs typeface="Aharoni" panose="02010803020104030203" pitchFamily="2" charset="-79"/>
              </a:defRPr>
            </a:lvl1pPr>
          </a:lstStyle>
          <a:p>
            <a:endParaRPr lang="it-IT" dirty="0"/>
          </a:p>
        </p:txBody>
      </p:sp>
      <p:pic>
        <p:nvPicPr>
          <p:cNvPr id="5" name="Immagine 4">
            <a:extLst>
              <a:ext uri="{FF2B5EF4-FFF2-40B4-BE49-F238E27FC236}">
                <a16:creationId xmlns:a16="http://schemas.microsoft.com/office/drawing/2014/main" id="{66211A20-8BD2-428E-B8D0-2B7CC38EC94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72000" y="4806000"/>
            <a:ext cx="720000" cy="232222"/>
          </a:xfrm>
          <a:prstGeom prst="rect">
            <a:avLst/>
          </a:prstGeom>
        </p:spPr>
      </p:pic>
    </p:spTree>
    <p:extLst>
      <p:ext uri="{BB962C8B-B14F-4D97-AF65-F5344CB8AC3E}">
        <p14:creationId xmlns:p14="http://schemas.microsoft.com/office/powerpoint/2010/main" val="31656526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8998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251520" y="189000"/>
            <a:ext cx="8640960" cy="540000"/>
          </a:xfrm>
          <a:prstGeom prst="rect">
            <a:avLst/>
          </a:prstGeom>
          <a:noFill/>
        </p:spPr>
        <p:txBody>
          <a:bodyPr vert="horz" lIns="72000" tIns="0" rIns="72000" bIns="0" rtlCol="0" anchor="ctr">
            <a:normAutofit/>
          </a:bodyPr>
          <a:lstStyle/>
          <a:p>
            <a:pPr lvl="0"/>
            <a:r>
              <a:rPr lang="it-IT" dirty="0"/>
              <a:t>Fare clic per modificare lo stile del titolo</a:t>
            </a:r>
          </a:p>
        </p:txBody>
      </p:sp>
      <p:sp>
        <p:nvSpPr>
          <p:cNvPr id="3" name="Segnaposto testo 2"/>
          <p:cNvSpPr>
            <a:spLocks noGrp="1"/>
          </p:cNvSpPr>
          <p:nvPr>
            <p:ph type="body" idx="1"/>
          </p:nvPr>
        </p:nvSpPr>
        <p:spPr>
          <a:xfrm>
            <a:off x="251520" y="789552"/>
            <a:ext cx="8640960" cy="3942438"/>
          </a:xfrm>
          <a:prstGeom prst="rect">
            <a:avLst/>
          </a:prstGeom>
        </p:spPr>
        <p:txBody>
          <a:bodyPr vert="horz" lIns="72000" tIns="45720" rIns="72000" bIns="45720" rtlCol="0">
            <a:normAutofit/>
          </a:bodyPr>
          <a:lstStyle/>
          <a:p>
            <a:pPr lvl="0"/>
            <a:r>
              <a:rPr lang="it-IT" dirty="0"/>
              <a:t>Fare clic per modificare stili del testo dello schema</a:t>
            </a:r>
          </a:p>
          <a:p>
            <a:pPr lvl="1"/>
            <a:r>
              <a:rPr lang="it-IT" dirty="0"/>
              <a:t>Secondo livello</a:t>
            </a:r>
          </a:p>
          <a:p>
            <a:pPr lvl="2"/>
            <a:r>
              <a:rPr lang="it-IT" dirty="0"/>
              <a:t>Terzo livello</a:t>
            </a:r>
          </a:p>
        </p:txBody>
      </p:sp>
      <p:sp>
        <p:nvSpPr>
          <p:cNvPr id="6" name="Rettangolo 5"/>
          <p:cNvSpPr/>
          <p:nvPr/>
        </p:nvSpPr>
        <p:spPr>
          <a:xfrm flipH="1">
            <a:off x="251520" y="0"/>
            <a:ext cx="8640960" cy="60471"/>
          </a:xfrm>
          <a:prstGeom prst="rect">
            <a:avLst/>
          </a:prstGeom>
          <a:solidFill>
            <a:srgbClr val="C20E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it-IT"/>
          </a:p>
        </p:txBody>
      </p:sp>
      <p:pic>
        <p:nvPicPr>
          <p:cNvPr id="9" name="Immagine 8">
            <a:extLst>
              <a:ext uri="{FF2B5EF4-FFF2-40B4-BE49-F238E27FC236}">
                <a16:creationId xmlns:a16="http://schemas.microsoft.com/office/drawing/2014/main" id="{33B43FE0-31EE-4180-A175-2543E30BE8A6}"/>
              </a:ext>
            </a:extLst>
          </p:cNvPr>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8172000" y="4806000"/>
            <a:ext cx="720000" cy="232222"/>
          </a:xfrm>
          <a:prstGeom prst="rect">
            <a:avLst/>
          </a:prstGeom>
        </p:spPr>
      </p:pic>
    </p:spTree>
  </p:cSld>
  <p:clrMap bg1="lt1" tx1="dk1" bg2="lt2" tx2="dk2" accent1="accent1" accent2="accent2" accent3="accent3" accent4="accent4" accent5="accent5" accent6="accent6" hlink="hlink" folHlink="folHlink"/>
  <p:sldLayoutIdLst>
    <p:sldLayoutId id="2147483723" r:id="rId1"/>
    <p:sldLayoutId id="2147483677" r:id="rId2"/>
    <p:sldLayoutId id="2147483703" r:id="rId3"/>
    <p:sldLayoutId id="2147483710" r:id="rId4"/>
    <p:sldLayoutId id="2147483717" r:id="rId5"/>
    <p:sldLayoutId id="2147483708" r:id="rId6"/>
    <p:sldLayoutId id="2147483683" r:id="rId7"/>
    <p:sldLayoutId id="2147483721" r:id="rId8"/>
    <p:sldLayoutId id="2147483711" r:id="rId9"/>
    <p:sldLayoutId id="2147483712" r:id="rId10"/>
    <p:sldLayoutId id="2147483713" r:id="rId11"/>
    <p:sldLayoutId id="2147483714" r:id="rId12"/>
    <p:sldLayoutId id="2147483715" r:id="rId13"/>
    <p:sldLayoutId id="2147483716" r:id="rId14"/>
    <p:sldLayoutId id="2147483718" r:id="rId15"/>
    <p:sldLayoutId id="2147483719" r:id="rId16"/>
    <p:sldLayoutId id="2147483720" r:id="rId17"/>
    <p:sldLayoutId id="2147483724" r:id="rId18"/>
  </p:sldLayoutIdLst>
  <p:txStyles>
    <p:titleStyle>
      <a:lvl1pPr algn="l" defTabSz="914400" rtl="0" eaLnBrk="1" latinLnBrk="0" hangingPunct="1">
        <a:spcBef>
          <a:spcPct val="0"/>
        </a:spcBef>
        <a:buNone/>
        <a:defRPr lang="it-IT" sz="3200" b="0" kern="1200" cap="all" spc="-100" baseline="0" dirty="0">
          <a:solidFill>
            <a:srgbClr val="C20E1A"/>
          </a:solidFill>
          <a:latin typeface="+mj-lt"/>
          <a:ea typeface="+mj-ea"/>
          <a:cs typeface="Aharoni" panose="02010803020104030203" pitchFamily="2" charset="-79"/>
        </a:defRPr>
      </a:lvl1pPr>
    </p:titleStyle>
    <p:bodyStyle>
      <a:lvl1pPr marL="361950" indent="-361950" algn="l" defTabSz="914400" rtl="0" eaLnBrk="1" latinLnBrk="0" hangingPunct="1">
        <a:spcBef>
          <a:spcPct val="20000"/>
        </a:spcBef>
        <a:buClr>
          <a:srgbClr val="C20E1A"/>
        </a:buClr>
        <a:buFont typeface="Arial" panose="020B0604020202020204" pitchFamily="34" charset="0"/>
        <a:buChar char="•"/>
        <a:defRPr lang="it-IT" sz="2800" kern="1200" dirty="0" smtClean="0">
          <a:solidFill>
            <a:schemeClr val="tx1"/>
          </a:solidFill>
          <a:latin typeface="+mj-lt"/>
          <a:ea typeface="+mn-ea"/>
          <a:cs typeface="+mn-cs"/>
        </a:defRPr>
      </a:lvl1pPr>
      <a:lvl2pPr marL="742950" indent="-285750" algn="l" defTabSz="914400" rtl="0" eaLnBrk="1" latinLnBrk="0" hangingPunct="1">
        <a:spcBef>
          <a:spcPct val="20000"/>
        </a:spcBef>
        <a:buClr>
          <a:srgbClr val="C20E1A"/>
        </a:buClr>
        <a:buFont typeface="Arial" panose="020B0604020202020204" pitchFamily="34" charset="0"/>
        <a:buChar char="•"/>
        <a:defRPr lang="it-IT" sz="2400" kern="1200" dirty="0" smtClean="0">
          <a:solidFill>
            <a:schemeClr val="tx1"/>
          </a:solidFill>
          <a:latin typeface="+mj-lt"/>
          <a:ea typeface="+mn-ea"/>
          <a:cs typeface="+mn-cs"/>
        </a:defRPr>
      </a:lvl2pPr>
      <a:lvl3pPr marL="1143000" indent="-228600" algn="l" defTabSz="914400" rtl="0" eaLnBrk="1" latinLnBrk="0" hangingPunct="1">
        <a:spcBef>
          <a:spcPct val="20000"/>
        </a:spcBef>
        <a:buClr>
          <a:srgbClr val="C20E1A"/>
        </a:buClr>
        <a:buFont typeface="Arial" panose="020B0604020202020204" pitchFamily="34" charset="0"/>
        <a:buChar char="•"/>
        <a:defRPr lang="it-IT" sz="2000" kern="1200" dirty="0" smtClean="0">
          <a:solidFill>
            <a:schemeClr val="tx1"/>
          </a:solidFill>
          <a:latin typeface="+mj-lt"/>
          <a:ea typeface="+mn-ea"/>
          <a:cs typeface="+mn-cs"/>
        </a:defRPr>
      </a:lvl3pPr>
      <a:lvl4pPr marL="1600200" indent="-228600" algn="l" defTabSz="914400" rtl="0" eaLnBrk="1" latinLnBrk="0" hangingPunct="1">
        <a:spcBef>
          <a:spcPct val="20000"/>
        </a:spcBef>
        <a:buFont typeface="Arial" pitchFamily="34" charset="0"/>
        <a:buChar char="–"/>
        <a:defRPr sz="2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8" Type="http://schemas.openxmlformats.org/officeDocument/2006/relationships/image" Target="../media/image10.svg"/><Relationship Id="rId13" Type="http://schemas.microsoft.com/office/2007/relationships/diagramDrawing" Target="../diagrams/drawing3.xml"/><Relationship Id="rId3" Type="http://schemas.openxmlformats.org/officeDocument/2006/relationships/diagramData" Target="../diagrams/data2.xml"/><Relationship Id="rId7" Type="http://schemas.microsoft.com/office/2007/relationships/diagramDrawing" Target="../diagrams/drawing2.xml"/><Relationship Id="rId12" Type="http://schemas.openxmlformats.org/officeDocument/2006/relationships/diagramColors" Target="../diagrams/colors3.xml"/><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diagramColors" Target="../diagrams/colors2.xml"/><Relationship Id="rId11" Type="http://schemas.openxmlformats.org/officeDocument/2006/relationships/diagramQuickStyle" Target="../diagrams/quickStyle3.xml"/><Relationship Id="rId5" Type="http://schemas.openxmlformats.org/officeDocument/2006/relationships/diagramQuickStyle" Target="../diagrams/quickStyle2.xml"/><Relationship Id="rId10" Type="http://schemas.openxmlformats.org/officeDocument/2006/relationships/diagramLayout" Target="../diagrams/layout3.xml"/><Relationship Id="rId4" Type="http://schemas.openxmlformats.org/officeDocument/2006/relationships/diagramLayout" Target="../diagrams/layout2.xml"/><Relationship Id="rId9" Type="http://schemas.openxmlformats.org/officeDocument/2006/relationships/diagramData" Target="../diagrams/data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 Id="rId9"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6.xml"/><Relationship Id="rId1" Type="http://schemas.openxmlformats.org/officeDocument/2006/relationships/slideLayout" Target="../slideLayouts/slideLayout10.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7.xml"/><Relationship Id="rId1" Type="http://schemas.openxmlformats.org/officeDocument/2006/relationships/slideLayout" Target="../slideLayouts/slideLayout10.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50000">
              <a:srgbClr val="C20E1A"/>
            </a:gs>
            <a:gs pos="100000">
              <a:srgbClr val="C20E1A"/>
            </a:gs>
          </a:gsLst>
          <a:lin ang="5400000" scaled="0"/>
        </a:gradFill>
        <a:effectLst/>
      </p:bgPr>
    </p:bg>
    <p:spTree>
      <p:nvGrpSpPr>
        <p:cNvPr id="1" name=""/>
        <p:cNvGrpSpPr/>
        <p:nvPr/>
      </p:nvGrpSpPr>
      <p:grpSpPr>
        <a:xfrm>
          <a:off x="0" y="0"/>
          <a:ext cx="0" cy="0"/>
          <a:chOff x="0" y="0"/>
          <a:chExt cx="0" cy="0"/>
        </a:xfrm>
      </p:grpSpPr>
      <p:sp>
        <p:nvSpPr>
          <p:cNvPr id="7" name="Sottotitolo 6">
            <a:extLst>
              <a:ext uri="{FF2B5EF4-FFF2-40B4-BE49-F238E27FC236}">
                <a16:creationId xmlns:a16="http://schemas.microsoft.com/office/drawing/2014/main" id="{202B71B1-14B4-3B1A-B56D-A2CE7F9978E6}"/>
              </a:ext>
            </a:extLst>
          </p:cNvPr>
          <p:cNvSpPr>
            <a:spLocks noGrp="1"/>
          </p:cNvSpPr>
          <p:nvPr>
            <p:ph type="subTitle" idx="1"/>
          </p:nvPr>
        </p:nvSpPr>
        <p:spPr/>
        <p:txBody>
          <a:bodyPr/>
          <a:lstStyle/>
          <a:p>
            <a:r>
              <a:rPr lang="it-IT" dirty="0"/>
              <a:t>Definizione tabelle</a:t>
            </a:r>
          </a:p>
        </p:txBody>
      </p:sp>
      <p:sp>
        <p:nvSpPr>
          <p:cNvPr id="8" name="Segnaposto testo 7">
            <a:extLst>
              <a:ext uri="{FF2B5EF4-FFF2-40B4-BE49-F238E27FC236}">
                <a16:creationId xmlns:a16="http://schemas.microsoft.com/office/drawing/2014/main" id="{914F1CCD-6988-40EB-8723-4DA122189198}"/>
              </a:ext>
            </a:extLst>
          </p:cNvPr>
          <p:cNvSpPr>
            <a:spLocks noGrp="1"/>
          </p:cNvSpPr>
          <p:nvPr>
            <p:ph type="body" sz="quarter" idx="10"/>
          </p:nvPr>
        </p:nvSpPr>
        <p:spPr/>
        <p:txBody>
          <a:bodyPr/>
          <a:lstStyle/>
          <a:p>
            <a:r>
              <a:rPr lang="it-IT" dirty="0"/>
              <a:t>Dal modello dati alla struttura fisica</a:t>
            </a:r>
          </a:p>
        </p:txBody>
      </p:sp>
      <p:sp>
        <p:nvSpPr>
          <p:cNvPr id="9" name="Segnaposto testo 8">
            <a:extLst>
              <a:ext uri="{FF2B5EF4-FFF2-40B4-BE49-F238E27FC236}">
                <a16:creationId xmlns:a16="http://schemas.microsoft.com/office/drawing/2014/main" id="{1E89FAF0-C089-69A2-9B3F-4856401EFACF}"/>
              </a:ext>
            </a:extLst>
          </p:cNvPr>
          <p:cNvSpPr>
            <a:spLocks noGrp="1"/>
          </p:cNvSpPr>
          <p:nvPr>
            <p:ph type="body" sz="quarter" idx="13"/>
          </p:nvPr>
        </p:nvSpPr>
        <p:spPr/>
        <p:txBody>
          <a:bodyPr/>
          <a:lstStyle/>
          <a:p>
            <a:r>
              <a:rPr lang="it-IT" dirty="0"/>
              <a:t>Luca Murzio</a:t>
            </a:r>
          </a:p>
        </p:txBody>
      </p:sp>
      <p:pic>
        <p:nvPicPr>
          <p:cNvPr id="4" name="Elemento grafico 3">
            <a:extLst>
              <a:ext uri="{FF2B5EF4-FFF2-40B4-BE49-F238E27FC236}">
                <a16:creationId xmlns:a16="http://schemas.microsoft.com/office/drawing/2014/main" id="{94975818-5F77-CDA3-C7A8-B948528764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5536" y="376363"/>
            <a:ext cx="971249" cy="971249"/>
          </a:xfrm>
          <a:prstGeom prst="rect">
            <a:avLst/>
          </a:prstGeom>
        </p:spPr>
      </p:pic>
    </p:spTree>
    <p:extLst>
      <p:ext uri="{BB962C8B-B14F-4D97-AF65-F5344CB8AC3E}">
        <p14:creationId xmlns:p14="http://schemas.microsoft.com/office/powerpoint/2010/main" val="2453220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BCF11E5-C10D-D44C-0194-64FF27C388AC}"/>
              </a:ext>
            </a:extLst>
          </p:cNvPr>
          <p:cNvSpPr>
            <a:spLocks noGrp="1"/>
          </p:cNvSpPr>
          <p:nvPr>
            <p:ph type="title"/>
          </p:nvPr>
        </p:nvSpPr>
        <p:spPr/>
        <p:txBody>
          <a:bodyPr/>
          <a:lstStyle/>
          <a:p>
            <a:r>
              <a:rPr lang="it-IT" dirty="0"/>
              <a:t>agenda</a:t>
            </a:r>
          </a:p>
        </p:txBody>
      </p:sp>
      <p:graphicFrame>
        <p:nvGraphicFramePr>
          <p:cNvPr id="5" name="Segnaposto contenuto 4">
            <a:extLst>
              <a:ext uri="{FF2B5EF4-FFF2-40B4-BE49-F238E27FC236}">
                <a16:creationId xmlns:a16="http://schemas.microsoft.com/office/drawing/2014/main" id="{6BFF772B-8A15-9994-B0EE-F4836F067C6E}"/>
              </a:ext>
            </a:extLst>
          </p:cNvPr>
          <p:cNvGraphicFramePr>
            <a:graphicFrameLocks noGrp="1"/>
          </p:cNvGraphicFramePr>
          <p:nvPr>
            <p:ph idx="1"/>
            <p:extLst>
              <p:ext uri="{D42A27DB-BD31-4B8C-83A1-F6EECF244321}">
                <p14:modId xmlns:p14="http://schemas.microsoft.com/office/powerpoint/2010/main" val="3886086275"/>
              </p:ext>
            </p:extLst>
          </p:nvPr>
        </p:nvGraphicFramePr>
        <p:xfrm>
          <a:off x="250825" y="788988"/>
          <a:ext cx="8642350" cy="39433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40166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A880B918-0CF5-735A-BA31-CEE0BB487251}"/>
              </a:ext>
            </a:extLst>
          </p:cNvPr>
          <p:cNvSpPr>
            <a:spLocks noGrp="1"/>
          </p:cNvSpPr>
          <p:nvPr>
            <p:ph type="ctrTitle"/>
          </p:nvPr>
        </p:nvSpPr>
        <p:spPr>
          <a:xfrm>
            <a:off x="0" y="1802165"/>
            <a:ext cx="9144000" cy="1539171"/>
          </a:xfrm>
        </p:spPr>
        <p:txBody>
          <a:bodyPr anchor="ctr"/>
          <a:lstStyle/>
          <a:p>
            <a:r>
              <a:rPr lang="it-IT" sz="3800" spc="0" dirty="0"/>
              <a:t>Il modello</a:t>
            </a:r>
          </a:p>
        </p:txBody>
      </p:sp>
    </p:spTree>
    <p:extLst>
      <p:ext uri="{BB962C8B-B14F-4D97-AF65-F5344CB8AC3E}">
        <p14:creationId xmlns:p14="http://schemas.microsoft.com/office/powerpoint/2010/main" val="2760470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9AC77C5-FFE7-8703-2B0B-FB0D072A6E6F}"/>
              </a:ext>
            </a:extLst>
          </p:cNvPr>
          <p:cNvSpPr>
            <a:spLocks noGrp="1"/>
          </p:cNvSpPr>
          <p:nvPr>
            <p:ph type="title"/>
          </p:nvPr>
        </p:nvSpPr>
        <p:spPr>
          <a:xfrm>
            <a:off x="251520" y="189000"/>
            <a:ext cx="8640960" cy="540000"/>
          </a:xfrm>
        </p:spPr>
        <p:txBody>
          <a:bodyPr anchor="ctr">
            <a:normAutofit/>
          </a:bodyPr>
          <a:lstStyle/>
          <a:p>
            <a:r>
              <a:rPr lang="it-IT" dirty="0"/>
              <a:t>Architettura di un buon database</a:t>
            </a:r>
          </a:p>
        </p:txBody>
      </p:sp>
      <p:pic>
        <p:nvPicPr>
          <p:cNvPr id="1034" name="Picture 10" descr="pinal dave | Michael J. Swart Michael J. Swart">
            <a:extLst>
              <a:ext uri="{FF2B5EF4-FFF2-40B4-BE49-F238E27FC236}">
                <a16:creationId xmlns:a16="http://schemas.microsoft.com/office/drawing/2014/main" id="{DA813D43-4CF2-FD76-CF90-ABD448E4CF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807554"/>
            <a:ext cx="6660740" cy="3996444"/>
          </a:xfrm>
          <a:prstGeom prst="rect">
            <a:avLst/>
          </a:prstGeom>
          <a:noFill/>
          <a:extLst>
            <a:ext uri="{909E8E84-426E-40DD-AFC4-6F175D3DCCD1}">
              <a14:hiddenFill xmlns:a14="http://schemas.microsoft.com/office/drawing/2010/main">
                <a:solidFill>
                  <a:srgbClr val="FFFFFF"/>
                </a:solidFill>
              </a14:hiddenFill>
            </a:ext>
          </a:extLst>
        </p:spPr>
      </p:pic>
      <p:sp>
        <p:nvSpPr>
          <p:cNvPr id="14" name="Rettangolo 13">
            <a:extLst>
              <a:ext uri="{FF2B5EF4-FFF2-40B4-BE49-F238E27FC236}">
                <a16:creationId xmlns:a16="http://schemas.microsoft.com/office/drawing/2014/main" id="{55FCE3C6-8943-2022-64C2-EB09E42AA33E}"/>
              </a:ext>
            </a:extLst>
          </p:cNvPr>
          <p:cNvSpPr/>
          <p:nvPr/>
        </p:nvSpPr>
        <p:spPr bwMode="auto">
          <a:xfrm>
            <a:off x="4319972" y="915566"/>
            <a:ext cx="3384376" cy="2304256"/>
          </a:xfrm>
          <a:prstGeom prst="rect">
            <a:avLst/>
          </a:prstGeom>
          <a:solidFill>
            <a:schemeClr val="bg1"/>
          </a:solidFill>
          <a:ln w="19050">
            <a:noFill/>
            <a:round/>
            <a:headEnd/>
            <a:tailEnd/>
          </a:ln>
          <a:effectLst/>
        </p:spPr>
        <p:txBody>
          <a:bodyPr lIns="17999" tIns="10799" rIns="17999" bIns="10799" rtlCol="0" anchor="ctr"/>
          <a:lstStyle/>
          <a:p>
            <a:pPr algn="ctr" eaLnBrk="0" hangingPunct="0">
              <a:lnSpc>
                <a:spcPct val="80000"/>
              </a:lnSpc>
              <a:spcBef>
                <a:spcPct val="20000"/>
              </a:spcBef>
              <a:buClr>
                <a:srgbClr val="A71930"/>
              </a:buClr>
            </a:pPr>
            <a:endParaRPr lang="it-IT" sz="1600" b="1" dirty="0">
              <a:effectLst>
                <a:outerShdw blurRad="38100" dist="38100" dir="2700000" algn="tl">
                  <a:srgbClr val="C0C0C0"/>
                </a:outerShdw>
              </a:effectLst>
            </a:endParaRPr>
          </a:p>
        </p:txBody>
      </p:sp>
      <p:sp>
        <p:nvSpPr>
          <p:cNvPr id="13" name="CasellaDiTesto 12">
            <a:extLst>
              <a:ext uri="{FF2B5EF4-FFF2-40B4-BE49-F238E27FC236}">
                <a16:creationId xmlns:a16="http://schemas.microsoft.com/office/drawing/2014/main" id="{A020B8B2-A862-5796-AEC1-964788515414}"/>
              </a:ext>
            </a:extLst>
          </p:cNvPr>
          <p:cNvSpPr txBox="1"/>
          <p:nvPr/>
        </p:nvSpPr>
        <p:spPr>
          <a:xfrm>
            <a:off x="4427984" y="915567"/>
            <a:ext cx="3204356" cy="2800767"/>
          </a:xfrm>
          <a:prstGeom prst="rect">
            <a:avLst/>
          </a:prstGeom>
          <a:noFill/>
        </p:spPr>
        <p:txBody>
          <a:bodyPr wrap="square" rtlCol="0">
            <a:spAutoFit/>
          </a:bodyPr>
          <a:lstStyle/>
          <a:p>
            <a:r>
              <a:rPr lang="it-IT" sz="1600" b="1" dirty="0">
                <a:latin typeface="Segoe Print" panose="02000600000000000000" pitchFamily="2" charset="0"/>
              </a:rPr>
              <a:t>"La vera architettura di un database efficiente si vede quando il volume dei dati cresce. Un buon design assicura che la struttura si sposi perfettamente con l'architettura fisica, riducendo le letture su disco al minimo indispensabile."</a:t>
            </a:r>
          </a:p>
          <a:p>
            <a:br>
              <a:rPr lang="it-IT" sz="1600" dirty="0">
                <a:latin typeface="Segoe Print" panose="02000600000000000000" pitchFamily="2" charset="0"/>
              </a:rPr>
            </a:br>
            <a:r>
              <a:rPr lang="it-IT" sz="1600" dirty="0">
                <a:latin typeface="Segoe Print" panose="02000600000000000000" pitchFamily="2" charset="0"/>
              </a:rPr>
              <a:t>PINAL DAVE</a:t>
            </a:r>
          </a:p>
        </p:txBody>
      </p:sp>
    </p:spTree>
    <p:extLst>
      <p:ext uri="{BB962C8B-B14F-4D97-AF65-F5344CB8AC3E}">
        <p14:creationId xmlns:p14="http://schemas.microsoft.com/office/powerpoint/2010/main" val="57708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72A9F98-495B-0B8C-AFA5-10BDC18F43C2}"/>
              </a:ext>
            </a:extLst>
          </p:cNvPr>
          <p:cNvSpPr>
            <a:spLocks noGrp="1"/>
          </p:cNvSpPr>
          <p:nvPr>
            <p:ph type="title"/>
          </p:nvPr>
        </p:nvSpPr>
        <p:spPr/>
        <p:txBody>
          <a:bodyPr/>
          <a:lstStyle/>
          <a:p>
            <a:r>
              <a:rPr lang="it-IT" dirty="0"/>
              <a:t>Architettura di un buon database</a:t>
            </a:r>
          </a:p>
        </p:txBody>
      </p:sp>
      <p:graphicFrame>
        <p:nvGraphicFramePr>
          <p:cNvPr id="5" name="Segnaposto contenuto 4">
            <a:extLst>
              <a:ext uri="{FF2B5EF4-FFF2-40B4-BE49-F238E27FC236}">
                <a16:creationId xmlns:a16="http://schemas.microsoft.com/office/drawing/2014/main" id="{6777D663-A2DA-BC2C-88F8-1665C4999152}"/>
              </a:ext>
            </a:extLst>
          </p:cNvPr>
          <p:cNvGraphicFramePr>
            <a:graphicFrameLocks noGrp="1"/>
          </p:cNvGraphicFramePr>
          <p:nvPr>
            <p:ph sz="half" idx="1"/>
            <p:extLst>
              <p:ext uri="{D42A27DB-BD31-4B8C-83A1-F6EECF244321}">
                <p14:modId xmlns:p14="http://schemas.microsoft.com/office/powerpoint/2010/main" val="391322796"/>
              </p:ext>
            </p:extLst>
          </p:nvPr>
        </p:nvGraphicFramePr>
        <p:xfrm>
          <a:off x="395188" y="729000"/>
          <a:ext cx="8353623" cy="27788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Rettangolo 5">
            <a:extLst>
              <a:ext uri="{FF2B5EF4-FFF2-40B4-BE49-F238E27FC236}">
                <a16:creationId xmlns:a16="http://schemas.microsoft.com/office/drawing/2014/main" id="{2E6A7C13-59E6-53E8-F9B2-C2133A3BEA67}"/>
              </a:ext>
            </a:extLst>
          </p:cNvPr>
          <p:cNvSpPr/>
          <p:nvPr/>
        </p:nvSpPr>
        <p:spPr bwMode="auto">
          <a:xfrm>
            <a:off x="395188" y="3435846"/>
            <a:ext cx="8353623" cy="1368152"/>
          </a:xfrm>
          <a:prstGeom prst="rect">
            <a:avLst/>
          </a:prstGeom>
          <a:solidFill>
            <a:schemeClr val="accent6">
              <a:lumMod val="40000"/>
              <a:lumOff val="60000"/>
            </a:schemeClr>
          </a:solidFill>
          <a:ln w="19050">
            <a:noFill/>
            <a:round/>
            <a:headEnd/>
            <a:tailEnd/>
          </a:ln>
          <a:effectLst/>
        </p:spPr>
        <p:txBody>
          <a:bodyPr lIns="17999" tIns="10799" rIns="17999" bIns="10799" rtlCol="0" anchor="ctr"/>
          <a:lstStyle/>
          <a:p>
            <a:pPr eaLnBrk="0" hangingPunct="0">
              <a:lnSpc>
                <a:spcPct val="80000"/>
              </a:lnSpc>
              <a:spcBef>
                <a:spcPct val="20000"/>
              </a:spcBef>
              <a:buClr>
                <a:srgbClr val="A71930"/>
              </a:buClr>
            </a:pPr>
            <a:r>
              <a:rPr lang="it-IT" sz="2400" dirty="0"/>
              <a:t>	SEGNALI DI ALLARME</a:t>
            </a:r>
          </a:p>
          <a:p>
            <a:pPr eaLnBrk="0" hangingPunct="0">
              <a:lnSpc>
                <a:spcPct val="80000"/>
              </a:lnSpc>
              <a:spcBef>
                <a:spcPct val="20000"/>
              </a:spcBef>
              <a:buClr>
                <a:srgbClr val="A71930"/>
              </a:buClr>
            </a:pPr>
            <a:endParaRPr lang="it-IT" sz="2400" dirty="0"/>
          </a:p>
        </p:txBody>
      </p:sp>
      <p:pic>
        <p:nvPicPr>
          <p:cNvPr id="7" name="Elemento grafico 6" descr="Avviso con riempimento a tinta unita">
            <a:extLst>
              <a:ext uri="{FF2B5EF4-FFF2-40B4-BE49-F238E27FC236}">
                <a16:creationId xmlns:a16="http://schemas.microsoft.com/office/drawing/2014/main" id="{A65DE2DE-B751-0C3A-2B8B-5B9708EE7C4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39552" y="3559852"/>
            <a:ext cx="467993" cy="488950"/>
          </a:xfrm>
          <a:prstGeom prst="rect">
            <a:avLst/>
          </a:prstGeom>
        </p:spPr>
      </p:pic>
      <p:graphicFrame>
        <p:nvGraphicFramePr>
          <p:cNvPr id="8" name="Diagramma 7">
            <a:extLst>
              <a:ext uri="{FF2B5EF4-FFF2-40B4-BE49-F238E27FC236}">
                <a16:creationId xmlns:a16="http://schemas.microsoft.com/office/drawing/2014/main" id="{01D1F08D-35FD-63D4-7B9A-BE6D7B4E5B5A}"/>
              </a:ext>
            </a:extLst>
          </p:cNvPr>
          <p:cNvGraphicFramePr/>
          <p:nvPr>
            <p:extLst>
              <p:ext uri="{D42A27DB-BD31-4B8C-83A1-F6EECF244321}">
                <p14:modId xmlns:p14="http://schemas.microsoft.com/office/powerpoint/2010/main" val="318348696"/>
              </p:ext>
            </p:extLst>
          </p:nvPr>
        </p:nvGraphicFramePr>
        <p:xfrm>
          <a:off x="539552" y="4203497"/>
          <a:ext cx="8028892" cy="48895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2365468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4D684B5-A05A-E1FF-7AC3-A93DBCB340D5}"/>
              </a:ext>
            </a:extLst>
          </p:cNvPr>
          <p:cNvSpPr>
            <a:spLocks noGrp="1"/>
          </p:cNvSpPr>
          <p:nvPr>
            <p:ph type="title"/>
          </p:nvPr>
        </p:nvSpPr>
        <p:spPr/>
        <p:txBody>
          <a:bodyPr/>
          <a:lstStyle/>
          <a:p>
            <a:r>
              <a:rPr lang="it-IT" dirty="0"/>
              <a:t>La normalizzazione</a:t>
            </a:r>
          </a:p>
        </p:txBody>
      </p:sp>
      <p:sp>
        <p:nvSpPr>
          <p:cNvPr id="3" name="Segnaposto contenuto 2">
            <a:extLst>
              <a:ext uri="{FF2B5EF4-FFF2-40B4-BE49-F238E27FC236}">
                <a16:creationId xmlns:a16="http://schemas.microsoft.com/office/drawing/2014/main" id="{A61D3C84-0996-5222-396E-A289962FA39B}"/>
              </a:ext>
            </a:extLst>
          </p:cNvPr>
          <p:cNvSpPr>
            <a:spLocks noGrp="1"/>
          </p:cNvSpPr>
          <p:nvPr>
            <p:ph sz="half" idx="1"/>
          </p:nvPr>
        </p:nvSpPr>
        <p:spPr>
          <a:xfrm>
            <a:off x="251520" y="843907"/>
            <a:ext cx="8568952" cy="3888083"/>
          </a:xfrm>
        </p:spPr>
        <p:txBody>
          <a:bodyPr>
            <a:normAutofit fontScale="85000" lnSpcReduction="20000"/>
          </a:bodyPr>
          <a:lstStyle/>
          <a:p>
            <a:r>
              <a:rPr lang="it-IT" dirty="0"/>
              <a:t>Processo di organizzazione dei dati all'interno di un database</a:t>
            </a:r>
          </a:p>
          <a:p>
            <a:pPr lvl="1"/>
            <a:r>
              <a:rPr lang="it-IT" dirty="0"/>
              <a:t>Eliminare anomalie come ridondanza dati</a:t>
            </a:r>
          </a:p>
          <a:p>
            <a:pPr lvl="1"/>
            <a:r>
              <a:rPr lang="it-IT" dirty="0"/>
              <a:t>Scomporre tabelle grandi in tabelle semplici</a:t>
            </a:r>
          </a:p>
          <a:p>
            <a:r>
              <a:rPr lang="it-IT" dirty="0"/>
              <a:t>Scopo</a:t>
            </a:r>
          </a:p>
          <a:p>
            <a:pPr lvl="1"/>
            <a:r>
              <a:rPr lang="it-IT" dirty="0"/>
              <a:t>Integrità dei dati</a:t>
            </a:r>
          </a:p>
          <a:p>
            <a:pPr lvl="1"/>
            <a:r>
              <a:rPr lang="it-IT" dirty="0"/>
              <a:t>Query efficienti</a:t>
            </a:r>
          </a:p>
          <a:p>
            <a:pPr lvl="1"/>
            <a:r>
              <a:rPr lang="it-IT" dirty="0"/>
              <a:t>Ottimizzazione storage</a:t>
            </a:r>
          </a:p>
          <a:p>
            <a:r>
              <a:rPr lang="it-IT" dirty="0"/>
              <a:t>Le regole</a:t>
            </a:r>
          </a:p>
          <a:p>
            <a:pPr lvl="1"/>
            <a:r>
              <a:rPr lang="it-IT" dirty="0"/>
              <a:t>1FN</a:t>
            </a:r>
          </a:p>
          <a:p>
            <a:pPr lvl="1"/>
            <a:r>
              <a:rPr lang="it-IT" dirty="0"/>
              <a:t>2FN</a:t>
            </a:r>
          </a:p>
          <a:p>
            <a:pPr lvl="1"/>
            <a:r>
              <a:rPr lang="it-IT" dirty="0"/>
              <a:t>3FN (95% delle applicazioni si ferma qui per equilibrio integrità/join</a:t>
            </a:r>
          </a:p>
          <a:p>
            <a:pPr lvl="1"/>
            <a:r>
              <a:rPr lang="it-IT" dirty="0"/>
              <a:t>BCNF</a:t>
            </a:r>
          </a:p>
          <a:p>
            <a:pPr lvl="1"/>
            <a:r>
              <a:rPr lang="it-IT" dirty="0"/>
              <a:t>4FN</a:t>
            </a:r>
          </a:p>
        </p:txBody>
      </p:sp>
      <p:sp>
        <p:nvSpPr>
          <p:cNvPr id="5" name="AutoShape 2" descr="database normalization">
            <a:extLst>
              <a:ext uri="{FF2B5EF4-FFF2-40B4-BE49-F238E27FC236}">
                <a16:creationId xmlns:a16="http://schemas.microsoft.com/office/drawing/2014/main" id="{C8E08DF9-363E-B086-418F-26B9CA5815D4}"/>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t-IT"/>
          </a:p>
        </p:txBody>
      </p:sp>
    </p:spTree>
    <p:extLst>
      <p:ext uri="{BB962C8B-B14F-4D97-AF65-F5344CB8AC3E}">
        <p14:creationId xmlns:p14="http://schemas.microsoft.com/office/powerpoint/2010/main" val="3242793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CD820-1B47-39BE-D627-92B30647DDB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780E7EC-E67B-1939-B439-F16DCFFE0ABF}"/>
              </a:ext>
            </a:extLst>
          </p:cNvPr>
          <p:cNvSpPr>
            <a:spLocks noGrp="1"/>
          </p:cNvSpPr>
          <p:nvPr>
            <p:ph type="title"/>
          </p:nvPr>
        </p:nvSpPr>
        <p:spPr>
          <a:xfrm>
            <a:off x="251520" y="189000"/>
            <a:ext cx="8640960" cy="540000"/>
          </a:xfrm>
        </p:spPr>
        <p:txBody>
          <a:bodyPr anchor="ctr">
            <a:normAutofit/>
          </a:bodyPr>
          <a:lstStyle/>
          <a:p>
            <a:r>
              <a:rPr lang="it-IT" dirty="0"/>
              <a:t>PRIMA FORMA NORMALE (1NF)</a:t>
            </a:r>
          </a:p>
        </p:txBody>
      </p:sp>
      <p:graphicFrame>
        <p:nvGraphicFramePr>
          <p:cNvPr id="8" name="Diagramma 7">
            <a:extLst>
              <a:ext uri="{FF2B5EF4-FFF2-40B4-BE49-F238E27FC236}">
                <a16:creationId xmlns:a16="http://schemas.microsoft.com/office/drawing/2014/main" id="{52877052-2C5D-6E41-63EB-CEB6D268C6F7}"/>
              </a:ext>
            </a:extLst>
          </p:cNvPr>
          <p:cNvGraphicFramePr/>
          <p:nvPr>
            <p:extLst>
              <p:ext uri="{D42A27DB-BD31-4B8C-83A1-F6EECF244321}">
                <p14:modId xmlns:p14="http://schemas.microsoft.com/office/powerpoint/2010/main" val="1766203673"/>
              </p:ext>
            </p:extLst>
          </p:nvPr>
        </p:nvGraphicFramePr>
        <p:xfrm>
          <a:off x="517561" y="844274"/>
          <a:ext cx="3276364" cy="5320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 name="Elemento grafico 8" descr="Libro chiuso con riempimento a tinta unita">
            <a:extLst>
              <a:ext uri="{FF2B5EF4-FFF2-40B4-BE49-F238E27FC236}">
                <a16:creationId xmlns:a16="http://schemas.microsoft.com/office/drawing/2014/main" id="{0DA36CDB-3C0B-8716-63D0-52031696CA7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15516" y="685529"/>
            <a:ext cx="532082" cy="532082"/>
          </a:xfrm>
          <a:prstGeom prst="rect">
            <a:avLst/>
          </a:prstGeom>
        </p:spPr>
      </p:pic>
      <p:cxnSp>
        <p:nvCxnSpPr>
          <p:cNvPr id="11" name="Connettore diritto 10">
            <a:extLst>
              <a:ext uri="{FF2B5EF4-FFF2-40B4-BE49-F238E27FC236}">
                <a16:creationId xmlns:a16="http://schemas.microsoft.com/office/drawing/2014/main" id="{38FE7904-04D3-30C1-F73B-7BE90AC46B08}"/>
              </a:ext>
            </a:extLst>
          </p:cNvPr>
          <p:cNvCxnSpPr>
            <a:cxnSpLocks/>
          </p:cNvCxnSpPr>
          <p:nvPr/>
        </p:nvCxnSpPr>
        <p:spPr>
          <a:xfrm>
            <a:off x="4427984" y="1491630"/>
            <a:ext cx="0" cy="3348372"/>
          </a:xfrm>
          <a:prstGeom prst="line">
            <a:avLst/>
          </a:prstGeom>
          <a:ln w="19050">
            <a:solidFill>
              <a:srgbClr val="C20E1A"/>
            </a:solidFill>
          </a:ln>
        </p:spPr>
        <p:style>
          <a:lnRef idx="1">
            <a:schemeClr val="accent1"/>
          </a:lnRef>
          <a:fillRef idx="0">
            <a:schemeClr val="accent1"/>
          </a:fillRef>
          <a:effectRef idx="0">
            <a:schemeClr val="accent1"/>
          </a:effectRef>
          <a:fontRef idx="minor">
            <a:schemeClr val="tx1"/>
          </a:fontRef>
        </p:style>
      </p:cxnSp>
      <p:sp>
        <p:nvSpPr>
          <p:cNvPr id="13" name="CasellaDiTesto 12">
            <a:extLst>
              <a:ext uri="{FF2B5EF4-FFF2-40B4-BE49-F238E27FC236}">
                <a16:creationId xmlns:a16="http://schemas.microsoft.com/office/drawing/2014/main" id="{F060660C-99F2-B934-2D99-F035FFE4858F}"/>
              </a:ext>
            </a:extLst>
          </p:cNvPr>
          <p:cNvSpPr txBox="1"/>
          <p:nvPr/>
        </p:nvSpPr>
        <p:spPr>
          <a:xfrm>
            <a:off x="49512" y="1491630"/>
            <a:ext cx="4306464" cy="369332"/>
          </a:xfrm>
          <a:prstGeom prst="rect">
            <a:avLst/>
          </a:prstGeom>
          <a:noFill/>
        </p:spPr>
        <p:txBody>
          <a:bodyPr wrap="square" rtlCol="0">
            <a:spAutoFit/>
          </a:bodyPr>
          <a:lstStyle/>
          <a:p>
            <a:pPr algn="ctr"/>
            <a:r>
              <a:rPr lang="it-IT" dirty="0">
                <a:solidFill>
                  <a:srgbClr val="C20E1A"/>
                </a:solidFill>
              </a:rPr>
              <a:t>VIOLAZIONE</a:t>
            </a:r>
          </a:p>
        </p:txBody>
      </p:sp>
      <p:graphicFrame>
        <p:nvGraphicFramePr>
          <p:cNvPr id="19" name="Tabella 18">
            <a:extLst>
              <a:ext uri="{FF2B5EF4-FFF2-40B4-BE49-F238E27FC236}">
                <a16:creationId xmlns:a16="http://schemas.microsoft.com/office/drawing/2014/main" id="{FF5D1481-CFF3-AD9F-E1B7-F278215A91B7}"/>
              </a:ext>
            </a:extLst>
          </p:cNvPr>
          <p:cNvGraphicFramePr>
            <a:graphicFrameLocks noGrp="1"/>
          </p:cNvGraphicFramePr>
          <p:nvPr>
            <p:extLst>
              <p:ext uri="{D42A27DB-BD31-4B8C-83A1-F6EECF244321}">
                <p14:modId xmlns:p14="http://schemas.microsoft.com/office/powerpoint/2010/main" val="1734614414"/>
              </p:ext>
            </p:extLst>
          </p:nvPr>
        </p:nvGraphicFramePr>
        <p:xfrm>
          <a:off x="170026" y="1875430"/>
          <a:ext cx="3861914" cy="1527928"/>
        </p:xfrm>
        <a:graphic>
          <a:graphicData uri="http://schemas.openxmlformats.org/drawingml/2006/table">
            <a:tbl>
              <a:tblPr firstRow="1" bandRow="1">
                <a:tableStyleId>{21E4AEA4-8DFA-4A89-87EB-49C32662AFE0}</a:tableStyleId>
              </a:tblPr>
              <a:tblGrid>
                <a:gridCol w="1011288">
                  <a:extLst>
                    <a:ext uri="{9D8B030D-6E8A-4147-A177-3AD203B41FA5}">
                      <a16:colId xmlns:a16="http://schemas.microsoft.com/office/drawing/2014/main" val="1203464323"/>
                    </a:ext>
                  </a:extLst>
                </a:gridCol>
                <a:gridCol w="1425313">
                  <a:extLst>
                    <a:ext uri="{9D8B030D-6E8A-4147-A177-3AD203B41FA5}">
                      <a16:colId xmlns:a16="http://schemas.microsoft.com/office/drawing/2014/main" val="967459777"/>
                    </a:ext>
                  </a:extLst>
                </a:gridCol>
                <a:gridCol w="1425313">
                  <a:extLst>
                    <a:ext uri="{9D8B030D-6E8A-4147-A177-3AD203B41FA5}">
                      <a16:colId xmlns:a16="http://schemas.microsoft.com/office/drawing/2014/main" val="978871627"/>
                    </a:ext>
                  </a:extLst>
                </a:gridCol>
              </a:tblGrid>
              <a:tr h="240131">
                <a:tc>
                  <a:txBody>
                    <a:bodyPr/>
                    <a:lstStyle/>
                    <a:p>
                      <a:r>
                        <a:rPr lang="it-IT" sz="1200" dirty="0" err="1"/>
                        <a:t>Cod</a:t>
                      </a:r>
                      <a:r>
                        <a:rPr lang="it-IT" sz="1200" dirty="0"/>
                        <a:t> art.</a:t>
                      </a:r>
                    </a:p>
                  </a:txBody>
                  <a:tcPr>
                    <a:solidFill>
                      <a:srgbClr val="C00000"/>
                    </a:solidFill>
                  </a:tcPr>
                </a:tc>
                <a:tc>
                  <a:txBody>
                    <a:bodyPr/>
                    <a:lstStyle/>
                    <a:p>
                      <a:r>
                        <a:rPr lang="it-IT" sz="1200" dirty="0"/>
                        <a:t>Descrizione</a:t>
                      </a:r>
                    </a:p>
                  </a:txBody>
                  <a:tcPr>
                    <a:solidFill>
                      <a:srgbClr val="C00000"/>
                    </a:solidFill>
                  </a:tcPr>
                </a:tc>
                <a:tc>
                  <a:txBody>
                    <a:bodyPr/>
                    <a:lstStyle/>
                    <a:p>
                      <a:r>
                        <a:rPr lang="it-IT" sz="1200" dirty="0"/>
                        <a:t>Giacenze</a:t>
                      </a:r>
                    </a:p>
                  </a:txBody>
                  <a:tcPr>
                    <a:solidFill>
                      <a:srgbClr val="C00000"/>
                    </a:solidFill>
                  </a:tcPr>
                </a:tc>
                <a:extLst>
                  <a:ext uri="{0D108BD9-81ED-4DB2-BD59-A6C34878D82A}">
                    <a16:rowId xmlns:a16="http://schemas.microsoft.com/office/drawing/2014/main" val="3248484883"/>
                  </a:ext>
                </a:extLst>
              </a:tr>
              <a:tr h="560306">
                <a:tc>
                  <a:txBody>
                    <a:bodyPr/>
                    <a:lstStyle/>
                    <a:p>
                      <a:r>
                        <a:rPr lang="it-IT" sz="1000" dirty="0"/>
                        <a:t>A-100</a:t>
                      </a:r>
                    </a:p>
                  </a:txBody>
                  <a:tcPr/>
                </a:tc>
                <a:tc>
                  <a:txBody>
                    <a:bodyPr/>
                    <a:lstStyle/>
                    <a:p>
                      <a:pPr marL="0" indent="0">
                        <a:buNone/>
                      </a:pPr>
                      <a:r>
                        <a:rPr lang="en-US" sz="1000" dirty="0">
                          <a:solidFill>
                            <a:srgbClr val="1A1A1A"/>
                          </a:solidFill>
                          <a:latin typeface="+mn-lt"/>
                          <a:ea typeface="Segoe UI" pitchFamily="34" charset="-122"/>
                          <a:cs typeface="Segoe UI" pitchFamily="34" charset="-120"/>
                        </a:rPr>
                        <a:t>Vite M6 zincata</a:t>
                      </a:r>
                      <a:endParaRPr lang="en-US" sz="1000" dirty="0">
                        <a:latin typeface="+mn-lt"/>
                        <a:ea typeface="Segoe UI" charset="0"/>
                        <a:cs typeface="Segoe UI" charset="0"/>
                      </a:endParaRPr>
                    </a:p>
                  </a:txBody>
                  <a:tcPr marL="76200" marR="76200" marT="38100" marB="38100"/>
                </a:tc>
                <a:tc>
                  <a:txBody>
                    <a:bodyPr/>
                    <a:lstStyle/>
                    <a:p>
                      <a:r>
                        <a:rPr lang="it-IT" sz="1000" dirty="0"/>
                        <a:t>MAG-MI: 250, MAG-TO: 80</a:t>
                      </a:r>
                    </a:p>
                  </a:txBody>
                  <a:tcPr/>
                </a:tc>
                <a:extLst>
                  <a:ext uri="{0D108BD9-81ED-4DB2-BD59-A6C34878D82A}">
                    <a16:rowId xmlns:a16="http://schemas.microsoft.com/office/drawing/2014/main" val="1791382130"/>
                  </a:ext>
                </a:extLst>
              </a:tr>
              <a:tr h="297062">
                <a:tc>
                  <a:txBody>
                    <a:bodyPr/>
                    <a:lstStyle/>
                    <a:p>
                      <a:r>
                        <a:rPr lang="it-IT" sz="1000" dirty="0"/>
                        <a:t>A-205</a:t>
                      </a:r>
                    </a:p>
                  </a:txBody>
                  <a:tcPr/>
                </a:tc>
                <a:tc>
                  <a:txBody>
                    <a:bodyPr/>
                    <a:lstStyle/>
                    <a:p>
                      <a:pPr marL="0" indent="0">
                        <a:buNone/>
                      </a:pPr>
                      <a:r>
                        <a:rPr lang="en-US" sz="1000" dirty="0">
                          <a:solidFill>
                            <a:srgbClr val="1A1A1A"/>
                          </a:solidFill>
                          <a:latin typeface="+mn-lt"/>
                          <a:ea typeface="Segoe UI" pitchFamily="34" charset="-122"/>
                          <a:cs typeface="Segoe UI" pitchFamily="34" charset="-120"/>
                        </a:rPr>
                        <a:t>Dado M6</a:t>
                      </a:r>
                      <a:endParaRPr lang="en-US" sz="1000" dirty="0">
                        <a:latin typeface="+mn-lt"/>
                        <a:ea typeface="Segoe UI" charset="0"/>
                        <a:cs typeface="Segoe UI" charset="0"/>
                      </a:endParaRPr>
                    </a:p>
                  </a:txBody>
                  <a:tcPr marL="76200" marR="76200" marT="38100" marB="38100"/>
                </a:tc>
                <a:tc>
                  <a:txBody>
                    <a:bodyPr/>
                    <a:lstStyle/>
                    <a:p>
                      <a:r>
                        <a:rPr lang="it-IT" sz="1000" dirty="0"/>
                        <a:t>MAG-MI: 12</a:t>
                      </a:r>
                    </a:p>
                  </a:txBody>
                  <a:tcPr/>
                </a:tc>
                <a:extLst>
                  <a:ext uri="{0D108BD9-81ED-4DB2-BD59-A6C34878D82A}">
                    <a16:rowId xmlns:a16="http://schemas.microsoft.com/office/drawing/2014/main" val="452396950"/>
                  </a:ext>
                </a:extLst>
              </a:tr>
              <a:tr h="390908">
                <a:tc>
                  <a:txBody>
                    <a:bodyPr/>
                    <a:lstStyle/>
                    <a:p>
                      <a:r>
                        <a:rPr lang="it-IT" sz="1000" dirty="0"/>
                        <a:t>A-300</a:t>
                      </a:r>
                    </a:p>
                  </a:txBody>
                  <a:tcPr/>
                </a:tc>
                <a:tc>
                  <a:txBody>
                    <a:bodyPr/>
                    <a:lstStyle/>
                    <a:p>
                      <a:pPr marL="0" indent="0">
                        <a:buNone/>
                      </a:pPr>
                      <a:r>
                        <a:rPr lang="en-US" sz="1000" dirty="0">
                          <a:solidFill>
                            <a:srgbClr val="1A1A1A"/>
                          </a:solidFill>
                          <a:latin typeface="+mn-lt"/>
                          <a:ea typeface="Segoe UI" pitchFamily="34" charset="-122"/>
                          <a:cs typeface="Segoe UI" pitchFamily="34" charset="-120"/>
                        </a:rPr>
                        <a:t>Rondella M6</a:t>
                      </a:r>
                      <a:endParaRPr lang="en-US" sz="1000" dirty="0">
                        <a:latin typeface="+mn-lt"/>
                        <a:ea typeface="Segoe UI" charset="0"/>
                        <a:cs typeface="Segoe UI" charset="0"/>
                      </a:endParaRPr>
                    </a:p>
                  </a:txBody>
                  <a:tcPr marL="76200" marR="76200" marT="38100" marB="38100"/>
                </a:tc>
                <a:tc>
                  <a:txBody>
                    <a:bodyPr/>
                    <a:lstStyle/>
                    <a:p>
                      <a:r>
                        <a:rPr lang="it-IT" sz="1000" dirty="0"/>
                        <a:t>MAG-MI: 500, MAG-TO: 150</a:t>
                      </a:r>
                    </a:p>
                  </a:txBody>
                  <a:tcPr/>
                </a:tc>
                <a:extLst>
                  <a:ext uri="{0D108BD9-81ED-4DB2-BD59-A6C34878D82A}">
                    <a16:rowId xmlns:a16="http://schemas.microsoft.com/office/drawing/2014/main" val="237357273"/>
                  </a:ext>
                </a:extLst>
              </a:tr>
            </a:tbl>
          </a:graphicData>
        </a:graphic>
      </p:graphicFrame>
      <p:sp>
        <p:nvSpPr>
          <p:cNvPr id="20" name="CasellaDiTesto 19">
            <a:extLst>
              <a:ext uri="{FF2B5EF4-FFF2-40B4-BE49-F238E27FC236}">
                <a16:creationId xmlns:a16="http://schemas.microsoft.com/office/drawing/2014/main" id="{E92C0200-8E68-03CB-88CF-4739B64B9FE6}"/>
              </a:ext>
            </a:extLst>
          </p:cNvPr>
          <p:cNvSpPr txBox="1"/>
          <p:nvPr/>
        </p:nvSpPr>
        <p:spPr>
          <a:xfrm>
            <a:off x="141130" y="3867894"/>
            <a:ext cx="4123227" cy="738664"/>
          </a:xfrm>
          <a:prstGeom prst="rect">
            <a:avLst/>
          </a:prstGeom>
          <a:noFill/>
        </p:spPr>
        <p:txBody>
          <a:bodyPr wrap="square" rtlCol="0">
            <a:spAutoFit/>
          </a:bodyPr>
          <a:lstStyle/>
          <a:p>
            <a:pPr marL="285750" indent="-285750" algn="l">
              <a:buFontTx/>
              <a:buChar char="-"/>
            </a:pPr>
            <a:r>
              <a:rPr lang="it-IT" sz="1400" dirty="0"/>
              <a:t>Lettura giacenza di magazzino non è possibile se non con un’elaborazione di stringa</a:t>
            </a:r>
          </a:p>
          <a:p>
            <a:pPr marL="285750" indent="-285750">
              <a:buFontTx/>
              <a:buChar char="-"/>
            </a:pPr>
            <a:r>
              <a:rPr lang="it-IT" sz="1400" dirty="0">
                <a:sym typeface="Wingdings" panose="05000000000000000000" pitchFamily="2" charset="2"/>
              </a:rPr>
              <a:t>Nessun indice può aiutare per estrazione dati</a:t>
            </a:r>
          </a:p>
        </p:txBody>
      </p:sp>
      <p:sp>
        <p:nvSpPr>
          <p:cNvPr id="14" name="CasellaDiTesto 13">
            <a:extLst>
              <a:ext uri="{FF2B5EF4-FFF2-40B4-BE49-F238E27FC236}">
                <a16:creationId xmlns:a16="http://schemas.microsoft.com/office/drawing/2014/main" id="{5E65C246-9272-E1B9-8856-9FB5D982A1E9}"/>
              </a:ext>
            </a:extLst>
          </p:cNvPr>
          <p:cNvSpPr txBox="1"/>
          <p:nvPr/>
        </p:nvSpPr>
        <p:spPr>
          <a:xfrm>
            <a:off x="4427984" y="1491630"/>
            <a:ext cx="4666504" cy="369332"/>
          </a:xfrm>
          <a:prstGeom prst="rect">
            <a:avLst/>
          </a:prstGeom>
          <a:noFill/>
        </p:spPr>
        <p:txBody>
          <a:bodyPr wrap="square" rtlCol="0">
            <a:spAutoFit/>
          </a:bodyPr>
          <a:lstStyle/>
          <a:p>
            <a:pPr algn="ctr"/>
            <a:r>
              <a:rPr lang="it-IT" dirty="0">
                <a:solidFill>
                  <a:srgbClr val="C20E1A"/>
                </a:solidFill>
              </a:rPr>
              <a:t>SOLUZIONE</a:t>
            </a:r>
          </a:p>
        </p:txBody>
      </p:sp>
      <p:graphicFrame>
        <p:nvGraphicFramePr>
          <p:cNvPr id="3" name="Table 1">
            <a:extLst>
              <a:ext uri="{FF2B5EF4-FFF2-40B4-BE49-F238E27FC236}">
                <a16:creationId xmlns:a16="http://schemas.microsoft.com/office/drawing/2014/main" id="{5E8F2F2E-AA79-D3F7-2D91-7DEBCB2247D2}"/>
              </a:ext>
            </a:extLst>
          </p:cNvPr>
          <p:cNvGraphicFramePr>
            <a:graphicFrameLocks noGrp="1"/>
          </p:cNvGraphicFramePr>
          <p:nvPr>
            <p:extLst>
              <p:ext uri="{D42A27DB-BD31-4B8C-83A1-F6EECF244321}">
                <p14:modId xmlns:p14="http://schemas.microsoft.com/office/powerpoint/2010/main" val="1868441432"/>
              </p:ext>
            </p:extLst>
          </p:nvPr>
        </p:nvGraphicFramePr>
        <p:xfrm>
          <a:off x="4571999" y="1875430"/>
          <a:ext cx="4320477" cy="1752600"/>
        </p:xfrm>
        <a:graphic>
          <a:graphicData uri="http://schemas.openxmlformats.org/drawingml/2006/table">
            <a:tbl>
              <a:tblPr/>
              <a:tblGrid>
                <a:gridCol w="518275">
                  <a:extLst>
                    <a:ext uri="{9D8B030D-6E8A-4147-A177-3AD203B41FA5}">
                      <a16:colId xmlns:a16="http://schemas.microsoft.com/office/drawing/2014/main" val="20000"/>
                    </a:ext>
                  </a:extLst>
                </a:gridCol>
                <a:gridCol w="1332735">
                  <a:extLst>
                    <a:ext uri="{9D8B030D-6E8A-4147-A177-3AD203B41FA5}">
                      <a16:colId xmlns:a16="http://schemas.microsoft.com/office/drawing/2014/main" val="20001"/>
                    </a:ext>
                  </a:extLst>
                </a:gridCol>
                <a:gridCol w="740368">
                  <a:extLst>
                    <a:ext uri="{9D8B030D-6E8A-4147-A177-3AD203B41FA5}">
                      <a16:colId xmlns:a16="http://schemas.microsoft.com/office/drawing/2014/main" val="20002"/>
                    </a:ext>
                  </a:extLst>
                </a:gridCol>
                <a:gridCol w="874591">
                  <a:extLst>
                    <a:ext uri="{9D8B030D-6E8A-4147-A177-3AD203B41FA5}">
                      <a16:colId xmlns:a16="http://schemas.microsoft.com/office/drawing/2014/main" val="20003"/>
                    </a:ext>
                  </a:extLst>
                </a:gridCol>
                <a:gridCol w="854508">
                  <a:extLst>
                    <a:ext uri="{9D8B030D-6E8A-4147-A177-3AD203B41FA5}">
                      <a16:colId xmlns:a16="http://schemas.microsoft.com/office/drawing/2014/main" val="20004"/>
                    </a:ext>
                  </a:extLst>
                </a:gridCol>
              </a:tblGrid>
              <a:tr h="283464">
                <a:tc>
                  <a:txBody>
                    <a:bodyPr/>
                    <a:lstStyle/>
                    <a:p>
                      <a:pPr marL="0" indent="0">
                        <a:buNone/>
                      </a:pPr>
                      <a:r>
                        <a:rPr lang="en-US" sz="850" b="1" dirty="0">
                          <a:solidFill>
                            <a:srgbClr val="FFFFFF"/>
                          </a:solidFill>
                          <a:latin typeface="Segoe UI" pitchFamily="34" charset="0"/>
                          <a:ea typeface="Segoe UI" pitchFamily="34" charset="-122"/>
                          <a:cs typeface="Segoe UI" pitchFamily="34" charset="-120"/>
                        </a:rPr>
                        <a:t>Cod. Art.</a:t>
                      </a:r>
                      <a:endParaRPr lang="en-US" sz="850" dirty="0">
                        <a:latin typeface="Segoe UI" charset="0"/>
                        <a:ea typeface="Segoe UI" charset="0"/>
                        <a:cs typeface="Segoe UI" charset="0"/>
                      </a:endParaRPr>
                    </a:p>
                  </a:txBody>
                  <a:tcPr marL="76200" marR="76200" marT="38100" marB="3810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20E1A"/>
                    </a:solidFill>
                  </a:tcPr>
                </a:tc>
                <a:tc>
                  <a:txBody>
                    <a:bodyPr/>
                    <a:lstStyle/>
                    <a:p>
                      <a:pPr marL="0" indent="0">
                        <a:buNone/>
                      </a:pPr>
                      <a:r>
                        <a:rPr lang="en-US" sz="850" b="1" dirty="0">
                          <a:solidFill>
                            <a:srgbClr val="FFFFFF"/>
                          </a:solidFill>
                          <a:latin typeface="Segoe UI" pitchFamily="34" charset="0"/>
                          <a:ea typeface="Segoe UI" pitchFamily="34" charset="-122"/>
                          <a:cs typeface="Segoe UI" pitchFamily="34" charset="-120"/>
                        </a:rPr>
                        <a:t>Descrizione</a:t>
                      </a:r>
                      <a:endParaRPr lang="en-US" sz="850" dirty="0">
                        <a:latin typeface="Segoe UI" charset="0"/>
                        <a:ea typeface="Segoe UI" charset="0"/>
                        <a:cs typeface="Segoe UI" charset="0"/>
                      </a:endParaRPr>
                    </a:p>
                  </a:txBody>
                  <a:tcPr marL="76200" marR="7620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20E1A"/>
                    </a:solidFill>
                  </a:tcPr>
                </a:tc>
                <a:tc>
                  <a:txBody>
                    <a:bodyPr/>
                    <a:lstStyle/>
                    <a:p>
                      <a:pPr marL="0" indent="0">
                        <a:buNone/>
                      </a:pPr>
                      <a:r>
                        <a:rPr lang="en-US" sz="850" b="1" dirty="0">
                          <a:solidFill>
                            <a:srgbClr val="FFFFFF"/>
                          </a:solidFill>
                          <a:latin typeface="Segoe UI" pitchFamily="34" charset="0"/>
                          <a:ea typeface="Segoe UI" pitchFamily="34" charset="-122"/>
                          <a:cs typeface="Segoe UI" pitchFamily="34" charset="-120"/>
                        </a:rPr>
                        <a:t>Cod. Mag.</a:t>
                      </a:r>
                      <a:endParaRPr lang="en-US" sz="850" dirty="0">
                        <a:latin typeface="Segoe UI" charset="0"/>
                        <a:ea typeface="Segoe UI" charset="0"/>
                        <a:cs typeface="Segoe UI" charset="0"/>
                      </a:endParaRPr>
                    </a:p>
                  </a:txBody>
                  <a:tcPr marL="76200" marR="7620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20E1A"/>
                    </a:solidFill>
                  </a:tcPr>
                </a:tc>
                <a:tc>
                  <a:txBody>
                    <a:bodyPr/>
                    <a:lstStyle/>
                    <a:p>
                      <a:pPr marL="0" indent="0">
                        <a:buNone/>
                      </a:pPr>
                      <a:r>
                        <a:rPr lang="en-US" sz="850" b="1" dirty="0">
                          <a:solidFill>
                            <a:srgbClr val="FFFFFF"/>
                          </a:solidFill>
                          <a:latin typeface="Segoe UI" pitchFamily="34" charset="0"/>
                          <a:ea typeface="Segoe UI" pitchFamily="34" charset="-122"/>
                          <a:cs typeface="Segoe UI" pitchFamily="34" charset="-120"/>
                        </a:rPr>
                        <a:t>Città mag.</a:t>
                      </a:r>
                      <a:endParaRPr lang="en-US" sz="850" dirty="0">
                        <a:latin typeface="Segoe UI" charset="0"/>
                        <a:ea typeface="Segoe UI" charset="0"/>
                        <a:cs typeface="Segoe UI" charset="0"/>
                      </a:endParaRPr>
                    </a:p>
                  </a:txBody>
                  <a:tcPr marL="76200" marR="7620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20E1A"/>
                    </a:solidFill>
                  </a:tcPr>
                </a:tc>
                <a:tc>
                  <a:txBody>
                    <a:bodyPr/>
                    <a:lstStyle/>
                    <a:p>
                      <a:pPr marL="0" indent="0">
                        <a:buNone/>
                      </a:pPr>
                      <a:r>
                        <a:rPr lang="en-US" sz="850" b="1" dirty="0">
                          <a:solidFill>
                            <a:srgbClr val="FFFFFF"/>
                          </a:solidFill>
                          <a:latin typeface="Segoe UI" pitchFamily="34" charset="0"/>
                          <a:ea typeface="Segoe UI" pitchFamily="34" charset="-122"/>
                          <a:cs typeface="Segoe UI" pitchFamily="34" charset="-120"/>
                        </a:rPr>
                        <a:t>Quantita</a:t>
                      </a:r>
                      <a:endParaRPr lang="en-US" sz="850" dirty="0">
                        <a:latin typeface="Segoe UI" charset="0"/>
                        <a:ea typeface="Segoe UI" charset="0"/>
                        <a:cs typeface="Segoe UI" charset="0"/>
                      </a:endParaRPr>
                    </a:p>
                  </a:txBody>
                  <a:tcPr marL="76200" marR="76200" marT="38100" marB="3810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20E1A"/>
                    </a:solidFill>
                  </a:tcPr>
                </a:tc>
                <a:extLst>
                  <a:ext uri="{0D108BD9-81ED-4DB2-BD59-A6C34878D82A}">
                    <a16:rowId xmlns:a16="http://schemas.microsoft.com/office/drawing/2014/main" val="10000"/>
                  </a:ext>
                </a:extLst>
              </a:tr>
              <a:tr h="283464">
                <a:tc>
                  <a:txBody>
                    <a:bodyPr/>
                    <a:lstStyle/>
                    <a:p>
                      <a:pPr marL="0" indent="0">
                        <a:buNone/>
                      </a:pPr>
                      <a:r>
                        <a:rPr lang="en-US" sz="1000" dirty="0">
                          <a:solidFill>
                            <a:srgbClr val="1A1A1A"/>
                          </a:solidFill>
                          <a:latin typeface="+mn-lt"/>
                          <a:ea typeface="Segoe UI" pitchFamily="34" charset="-122"/>
                          <a:cs typeface="Segoe UI" pitchFamily="34" charset="-120"/>
                        </a:rPr>
                        <a:t>A-100</a:t>
                      </a:r>
                      <a:endParaRPr lang="en-US" sz="1000" dirty="0">
                        <a:latin typeface="+mn-lt"/>
                        <a:ea typeface="Segoe UI" charset="0"/>
                        <a:cs typeface="Segoe UI" charset="0"/>
                      </a:endParaRPr>
                    </a:p>
                  </a:txBody>
                  <a:tcPr marL="76200" marR="76200" marT="38100" marB="3810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3CCCD"/>
                    </a:solidFill>
                  </a:tcPr>
                </a:tc>
                <a:tc>
                  <a:txBody>
                    <a:bodyPr/>
                    <a:lstStyle/>
                    <a:p>
                      <a:pPr marL="0" indent="0">
                        <a:buNone/>
                      </a:pPr>
                      <a:r>
                        <a:rPr lang="en-US" sz="1000" dirty="0">
                          <a:solidFill>
                            <a:srgbClr val="1A1A1A"/>
                          </a:solidFill>
                          <a:latin typeface="+mn-lt"/>
                          <a:ea typeface="Segoe UI" pitchFamily="34" charset="-122"/>
                          <a:cs typeface="Segoe UI" pitchFamily="34" charset="-120"/>
                        </a:rPr>
                        <a:t>Vite M6 zincata</a:t>
                      </a:r>
                      <a:endParaRPr lang="en-US" sz="1000" dirty="0">
                        <a:latin typeface="+mn-lt"/>
                        <a:ea typeface="Segoe UI" charset="0"/>
                        <a:cs typeface="Segoe UI" charset="0"/>
                      </a:endParaRPr>
                    </a:p>
                  </a:txBody>
                  <a:tcPr marL="76200" marR="7620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3CCCD"/>
                    </a:solidFill>
                  </a:tcPr>
                </a:tc>
                <a:tc>
                  <a:txBody>
                    <a:bodyPr/>
                    <a:lstStyle/>
                    <a:p>
                      <a:pPr marL="0" indent="0">
                        <a:buNone/>
                      </a:pPr>
                      <a:r>
                        <a:rPr lang="en-US" sz="1000" dirty="0">
                          <a:solidFill>
                            <a:srgbClr val="1A1A1A"/>
                          </a:solidFill>
                          <a:latin typeface="+mn-lt"/>
                          <a:ea typeface="Segoe UI" pitchFamily="34" charset="-122"/>
                          <a:cs typeface="Segoe UI" pitchFamily="34" charset="-120"/>
                        </a:rPr>
                        <a:t>MAG-MI</a:t>
                      </a:r>
                      <a:endParaRPr lang="en-US" sz="1000" dirty="0">
                        <a:latin typeface="+mn-lt"/>
                        <a:ea typeface="Segoe UI" charset="0"/>
                        <a:cs typeface="Segoe UI" charset="0"/>
                      </a:endParaRPr>
                    </a:p>
                  </a:txBody>
                  <a:tcPr marL="76200" marR="7620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3CCCD"/>
                    </a:solidFill>
                  </a:tcPr>
                </a:tc>
                <a:tc>
                  <a:txBody>
                    <a:bodyPr/>
                    <a:lstStyle/>
                    <a:p>
                      <a:pPr marL="0" indent="0">
                        <a:buNone/>
                      </a:pPr>
                      <a:r>
                        <a:rPr lang="en-US" sz="1000" dirty="0">
                          <a:solidFill>
                            <a:srgbClr val="1A1A1A"/>
                          </a:solidFill>
                          <a:latin typeface="+mn-lt"/>
                          <a:ea typeface="Segoe UI" pitchFamily="34" charset="-122"/>
                          <a:cs typeface="Segoe UI" pitchFamily="34" charset="-120"/>
                        </a:rPr>
                        <a:t>Milano</a:t>
                      </a:r>
                      <a:endParaRPr lang="en-US" sz="1000" dirty="0">
                        <a:latin typeface="+mn-lt"/>
                        <a:ea typeface="Segoe UI" charset="0"/>
                        <a:cs typeface="Segoe UI" charset="0"/>
                      </a:endParaRPr>
                    </a:p>
                  </a:txBody>
                  <a:tcPr marL="76200" marR="7620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3CCCD"/>
                    </a:solidFill>
                  </a:tcPr>
                </a:tc>
                <a:tc>
                  <a:txBody>
                    <a:bodyPr/>
                    <a:lstStyle/>
                    <a:p>
                      <a:pPr marL="0" indent="0">
                        <a:buNone/>
                      </a:pPr>
                      <a:r>
                        <a:rPr lang="en-US" sz="1000" dirty="0">
                          <a:solidFill>
                            <a:srgbClr val="1A1A1A"/>
                          </a:solidFill>
                          <a:latin typeface="+mn-lt"/>
                          <a:ea typeface="Segoe UI" pitchFamily="34" charset="-122"/>
                          <a:cs typeface="Segoe UI" pitchFamily="34" charset="-120"/>
                        </a:rPr>
                        <a:t>250</a:t>
                      </a:r>
                      <a:endParaRPr lang="en-US" sz="1000" dirty="0">
                        <a:latin typeface="+mn-lt"/>
                        <a:ea typeface="Segoe UI" charset="0"/>
                        <a:cs typeface="Segoe UI" charset="0"/>
                      </a:endParaRPr>
                    </a:p>
                  </a:txBody>
                  <a:tcPr marL="76200" marR="76200" marT="38100" marB="3810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3CCCD"/>
                    </a:solidFill>
                  </a:tcPr>
                </a:tc>
                <a:extLst>
                  <a:ext uri="{0D108BD9-81ED-4DB2-BD59-A6C34878D82A}">
                    <a16:rowId xmlns:a16="http://schemas.microsoft.com/office/drawing/2014/main" val="10001"/>
                  </a:ext>
                </a:extLst>
              </a:tr>
              <a:tr h="283464">
                <a:tc>
                  <a:txBody>
                    <a:bodyPr/>
                    <a:lstStyle/>
                    <a:p>
                      <a:pPr marL="0" indent="0">
                        <a:buNone/>
                      </a:pPr>
                      <a:r>
                        <a:rPr lang="en-US" sz="1000" dirty="0">
                          <a:solidFill>
                            <a:srgbClr val="1A1A1A"/>
                          </a:solidFill>
                          <a:latin typeface="+mn-lt"/>
                          <a:ea typeface="Segoe UI" pitchFamily="34" charset="-122"/>
                          <a:cs typeface="Segoe UI" pitchFamily="34" charset="-120"/>
                        </a:rPr>
                        <a:t>A-100</a:t>
                      </a:r>
                      <a:endParaRPr lang="en-US" sz="1000" dirty="0">
                        <a:latin typeface="+mn-lt"/>
                        <a:ea typeface="Segoe UI" charset="0"/>
                        <a:cs typeface="Segoe UI" charset="0"/>
                      </a:endParaRPr>
                    </a:p>
                  </a:txBody>
                  <a:tcPr marL="76200" marR="76200" marT="38100" marB="3810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1E7E8"/>
                    </a:solidFill>
                  </a:tcPr>
                </a:tc>
                <a:tc>
                  <a:txBody>
                    <a:bodyPr/>
                    <a:lstStyle/>
                    <a:p>
                      <a:pPr marL="0" indent="0">
                        <a:buNone/>
                      </a:pPr>
                      <a:r>
                        <a:rPr lang="en-US" sz="1000" dirty="0">
                          <a:solidFill>
                            <a:srgbClr val="1A1A1A"/>
                          </a:solidFill>
                          <a:latin typeface="+mn-lt"/>
                          <a:ea typeface="Segoe UI" pitchFamily="34" charset="-122"/>
                          <a:cs typeface="Segoe UI" pitchFamily="34" charset="-120"/>
                        </a:rPr>
                        <a:t>Vite M6 zincata</a:t>
                      </a:r>
                      <a:endParaRPr lang="en-US" sz="1000" dirty="0">
                        <a:latin typeface="+mn-lt"/>
                        <a:ea typeface="Segoe UI" charset="0"/>
                        <a:cs typeface="Segoe UI" charset="0"/>
                      </a:endParaRPr>
                    </a:p>
                  </a:txBody>
                  <a:tcPr marL="76200" marR="7620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1E7E8"/>
                    </a:solidFill>
                  </a:tcPr>
                </a:tc>
                <a:tc>
                  <a:txBody>
                    <a:bodyPr/>
                    <a:lstStyle/>
                    <a:p>
                      <a:pPr marL="0" indent="0">
                        <a:buNone/>
                      </a:pPr>
                      <a:r>
                        <a:rPr lang="en-US" sz="1000" dirty="0">
                          <a:solidFill>
                            <a:srgbClr val="1A1A1A"/>
                          </a:solidFill>
                          <a:latin typeface="+mn-lt"/>
                          <a:ea typeface="Segoe UI" pitchFamily="34" charset="-122"/>
                          <a:cs typeface="Segoe UI" pitchFamily="34" charset="-120"/>
                        </a:rPr>
                        <a:t>MAG-TO</a:t>
                      </a:r>
                      <a:endParaRPr lang="en-US" sz="1000" dirty="0">
                        <a:latin typeface="+mn-lt"/>
                        <a:ea typeface="Segoe UI" charset="0"/>
                        <a:cs typeface="Segoe UI" charset="0"/>
                      </a:endParaRPr>
                    </a:p>
                  </a:txBody>
                  <a:tcPr marL="76200" marR="7620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1E7E8"/>
                    </a:solidFill>
                  </a:tcPr>
                </a:tc>
                <a:tc>
                  <a:txBody>
                    <a:bodyPr/>
                    <a:lstStyle/>
                    <a:p>
                      <a:pPr marL="0" indent="0">
                        <a:buNone/>
                      </a:pPr>
                      <a:r>
                        <a:rPr lang="en-US" sz="1000" dirty="0">
                          <a:solidFill>
                            <a:srgbClr val="1A1A1A"/>
                          </a:solidFill>
                          <a:latin typeface="+mn-lt"/>
                          <a:ea typeface="Segoe UI" pitchFamily="34" charset="-122"/>
                          <a:cs typeface="Segoe UI" pitchFamily="34" charset="-120"/>
                        </a:rPr>
                        <a:t>Torino</a:t>
                      </a:r>
                      <a:endParaRPr lang="en-US" sz="1000" dirty="0">
                        <a:latin typeface="+mn-lt"/>
                        <a:ea typeface="Segoe UI" charset="0"/>
                        <a:cs typeface="Segoe UI" charset="0"/>
                      </a:endParaRPr>
                    </a:p>
                  </a:txBody>
                  <a:tcPr marL="76200" marR="7620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1E7E8"/>
                    </a:solidFill>
                  </a:tcPr>
                </a:tc>
                <a:tc>
                  <a:txBody>
                    <a:bodyPr/>
                    <a:lstStyle/>
                    <a:p>
                      <a:pPr marL="0" indent="0">
                        <a:buNone/>
                      </a:pPr>
                      <a:r>
                        <a:rPr lang="en-US" sz="1000" dirty="0">
                          <a:solidFill>
                            <a:srgbClr val="1A1A1A"/>
                          </a:solidFill>
                          <a:latin typeface="+mn-lt"/>
                          <a:ea typeface="Segoe UI" pitchFamily="34" charset="-122"/>
                          <a:cs typeface="Segoe UI" pitchFamily="34" charset="-120"/>
                        </a:rPr>
                        <a:t>80</a:t>
                      </a:r>
                      <a:endParaRPr lang="en-US" sz="1000" dirty="0">
                        <a:latin typeface="+mn-lt"/>
                        <a:ea typeface="Segoe UI" charset="0"/>
                        <a:cs typeface="Segoe UI" charset="0"/>
                      </a:endParaRPr>
                    </a:p>
                  </a:txBody>
                  <a:tcPr marL="76200" marR="76200" marT="38100" marB="3810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1E7E8"/>
                    </a:solidFill>
                  </a:tcPr>
                </a:tc>
                <a:extLst>
                  <a:ext uri="{0D108BD9-81ED-4DB2-BD59-A6C34878D82A}">
                    <a16:rowId xmlns:a16="http://schemas.microsoft.com/office/drawing/2014/main" val="10002"/>
                  </a:ext>
                </a:extLst>
              </a:tr>
              <a:tr h="283464">
                <a:tc>
                  <a:txBody>
                    <a:bodyPr/>
                    <a:lstStyle/>
                    <a:p>
                      <a:pPr marL="0" indent="0">
                        <a:buNone/>
                      </a:pPr>
                      <a:r>
                        <a:rPr lang="en-US" sz="1000" dirty="0">
                          <a:solidFill>
                            <a:srgbClr val="1A1A1A"/>
                          </a:solidFill>
                          <a:latin typeface="+mn-lt"/>
                          <a:ea typeface="Segoe UI" pitchFamily="34" charset="-122"/>
                          <a:cs typeface="Segoe UI" pitchFamily="34" charset="-120"/>
                        </a:rPr>
                        <a:t>A-205</a:t>
                      </a:r>
                      <a:endParaRPr lang="en-US" sz="1000" dirty="0">
                        <a:latin typeface="+mn-lt"/>
                        <a:ea typeface="Segoe UI" charset="0"/>
                        <a:cs typeface="Segoe UI" charset="0"/>
                      </a:endParaRPr>
                    </a:p>
                  </a:txBody>
                  <a:tcPr marL="76200" marR="76200" marT="38100" marB="3810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3CCCD"/>
                    </a:solidFill>
                  </a:tcPr>
                </a:tc>
                <a:tc>
                  <a:txBody>
                    <a:bodyPr/>
                    <a:lstStyle/>
                    <a:p>
                      <a:pPr marL="0" indent="0">
                        <a:buNone/>
                      </a:pPr>
                      <a:r>
                        <a:rPr lang="en-US" sz="1000" dirty="0">
                          <a:solidFill>
                            <a:srgbClr val="1A1A1A"/>
                          </a:solidFill>
                          <a:latin typeface="+mn-lt"/>
                          <a:ea typeface="Segoe UI" pitchFamily="34" charset="-122"/>
                          <a:cs typeface="Segoe UI" pitchFamily="34" charset="-120"/>
                        </a:rPr>
                        <a:t>Dado M6</a:t>
                      </a:r>
                      <a:endParaRPr lang="en-US" sz="1000" dirty="0">
                        <a:latin typeface="+mn-lt"/>
                        <a:ea typeface="Segoe UI" charset="0"/>
                        <a:cs typeface="Segoe UI" charset="0"/>
                      </a:endParaRPr>
                    </a:p>
                  </a:txBody>
                  <a:tcPr marL="76200" marR="7620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3CCCD"/>
                    </a:solidFill>
                  </a:tcPr>
                </a:tc>
                <a:tc>
                  <a:txBody>
                    <a:bodyPr/>
                    <a:lstStyle/>
                    <a:p>
                      <a:pPr marL="0" indent="0">
                        <a:buNone/>
                      </a:pPr>
                      <a:r>
                        <a:rPr lang="en-US" sz="1000" dirty="0">
                          <a:solidFill>
                            <a:srgbClr val="1A1A1A"/>
                          </a:solidFill>
                          <a:latin typeface="+mn-lt"/>
                          <a:ea typeface="Segoe UI" pitchFamily="34" charset="-122"/>
                          <a:cs typeface="Segoe UI" pitchFamily="34" charset="-120"/>
                        </a:rPr>
                        <a:t>MAG-MI</a:t>
                      </a:r>
                      <a:endParaRPr lang="en-US" sz="1000" dirty="0">
                        <a:latin typeface="+mn-lt"/>
                        <a:ea typeface="Segoe UI" charset="0"/>
                        <a:cs typeface="Segoe UI" charset="0"/>
                      </a:endParaRPr>
                    </a:p>
                  </a:txBody>
                  <a:tcPr marL="76200" marR="7620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3CCCD"/>
                    </a:solidFill>
                  </a:tcPr>
                </a:tc>
                <a:tc>
                  <a:txBody>
                    <a:bodyPr/>
                    <a:lstStyle/>
                    <a:p>
                      <a:pPr marL="0" indent="0">
                        <a:buNone/>
                      </a:pPr>
                      <a:r>
                        <a:rPr lang="en-US" sz="1000" dirty="0">
                          <a:solidFill>
                            <a:srgbClr val="1A1A1A"/>
                          </a:solidFill>
                          <a:latin typeface="+mn-lt"/>
                          <a:ea typeface="Segoe UI" pitchFamily="34" charset="-122"/>
                          <a:cs typeface="Segoe UI" pitchFamily="34" charset="-120"/>
                        </a:rPr>
                        <a:t>Milano</a:t>
                      </a:r>
                      <a:endParaRPr lang="en-US" sz="1000" dirty="0">
                        <a:latin typeface="+mn-lt"/>
                        <a:ea typeface="Segoe UI" charset="0"/>
                        <a:cs typeface="Segoe UI" charset="0"/>
                      </a:endParaRPr>
                    </a:p>
                  </a:txBody>
                  <a:tcPr marL="76200" marR="7620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3CCCD"/>
                    </a:solidFill>
                  </a:tcPr>
                </a:tc>
                <a:tc>
                  <a:txBody>
                    <a:bodyPr/>
                    <a:lstStyle/>
                    <a:p>
                      <a:pPr marL="0" indent="0">
                        <a:buNone/>
                      </a:pPr>
                      <a:r>
                        <a:rPr lang="en-US" sz="1000" dirty="0">
                          <a:solidFill>
                            <a:srgbClr val="1A1A1A"/>
                          </a:solidFill>
                          <a:latin typeface="+mn-lt"/>
                          <a:ea typeface="Segoe UI" pitchFamily="34" charset="-122"/>
                          <a:cs typeface="Segoe UI" pitchFamily="34" charset="-120"/>
                        </a:rPr>
                        <a:t>12</a:t>
                      </a:r>
                      <a:endParaRPr lang="en-US" sz="1000" dirty="0">
                        <a:latin typeface="+mn-lt"/>
                        <a:ea typeface="Segoe UI" charset="0"/>
                        <a:cs typeface="Segoe UI" charset="0"/>
                      </a:endParaRPr>
                    </a:p>
                  </a:txBody>
                  <a:tcPr marL="76200" marR="76200" marT="38100" marB="3810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3CCCD"/>
                    </a:solidFill>
                  </a:tcPr>
                </a:tc>
                <a:extLst>
                  <a:ext uri="{0D108BD9-81ED-4DB2-BD59-A6C34878D82A}">
                    <a16:rowId xmlns:a16="http://schemas.microsoft.com/office/drawing/2014/main" val="10003"/>
                  </a:ext>
                </a:extLst>
              </a:tr>
              <a:tr h="283464">
                <a:tc>
                  <a:txBody>
                    <a:bodyPr/>
                    <a:lstStyle/>
                    <a:p>
                      <a:pPr marL="0" indent="0">
                        <a:buNone/>
                      </a:pPr>
                      <a:r>
                        <a:rPr lang="en-US" sz="1000" dirty="0">
                          <a:solidFill>
                            <a:srgbClr val="1A1A1A"/>
                          </a:solidFill>
                          <a:latin typeface="+mn-lt"/>
                          <a:ea typeface="Segoe UI" pitchFamily="34" charset="-122"/>
                          <a:cs typeface="Segoe UI" pitchFamily="34" charset="-120"/>
                        </a:rPr>
                        <a:t>A-300</a:t>
                      </a:r>
                      <a:endParaRPr lang="en-US" sz="1000" dirty="0">
                        <a:latin typeface="+mn-lt"/>
                        <a:ea typeface="Segoe UI" charset="0"/>
                        <a:cs typeface="Segoe UI" charset="0"/>
                      </a:endParaRPr>
                    </a:p>
                  </a:txBody>
                  <a:tcPr marL="76200" marR="76200" marT="38100" marB="3810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1E7E8"/>
                    </a:solidFill>
                  </a:tcPr>
                </a:tc>
                <a:tc>
                  <a:txBody>
                    <a:bodyPr/>
                    <a:lstStyle/>
                    <a:p>
                      <a:pPr marL="0" indent="0">
                        <a:buNone/>
                      </a:pPr>
                      <a:r>
                        <a:rPr lang="en-US" sz="1000" dirty="0">
                          <a:solidFill>
                            <a:srgbClr val="1A1A1A"/>
                          </a:solidFill>
                          <a:latin typeface="+mn-lt"/>
                          <a:ea typeface="Segoe UI" pitchFamily="34" charset="-122"/>
                          <a:cs typeface="Segoe UI" pitchFamily="34" charset="-120"/>
                        </a:rPr>
                        <a:t>Rondella M6</a:t>
                      </a:r>
                      <a:endParaRPr lang="en-US" sz="1000" dirty="0">
                        <a:latin typeface="+mn-lt"/>
                        <a:ea typeface="Segoe UI" charset="0"/>
                        <a:cs typeface="Segoe UI" charset="0"/>
                      </a:endParaRPr>
                    </a:p>
                  </a:txBody>
                  <a:tcPr marL="76200" marR="7620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1E7E8"/>
                    </a:solidFill>
                  </a:tcPr>
                </a:tc>
                <a:tc>
                  <a:txBody>
                    <a:bodyPr/>
                    <a:lstStyle/>
                    <a:p>
                      <a:pPr marL="0" indent="0">
                        <a:buNone/>
                      </a:pPr>
                      <a:r>
                        <a:rPr lang="en-US" sz="1000" dirty="0">
                          <a:solidFill>
                            <a:srgbClr val="1A1A1A"/>
                          </a:solidFill>
                          <a:latin typeface="+mn-lt"/>
                          <a:ea typeface="Segoe UI" pitchFamily="34" charset="-122"/>
                          <a:cs typeface="Segoe UI" pitchFamily="34" charset="-120"/>
                        </a:rPr>
                        <a:t>MAG-MI</a:t>
                      </a:r>
                      <a:endParaRPr lang="en-US" sz="1000" dirty="0">
                        <a:latin typeface="+mn-lt"/>
                        <a:ea typeface="Segoe UI" charset="0"/>
                        <a:cs typeface="Segoe UI" charset="0"/>
                      </a:endParaRPr>
                    </a:p>
                  </a:txBody>
                  <a:tcPr marL="76200" marR="7620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1E7E8"/>
                    </a:solidFill>
                  </a:tcPr>
                </a:tc>
                <a:tc>
                  <a:txBody>
                    <a:bodyPr/>
                    <a:lstStyle/>
                    <a:p>
                      <a:pPr marL="0" indent="0">
                        <a:buNone/>
                      </a:pPr>
                      <a:r>
                        <a:rPr lang="en-US" sz="1000" dirty="0">
                          <a:solidFill>
                            <a:srgbClr val="1A1A1A"/>
                          </a:solidFill>
                          <a:latin typeface="+mn-lt"/>
                          <a:ea typeface="Segoe UI" pitchFamily="34" charset="-122"/>
                          <a:cs typeface="Segoe UI" pitchFamily="34" charset="-120"/>
                        </a:rPr>
                        <a:t>Milano</a:t>
                      </a:r>
                      <a:endParaRPr lang="en-US" sz="1000" dirty="0">
                        <a:latin typeface="+mn-lt"/>
                        <a:ea typeface="Segoe UI" charset="0"/>
                        <a:cs typeface="Segoe UI" charset="0"/>
                      </a:endParaRPr>
                    </a:p>
                  </a:txBody>
                  <a:tcPr marL="76200" marR="7620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1E7E8"/>
                    </a:solidFill>
                  </a:tcPr>
                </a:tc>
                <a:tc>
                  <a:txBody>
                    <a:bodyPr/>
                    <a:lstStyle/>
                    <a:p>
                      <a:pPr marL="0" indent="0">
                        <a:buNone/>
                      </a:pPr>
                      <a:r>
                        <a:rPr lang="en-US" sz="1000" dirty="0">
                          <a:solidFill>
                            <a:srgbClr val="1A1A1A"/>
                          </a:solidFill>
                          <a:latin typeface="+mn-lt"/>
                          <a:ea typeface="Segoe UI" pitchFamily="34" charset="-122"/>
                          <a:cs typeface="Segoe UI" pitchFamily="34" charset="-120"/>
                        </a:rPr>
                        <a:t>400</a:t>
                      </a:r>
                      <a:endParaRPr lang="en-US" sz="1000" dirty="0">
                        <a:latin typeface="+mn-lt"/>
                        <a:ea typeface="Segoe UI" charset="0"/>
                        <a:cs typeface="Segoe UI" charset="0"/>
                      </a:endParaRPr>
                    </a:p>
                  </a:txBody>
                  <a:tcPr marL="76200" marR="76200" marT="38100" marB="3810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1E7E8"/>
                    </a:solidFill>
                  </a:tcPr>
                </a:tc>
                <a:extLst>
                  <a:ext uri="{0D108BD9-81ED-4DB2-BD59-A6C34878D82A}">
                    <a16:rowId xmlns:a16="http://schemas.microsoft.com/office/drawing/2014/main" val="10004"/>
                  </a:ext>
                </a:extLst>
              </a:tr>
              <a:tr h="283464">
                <a:tc>
                  <a:txBody>
                    <a:bodyPr/>
                    <a:lstStyle/>
                    <a:p>
                      <a:pPr marL="0" indent="0">
                        <a:buNone/>
                      </a:pPr>
                      <a:r>
                        <a:rPr lang="en-US" sz="1000" dirty="0">
                          <a:solidFill>
                            <a:srgbClr val="1A1A1A"/>
                          </a:solidFill>
                          <a:latin typeface="+mn-lt"/>
                          <a:ea typeface="Segoe UI" pitchFamily="34" charset="-122"/>
                          <a:cs typeface="Segoe UI" pitchFamily="34" charset="-120"/>
                        </a:rPr>
                        <a:t>A-300</a:t>
                      </a:r>
                      <a:endParaRPr lang="en-US" sz="1000" dirty="0">
                        <a:latin typeface="+mn-lt"/>
                        <a:ea typeface="Segoe UI" charset="0"/>
                        <a:cs typeface="Segoe UI" charset="0"/>
                      </a:endParaRPr>
                    </a:p>
                  </a:txBody>
                  <a:tcPr marL="76200" marR="76200" marT="38100" marB="3810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CCCD"/>
                    </a:solidFill>
                  </a:tcPr>
                </a:tc>
                <a:tc>
                  <a:txBody>
                    <a:bodyPr/>
                    <a:lstStyle/>
                    <a:p>
                      <a:pPr marL="0" indent="0">
                        <a:buNone/>
                      </a:pPr>
                      <a:r>
                        <a:rPr lang="en-US" sz="1000" dirty="0">
                          <a:solidFill>
                            <a:srgbClr val="1A1A1A"/>
                          </a:solidFill>
                          <a:latin typeface="+mn-lt"/>
                          <a:ea typeface="Segoe UI" pitchFamily="34" charset="-122"/>
                          <a:cs typeface="Segoe UI" pitchFamily="34" charset="-120"/>
                        </a:rPr>
                        <a:t>Rondella M6</a:t>
                      </a:r>
                      <a:endParaRPr lang="en-US" sz="1000" dirty="0">
                        <a:latin typeface="+mn-lt"/>
                        <a:ea typeface="Segoe UI" charset="0"/>
                        <a:cs typeface="Segoe UI" charset="0"/>
                      </a:endParaRPr>
                    </a:p>
                  </a:txBody>
                  <a:tcPr marL="76200" marR="7620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CCCD"/>
                    </a:solidFill>
                  </a:tcPr>
                </a:tc>
                <a:tc>
                  <a:txBody>
                    <a:bodyPr/>
                    <a:lstStyle/>
                    <a:p>
                      <a:pPr marL="0" indent="0">
                        <a:buNone/>
                      </a:pPr>
                      <a:r>
                        <a:rPr lang="en-US" sz="1000" dirty="0">
                          <a:solidFill>
                            <a:srgbClr val="1A1A1A"/>
                          </a:solidFill>
                          <a:latin typeface="+mn-lt"/>
                          <a:ea typeface="Segoe UI" pitchFamily="34" charset="-122"/>
                          <a:cs typeface="Segoe UI" pitchFamily="34" charset="-120"/>
                        </a:rPr>
                        <a:t>MAG-TO</a:t>
                      </a:r>
                      <a:endParaRPr lang="en-US" sz="1000" dirty="0">
                        <a:latin typeface="+mn-lt"/>
                        <a:ea typeface="Segoe UI" charset="0"/>
                        <a:cs typeface="Segoe UI" charset="0"/>
                      </a:endParaRPr>
                    </a:p>
                  </a:txBody>
                  <a:tcPr marL="76200" marR="7620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CCCD"/>
                    </a:solidFill>
                  </a:tcPr>
                </a:tc>
                <a:tc>
                  <a:txBody>
                    <a:bodyPr/>
                    <a:lstStyle/>
                    <a:p>
                      <a:pPr marL="0" indent="0">
                        <a:buNone/>
                      </a:pPr>
                      <a:r>
                        <a:rPr lang="en-US" sz="1000" dirty="0">
                          <a:solidFill>
                            <a:srgbClr val="1A1A1A"/>
                          </a:solidFill>
                          <a:latin typeface="+mn-lt"/>
                          <a:ea typeface="Segoe UI" pitchFamily="34" charset="-122"/>
                          <a:cs typeface="Segoe UI" pitchFamily="34" charset="-120"/>
                        </a:rPr>
                        <a:t>Torino</a:t>
                      </a:r>
                      <a:endParaRPr lang="en-US" sz="1000" dirty="0">
                        <a:latin typeface="+mn-lt"/>
                        <a:ea typeface="Segoe UI" charset="0"/>
                        <a:cs typeface="Segoe UI" charset="0"/>
                      </a:endParaRPr>
                    </a:p>
                  </a:txBody>
                  <a:tcPr marL="76200" marR="76200" marT="38100" marB="381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CCCD"/>
                    </a:solidFill>
                  </a:tcPr>
                </a:tc>
                <a:tc>
                  <a:txBody>
                    <a:bodyPr/>
                    <a:lstStyle/>
                    <a:p>
                      <a:pPr marL="0" indent="0">
                        <a:buNone/>
                      </a:pPr>
                      <a:r>
                        <a:rPr lang="en-US" sz="1000" dirty="0">
                          <a:solidFill>
                            <a:srgbClr val="1A1A1A"/>
                          </a:solidFill>
                          <a:latin typeface="+mn-lt"/>
                          <a:ea typeface="Segoe UI" pitchFamily="34" charset="-122"/>
                          <a:cs typeface="Segoe UI" pitchFamily="34" charset="-120"/>
                        </a:rPr>
                        <a:t>150</a:t>
                      </a:r>
                      <a:endParaRPr lang="en-US" sz="1000" dirty="0">
                        <a:latin typeface="+mn-lt"/>
                        <a:ea typeface="Segoe UI" charset="0"/>
                        <a:cs typeface="Segoe UI" charset="0"/>
                      </a:endParaRPr>
                    </a:p>
                  </a:txBody>
                  <a:tcPr marL="76200" marR="76200" marT="38100" marB="3810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CCCD"/>
                    </a:solidFill>
                  </a:tcPr>
                </a:tc>
                <a:extLst>
                  <a:ext uri="{0D108BD9-81ED-4DB2-BD59-A6C34878D82A}">
                    <a16:rowId xmlns:a16="http://schemas.microsoft.com/office/drawing/2014/main" val="10005"/>
                  </a:ext>
                </a:extLst>
              </a:tr>
            </a:tbl>
          </a:graphicData>
        </a:graphic>
      </p:graphicFrame>
      <p:sp>
        <p:nvSpPr>
          <p:cNvPr id="4" name="CasellaDiTesto 3">
            <a:extLst>
              <a:ext uri="{FF2B5EF4-FFF2-40B4-BE49-F238E27FC236}">
                <a16:creationId xmlns:a16="http://schemas.microsoft.com/office/drawing/2014/main" id="{1BCA2BBA-4007-E0F3-4A73-E1211AC11733}"/>
              </a:ext>
            </a:extLst>
          </p:cNvPr>
          <p:cNvSpPr txBox="1"/>
          <p:nvPr/>
        </p:nvSpPr>
        <p:spPr>
          <a:xfrm>
            <a:off x="4571999" y="3852092"/>
            <a:ext cx="4123227" cy="738664"/>
          </a:xfrm>
          <a:prstGeom prst="rect">
            <a:avLst/>
          </a:prstGeom>
          <a:noFill/>
        </p:spPr>
        <p:txBody>
          <a:bodyPr wrap="square" rtlCol="0">
            <a:spAutoFit/>
          </a:bodyPr>
          <a:lstStyle/>
          <a:p>
            <a:pPr marL="285750" indent="-285750" algn="l">
              <a:buFontTx/>
              <a:buChar char="-"/>
            </a:pPr>
            <a:r>
              <a:rPr lang="it-IT" sz="1400" dirty="0"/>
              <a:t>Rispetta 1NF</a:t>
            </a:r>
          </a:p>
          <a:p>
            <a:pPr marL="285750" indent="-285750">
              <a:buFontTx/>
              <a:buChar char="-"/>
            </a:pPr>
            <a:r>
              <a:rPr lang="it-IT" sz="1400" dirty="0">
                <a:sym typeface="Wingdings" panose="05000000000000000000" pitchFamily="2" charset="2"/>
              </a:rPr>
              <a:t>Chiave diventa </a:t>
            </a:r>
            <a:r>
              <a:rPr lang="it-IT" sz="1400" dirty="0" err="1">
                <a:sym typeface="Wingdings" panose="05000000000000000000" pitchFamily="2" charset="2"/>
              </a:rPr>
              <a:t>Cod</a:t>
            </a:r>
            <a:r>
              <a:rPr lang="it-IT" sz="1400" dirty="0">
                <a:sym typeface="Wingdings" panose="05000000000000000000" pitchFamily="2" charset="2"/>
              </a:rPr>
              <a:t> Art + </a:t>
            </a:r>
            <a:r>
              <a:rPr lang="it-IT" sz="1400" dirty="0" err="1">
                <a:sym typeface="Wingdings" panose="05000000000000000000" pitchFamily="2" charset="2"/>
              </a:rPr>
              <a:t>Cod</a:t>
            </a:r>
            <a:r>
              <a:rPr lang="it-IT" sz="1400" dirty="0">
                <a:sym typeface="Wingdings" panose="05000000000000000000" pitchFamily="2" charset="2"/>
              </a:rPr>
              <a:t> </a:t>
            </a:r>
            <a:r>
              <a:rPr lang="it-IT" sz="1400" dirty="0" err="1">
                <a:sym typeface="Wingdings" panose="05000000000000000000" pitchFamily="2" charset="2"/>
              </a:rPr>
              <a:t>Mag</a:t>
            </a:r>
            <a:endParaRPr lang="it-IT" sz="1400" dirty="0">
              <a:sym typeface="Wingdings" panose="05000000000000000000" pitchFamily="2" charset="2"/>
            </a:endParaRPr>
          </a:p>
          <a:p>
            <a:pPr marL="285750" indent="-285750">
              <a:buFontTx/>
              <a:buChar char="-"/>
            </a:pPr>
            <a:r>
              <a:rPr lang="it-IT" sz="1400" dirty="0">
                <a:sym typeface="Wingdings" panose="05000000000000000000" pitchFamily="2" charset="2"/>
              </a:rPr>
              <a:t>Problema: Descrizione art. ripetuta</a:t>
            </a:r>
          </a:p>
        </p:txBody>
      </p:sp>
    </p:spTree>
    <p:extLst>
      <p:ext uri="{BB962C8B-B14F-4D97-AF65-F5344CB8AC3E}">
        <p14:creationId xmlns:p14="http://schemas.microsoft.com/office/powerpoint/2010/main" val="38602938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8A8F5-B73F-6135-10F9-19F767B12FF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8E0B5C5-F7C9-2AA5-91AC-2C4603FC0AA4}"/>
              </a:ext>
            </a:extLst>
          </p:cNvPr>
          <p:cNvSpPr>
            <a:spLocks noGrp="1"/>
          </p:cNvSpPr>
          <p:nvPr>
            <p:ph type="title"/>
          </p:nvPr>
        </p:nvSpPr>
        <p:spPr>
          <a:xfrm>
            <a:off x="251520" y="189000"/>
            <a:ext cx="8640960" cy="540000"/>
          </a:xfrm>
        </p:spPr>
        <p:txBody>
          <a:bodyPr anchor="ctr">
            <a:normAutofit/>
          </a:bodyPr>
          <a:lstStyle/>
          <a:p>
            <a:r>
              <a:rPr lang="it-IT" dirty="0"/>
              <a:t>seconda FORMA NORMALE (2NF)</a:t>
            </a:r>
          </a:p>
        </p:txBody>
      </p:sp>
      <p:graphicFrame>
        <p:nvGraphicFramePr>
          <p:cNvPr id="8" name="Diagramma 7">
            <a:extLst>
              <a:ext uri="{FF2B5EF4-FFF2-40B4-BE49-F238E27FC236}">
                <a16:creationId xmlns:a16="http://schemas.microsoft.com/office/drawing/2014/main" id="{7040864B-E46C-86AE-2FB6-22A98A697D3B}"/>
              </a:ext>
            </a:extLst>
          </p:cNvPr>
          <p:cNvGraphicFramePr/>
          <p:nvPr>
            <p:extLst>
              <p:ext uri="{D42A27DB-BD31-4B8C-83A1-F6EECF244321}">
                <p14:modId xmlns:p14="http://schemas.microsoft.com/office/powerpoint/2010/main" val="1753948434"/>
              </p:ext>
            </p:extLst>
          </p:nvPr>
        </p:nvGraphicFramePr>
        <p:xfrm>
          <a:off x="517561" y="844274"/>
          <a:ext cx="3276364" cy="5320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 name="Elemento grafico 8" descr="Libro chiuso con riempimento a tinta unita">
            <a:extLst>
              <a:ext uri="{FF2B5EF4-FFF2-40B4-BE49-F238E27FC236}">
                <a16:creationId xmlns:a16="http://schemas.microsoft.com/office/drawing/2014/main" id="{0249FCB4-8E2B-4489-FC96-F6F0B341BA9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15516" y="685529"/>
            <a:ext cx="532082" cy="532082"/>
          </a:xfrm>
          <a:prstGeom prst="rect">
            <a:avLst/>
          </a:prstGeom>
        </p:spPr>
      </p:pic>
      <p:cxnSp>
        <p:nvCxnSpPr>
          <p:cNvPr id="11" name="Connettore diritto 10">
            <a:extLst>
              <a:ext uri="{FF2B5EF4-FFF2-40B4-BE49-F238E27FC236}">
                <a16:creationId xmlns:a16="http://schemas.microsoft.com/office/drawing/2014/main" id="{E73365DF-4557-30AF-6A57-AA2497D59E2F}"/>
              </a:ext>
            </a:extLst>
          </p:cNvPr>
          <p:cNvCxnSpPr>
            <a:cxnSpLocks/>
          </p:cNvCxnSpPr>
          <p:nvPr/>
        </p:nvCxnSpPr>
        <p:spPr>
          <a:xfrm>
            <a:off x="4427984" y="1491630"/>
            <a:ext cx="0" cy="3348372"/>
          </a:xfrm>
          <a:prstGeom prst="line">
            <a:avLst/>
          </a:prstGeom>
          <a:ln w="19050">
            <a:solidFill>
              <a:srgbClr val="C20E1A"/>
            </a:solidFill>
          </a:ln>
        </p:spPr>
        <p:style>
          <a:lnRef idx="1">
            <a:schemeClr val="accent1"/>
          </a:lnRef>
          <a:fillRef idx="0">
            <a:schemeClr val="accent1"/>
          </a:fillRef>
          <a:effectRef idx="0">
            <a:schemeClr val="accent1"/>
          </a:effectRef>
          <a:fontRef idx="minor">
            <a:schemeClr val="tx1"/>
          </a:fontRef>
        </p:style>
      </p:cxnSp>
      <p:sp>
        <p:nvSpPr>
          <p:cNvPr id="13" name="CasellaDiTesto 12">
            <a:extLst>
              <a:ext uri="{FF2B5EF4-FFF2-40B4-BE49-F238E27FC236}">
                <a16:creationId xmlns:a16="http://schemas.microsoft.com/office/drawing/2014/main" id="{EC191EC2-329A-9D3D-D899-4AD2F7EE81B5}"/>
              </a:ext>
            </a:extLst>
          </p:cNvPr>
          <p:cNvSpPr txBox="1"/>
          <p:nvPr/>
        </p:nvSpPr>
        <p:spPr>
          <a:xfrm>
            <a:off x="49512" y="1491630"/>
            <a:ext cx="4306464" cy="369332"/>
          </a:xfrm>
          <a:prstGeom prst="rect">
            <a:avLst/>
          </a:prstGeom>
          <a:noFill/>
        </p:spPr>
        <p:txBody>
          <a:bodyPr wrap="square" rtlCol="0">
            <a:spAutoFit/>
          </a:bodyPr>
          <a:lstStyle/>
          <a:p>
            <a:pPr algn="ctr"/>
            <a:r>
              <a:rPr lang="it-IT" dirty="0">
                <a:solidFill>
                  <a:srgbClr val="C20E1A"/>
                </a:solidFill>
              </a:rPr>
              <a:t>VIOLAZIONE</a:t>
            </a:r>
          </a:p>
        </p:txBody>
      </p:sp>
      <p:graphicFrame>
        <p:nvGraphicFramePr>
          <p:cNvPr id="19" name="Tabella 18">
            <a:extLst>
              <a:ext uri="{FF2B5EF4-FFF2-40B4-BE49-F238E27FC236}">
                <a16:creationId xmlns:a16="http://schemas.microsoft.com/office/drawing/2014/main" id="{AB2D63FE-7740-9779-E23F-61476B07B47D}"/>
              </a:ext>
            </a:extLst>
          </p:cNvPr>
          <p:cNvGraphicFramePr>
            <a:graphicFrameLocks noGrp="1"/>
          </p:cNvGraphicFramePr>
          <p:nvPr>
            <p:extLst>
              <p:ext uri="{D42A27DB-BD31-4B8C-83A1-F6EECF244321}">
                <p14:modId xmlns:p14="http://schemas.microsoft.com/office/powerpoint/2010/main" val="2679587414"/>
              </p:ext>
            </p:extLst>
          </p:nvPr>
        </p:nvGraphicFramePr>
        <p:xfrm>
          <a:off x="159678" y="1815882"/>
          <a:ext cx="4129686" cy="1505275"/>
        </p:xfrm>
        <a:graphic>
          <a:graphicData uri="http://schemas.openxmlformats.org/drawingml/2006/table">
            <a:tbl>
              <a:tblPr firstRow="1" bandRow="1">
                <a:tableStyleId>{21E4AEA4-8DFA-4A89-87EB-49C32662AFE0}</a:tableStyleId>
              </a:tblPr>
              <a:tblGrid>
                <a:gridCol w="703910">
                  <a:extLst>
                    <a:ext uri="{9D8B030D-6E8A-4147-A177-3AD203B41FA5}">
                      <a16:colId xmlns:a16="http://schemas.microsoft.com/office/drawing/2014/main" val="1203464323"/>
                    </a:ext>
                  </a:extLst>
                </a:gridCol>
                <a:gridCol w="792088">
                  <a:extLst>
                    <a:ext uri="{9D8B030D-6E8A-4147-A177-3AD203B41FA5}">
                      <a16:colId xmlns:a16="http://schemas.microsoft.com/office/drawing/2014/main" val="967459777"/>
                    </a:ext>
                  </a:extLst>
                </a:gridCol>
                <a:gridCol w="756084">
                  <a:extLst>
                    <a:ext uri="{9D8B030D-6E8A-4147-A177-3AD203B41FA5}">
                      <a16:colId xmlns:a16="http://schemas.microsoft.com/office/drawing/2014/main" val="3994946134"/>
                    </a:ext>
                  </a:extLst>
                </a:gridCol>
                <a:gridCol w="997764">
                  <a:extLst>
                    <a:ext uri="{9D8B030D-6E8A-4147-A177-3AD203B41FA5}">
                      <a16:colId xmlns:a16="http://schemas.microsoft.com/office/drawing/2014/main" val="978871627"/>
                    </a:ext>
                  </a:extLst>
                </a:gridCol>
                <a:gridCol w="879840">
                  <a:extLst>
                    <a:ext uri="{9D8B030D-6E8A-4147-A177-3AD203B41FA5}">
                      <a16:colId xmlns:a16="http://schemas.microsoft.com/office/drawing/2014/main" val="2416428747"/>
                    </a:ext>
                  </a:extLst>
                </a:gridCol>
              </a:tblGrid>
              <a:tr h="238854">
                <a:tc>
                  <a:txBody>
                    <a:bodyPr/>
                    <a:lstStyle/>
                    <a:p>
                      <a:r>
                        <a:rPr lang="it-IT" sz="1200" dirty="0" err="1"/>
                        <a:t>Cod</a:t>
                      </a:r>
                      <a:r>
                        <a:rPr lang="it-IT" sz="1200" dirty="0"/>
                        <a:t> art.</a:t>
                      </a:r>
                    </a:p>
                  </a:txBody>
                  <a:tcPr>
                    <a:solidFill>
                      <a:srgbClr val="C00000"/>
                    </a:solidFill>
                  </a:tcPr>
                </a:tc>
                <a:tc>
                  <a:txBody>
                    <a:bodyPr/>
                    <a:lstStyle/>
                    <a:p>
                      <a:r>
                        <a:rPr lang="it-IT" sz="1200" dirty="0" err="1"/>
                        <a:t>Cod</a:t>
                      </a:r>
                      <a:r>
                        <a:rPr lang="it-IT" sz="1200" dirty="0"/>
                        <a:t> mag.</a:t>
                      </a:r>
                    </a:p>
                  </a:txBody>
                  <a:tcPr>
                    <a:solidFill>
                      <a:srgbClr val="C00000"/>
                    </a:solidFill>
                  </a:tcPr>
                </a:tc>
                <a:tc>
                  <a:txBody>
                    <a:bodyPr/>
                    <a:lstStyle/>
                    <a:p>
                      <a:r>
                        <a:rPr lang="it-IT" sz="1200" dirty="0"/>
                        <a:t>Quantità</a:t>
                      </a:r>
                    </a:p>
                  </a:txBody>
                  <a:tcPr>
                    <a:solidFill>
                      <a:srgbClr val="C00000"/>
                    </a:solidFill>
                  </a:tcPr>
                </a:tc>
                <a:tc>
                  <a:txBody>
                    <a:bodyPr/>
                    <a:lstStyle/>
                    <a:p>
                      <a:r>
                        <a:rPr lang="it-IT" sz="1200" dirty="0"/>
                        <a:t>Descrizione</a:t>
                      </a:r>
                    </a:p>
                  </a:txBody>
                  <a:tcPr>
                    <a:solidFill>
                      <a:srgbClr val="C00000"/>
                    </a:solidFill>
                  </a:tcPr>
                </a:tc>
                <a:tc>
                  <a:txBody>
                    <a:bodyPr/>
                    <a:lstStyle/>
                    <a:p>
                      <a:r>
                        <a:rPr lang="it-IT" sz="1200" dirty="0"/>
                        <a:t>Città Mag.</a:t>
                      </a:r>
                    </a:p>
                  </a:txBody>
                  <a:tcPr>
                    <a:solidFill>
                      <a:srgbClr val="C20E1A"/>
                    </a:solidFill>
                  </a:tcPr>
                </a:tc>
                <a:extLst>
                  <a:ext uri="{0D108BD9-81ED-4DB2-BD59-A6C34878D82A}">
                    <a16:rowId xmlns:a16="http://schemas.microsoft.com/office/drawing/2014/main" val="3248484883"/>
                  </a:ext>
                </a:extLst>
              </a:tr>
              <a:tr h="262544">
                <a:tc>
                  <a:txBody>
                    <a:bodyPr/>
                    <a:lstStyle/>
                    <a:p>
                      <a:r>
                        <a:rPr lang="it-IT" sz="1200" dirty="0"/>
                        <a:t>A-100</a:t>
                      </a:r>
                    </a:p>
                  </a:txBody>
                  <a:tcPr/>
                </a:tc>
                <a:tc>
                  <a:txBody>
                    <a:bodyPr/>
                    <a:lstStyle/>
                    <a:p>
                      <a:r>
                        <a:rPr lang="it-IT" sz="1200" dirty="0"/>
                        <a:t>MAG-MI</a:t>
                      </a:r>
                    </a:p>
                  </a:txBody>
                  <a:tcPr/>
                </a:tc>
                <a:tc>
                  <a:txBody>
                    <a:bodyPr/>
                    <a:lstStyle/>
                    <a:p>
                      <a:r>
                        <a:rPr lang="it-IT" sz="1200" dirty="0"/>
                        <a:t>250</a:t>
                      </a:r>
                    </a:p>
                  </a:txBody>
                  <a:tcPr/>
                </a:tc>
                <a:tc>
                  <a:txBody>
                    <a:bodyPr/>
                    <a:lstStyle/>
                    <a:p>
                      <a:r>
                        <a:rPr lang="it-IT" sz="1200" dirty="0"/>
                        <a:t>Vite zincata</a:t>
                      </a:r>
                    </a:p>
                  </a:txBody>
                  <a:tcPr/>
                </a:tc>
                <a:tc>
                  <a:txBody>
                    <a:bodyPr/>
                    <a:lstStyle/>
                    <a:p>
                      <a:r>
                        <a:rPr lang="it-IT" sz="1200" dirty="0"/>
                        <a:t>Milano</a:t>
                      </a:r>
                    </a:p>
                  </a:txBody>
                  <a:tcPr/>
                </a:tc>
                <a:extLst>
                  <a:ext uri="{0D108BD9-81ED-4DB2-BD59-A6C34878D82A}">
                    <a16:rowId xmlns:a16="http://schemas.microsoft.com/office/drawing/2014/main" val="1791382130"/>
                  </a:ext>
                </a:extLst>
              </a:tr>
              <a:tr h="238854">
                <a:tc>
                  <a:txBody>
                    <a:bodyPr/>
                    <a:lstStyle/>
                    <a:p>
                      <a:r>
                        <a:rPr lang="it-IT" sz="1200" dirty="0"/>
                        <a:t>A-200</a:t>
                      </a:r>
                    </a:p>
                  </a:txBody>
                  <a:tcPr/>
                </a:tc>
                <a:tc>
                  <a:txBody>
                    <a:bodyPr/>
                    <a:lstStyle/>
                    <a:p>
                      <a:r>
                        <a:rPr lang="it-IT" sz="1200" dirty="0"/>
                        <a:t>MAG-TO</a:t>
                      </a:r>
                    </a:p>
                  </a:txBody>
                  <a:tcPr/>
                </a:tc>
                <a:tc>
                  <a:txBody>
                    <a:bodyPr/>
                    <a:lstStyle/>
                    <a:p>
                      <a:r>
                        <a:rPr lang="it-IT" sz="1200" dirty="0"/>
                        <a:t>80</a:t>
                      </a:r>
                    </a:p>
                  </a:txBody>
                  <a:tcPr/>
                </a:tc>
                <a:tc>
                  <a:txBody>
                    <a:bodyPr/>
                    <a:lstStyle/>
                    <a:p>
                      <a:r>
                        <a:rPr lang="it-IT" sz="1200" dirty="0"/>
                        <a:t>Vite zincata</a:t>
                      </a:r>
                    </a:p>
                  </a:txBody>
                  <a:tcPr/>
                </a:tc>
                <a:tc>
                  <a:txBody>
                    <a:bodyPr/>
                    <a:lstStyle/>
                    <a:p>
                      <a:r>
                        <a:rPr lang="it-IT" sz="1200" dirty="0"/>
                        <a:t>Torino</a:t>
                      </a:r>
                    </a:p>
                  </a:txBody>
                  <a:tcPr/>
                </a:tc>
                <a:extLst>
                  <a:ext uri="{0D108BD9-81ED-4DB2-BD59-A6C34878D82A}">
                    <a16:rowId xmlns:a16="http://schemas.microsoft.com/office/drawing/2014/main" val="452396950"/>
                  </a:ext>
                </a:extLst>
              </a:tr>
              <a:tr h="293486">
                <a:tc>
                  <a:txBody>
                    <a:bodyPr/>
                    <a:lstStyle/>
                    <a:p>
                      <a:r>
                        <a:rPr lang="it-IT" sz="1200" dirty="0"/>
                        <a:t>A-205</a:t>
                      </a:r>
                    </a:p>
                  </a:txBody>
                  <a:tcPr/>
                </a:tc>
                <a:tc>
                  <a:txBody>
                    <a:bodyPr/>
                    <a:lstStyle/>
                    <a:p>
                      <a:r>
                        <a:rPr lang="it-IT" sz="1200" dirty="0"/>
                        <a:t>MAG-MI</a:t>
                      </a:r>
                    </a:p>
                  </a:txBody>
                  <a:tcPr/>
                </a:tc>
                <a:tc>
                  <a:txBody>
                    <a:bodyPr/>
                    <a:lstStyle/>
                    <a:p>
                      <a:r>
                        <a:rPr lang="it-IT" sz="1200" dirty="0"/>
                        <a:t>12</a:t>
                      </a:r>
                    </a:p>
                  </a:txBody>
                  <a:tcPr/>
                </a:tc>
                <a:tc>
                  <a:txBody>
                    <a:bodyPr/>
                    <a:lstStyle/>
                    <a:p>
                      <a:r>
                        <a:rPr lang="it-IT" sz="1200" dirty="0"/>
                        <a:t>Dado M6</a:t>
                      </a:r>
                    </a:p>
                  </a:txBody>
                  <a:tcPr/>
                </a:tc>
                <a:tc>
                  <a:txBody>
                    <a:bodyPr/>
                    <a:lstStyle/>
                    <a:p>
                      <a:r>
                        <a:rPr lang="it-IT" sz="1200" dirty="0"/>
                        <a:t>Milano</a:t>
                      </a:r>
                    </a:p>
                  </a:txBody>
                  <a:tcPr/>
                </a:tc>
                <a:extLst>
                  <a:ext uri="{0D108BD9-81ED-4DB2-BD59-A6C34878D82A}">
                    <a16:rowId xmlns:a16="http://schemas.microsoft.com/office/drawing/2014/main" val="237357273"/>
                  </a:ext>
                </a:extLst>
              </a:tr>
              <a:tr h="388829">
                <a:tc>
                  <a:txBody>
                    <a:bodyPr/>
                    <a:lstStyle/>
                    <a:p>
                      <a:r>
                        <a:rPr lang="it-IT" sz="1200" dirty="0"/>
                        <a:t>A-205</a:t>
                      </a:r>
                    </a:p>
                  </a:txBody>
                  <a:tcPr/>
                </a:tc>
                <a:tc>
                  <a:txBody>
                    <a:bodyPr/>
                    <a:lstStyle/>
                    <a:p>
                      <a:r>
                        <a:rPr lang="it-IT" sz="1200" dirty="0"/>
                        <a:t>MAG-TO</a:t>
                      </a:r>
                    </a:p>
                  </a:txBody>
                  <a:tcPr/>
                </a:tc>
                <a:tc>
                  <a:txBody>
                    <a:bodyPr/>
                    <a:lstStyle/>
                    <a:p>
                      <a:r>
                        <a:rPr lang="it-IT" sz="1200" dirty="0"/>
                        <a:t>0</a:t>
                      </a:r>
                    </a:p>
                  </a:txBody>
                  <a:tcPr/>
                </a:tc>
                <a:tc>
                  <a:txBody>
                    <a:bodyPr/>
                    <a:lstStyle/>
                    <a:p>
                      <a:r>
                        <a:rPr lang="it-IT" sz="1200" dirty="0"/>
                        <a:t>Dado M6</a:t>
                      </a:r>
                    </a:p>
                  </a:txBody>
                  <a:tcPr/>
                </a:tc>
                <a:tc>
                  <a:txBody>
                    <a:bodyPr/>
                    <a:lstStyle/>
                    <a:p>
                      <a:r>
                        <a:rPr lang="it-IT" sz="1200" dirty="0"/>
                        <a:t>Torino</a:t>
                      </a:r>
                    </a:p>
                  </a:txBody>
                  <a:tcPr/>
                </a:tc>
                <a:extLst>
                  <a:ext uri="{0D108BD9-81ED-4DB2-BD59-A6C34878D82A}">
                    <a16:rowId xmlns:a16="http://schemas.microsoft.com/office/drawing/2014/main" val="416272755"/>
                  </a:ext>
                </a:extLst>
              </a:tr>
            </a:tbl>
          </a:graphicData>
        </a:graphic>
      </p:graphicFrame>
      <p:sp>
        <p:nvSpPr>
          <p:cNvPr id="20" name="CasellaDiTesto 19">
            <a:extLst>
              <a:ext uri="{FF2B5EF4-FFF2-40B4-BE49-F238E27FC236}">
                <a16:creationId xmlns:a16="http://schemas.microsoft.com/office/drawing/2014/main" id="{93D86623-9F84-3E70-7C90-DA1C535A4FA6}"/>
              </a:ext>
            </a:extLst>
          </p:cNvPr>
          <p:cNvSpPr txBox="1"/>
          <p:nvPr/>
        </p:nvSpPr>
        <p:spPr>
          <a:xfrm>
            <a:off x="94129" y="3327618"/>
            <a:ext cx="4123227" cy="1600438"/>
          </a:xfrm>
          <a:prstGeom prst="rect">
            <a:avLst/>
          </a:prstGeom>
          <a:noFill/>
        </p:spPr>
        <p:txBody>
          <a:bodyPr wrap="square" rtlCol="0">
            <a:spAutoFit/>
          </a:bodyPr>
          <a:lstStyle/>
          <a:p>
            <a:pPr marL="285750" indent="-285750" algn="l">
              <a:buFontTx/>
              <a:buChar char="-"/>
            </a:pPr>
            <a:r>
              <a:rPr lang="it-IT" sz="1400" dirty="0"/>
              <a:t>Descrizione dipende da cod. articolo ed è ripetuta su ogni magazzino, stessa cosa per città del magazzino</a:t>
            </a:r>
          </a:p>
          <a:p>
            <a:pPr marL="285750" indent="-285750">
              <a:buFontTx/>
              <a:buChar char="-"/>
            </a:pPr>
            <a:r>
              <a:rPr lang="it-IT" sz="1400" dirty="0">
                <a:sym typeface="Wingdings" panose="05000000000000000000" pitchFamily="2" charset="2"/>
              </a:rPr>
              <a:t>Un articolo nuovo non presente a magazzino non è registrabile</a:t>
            </a:r>
          </a:p>
          <a:p>
            <a:pPr marL="285750" indent="-285750">
              <a:buFontTx/>
              <a:buChar char="-"/>
            </a:pPr>
            <a:r>
              <a:rPr lang="it-IT" sz="1400" dirty="0"/>
              <a:t>Quantità è l’unico campo corretto perché cambia per ogni articolo/magazzino</a:t>
            </a:r>
            <a:endParaRPr lang="it-IT" sz="1400" dirty="0">
              <a:sym typeface="Wingdings" panose="05000000000000000000" pitchFamily="2" charset="2"/>
            </a:endParaRPr>
          </a:p>
        </p:txBody>
      </p:sp>
      <p:sp>
        <p:nvSpPr>
          <p:cNvPr id="14" name="CasellaDiTesto 13">
            <a:extLst>
              <a:ext uri="{FF2B5EF4-FFF2-40B4-BE49-F238E27FC236}">
                <a16:creationId xmlns:a16="http://schemas.microsoft.com/office/drawing/2014/main" id="{BD0A412A-C807-D909-5106-BE1997336FCD}"/>
              </a:ext>
            </a:extLst>
          </p:cNvPr>
          <p:cNvSpPr txBox="1"/>
          <p:nvPr/>
        </p:nvSpPr>
        <p:spPr>
          <a:xfrm>
            <a:off x="4427984" y="1491630"/>
            <a:ext cx="4666504" cy="369332"/>
          </a:xfrm>
          <a:prstGeom prst="rect">
            <a:avLst/>
          </a:prstGeom>
          <a:noFill/>
        </p:spPr>
        <p:txBody>
          <a:bodyPr wrap="square" rtlCol="0">
            <a:spAutoFit/>
          </a:bodyPr>
          <a:lstStyle/>
          <a:p>
            <a:pPr algn="ctr"/>
            <a:r>
              <a:rPr lang="it-IT" dirty="0">
                <a:solidFill>
                  <a:srgbClr val="C20E1A"/>
                </a:solidFill>
              </a:rPr>
              <a:t>SOLUZIONE</a:t>
            </a:r>
          </a:p>
        </p:txBody>
      </p:sp>
      <p:sp>
        <p:nvSpPr>
          <p:cNvPr id="5" name="CasellaDiTesto 4">
            <a:extLst>
              <a:ext uri="{FF2B5EF4-FFF2-40B4-BE49-F238E27FC236}">
                <a16:creationId xmlns:a16="http://schemas.microsoft.com/office/drawing/2014/main" id="{84A11991-80AC-F951-2E7C-E755B6BF8EB7}"/>
              </a:ext>
            </a:extLst>
          </p:cNvPr>
          <p:cNvSpPr txBox="1"/>
          <p:nvPr/>
        </p:nvSpPr>
        <p:spPr>
          <a:xfrm>
            <a:off x="4499993" y="4223072"/>
            <a:ext cx="4123227" cy="738664"/>
          </a:xfrm>
          <a:prstGeom prst="rect">
            <a:avLst/>
          </a:prstGeom>
          <a:noFill/>
        </p:spPr>
        <p:txBody>
          <a:bodyPr wrap="square" rtlCol="0">
            <a:spAutoFit/>
          </a:bodyPr>
          <a:lstStyle/>
          <a:p>
            <a:pPr marL="285750" indent="-285750" algn="l">
              <a:buFontTx/>
              <a:buChar char="-"/>
            </a:pPr>
            <a:r>
              <a:rPr lang="it-IT" sz="1400" dirty="0"/>
              <a:t>Rispetta 1NF e 2NF</a:t>
            </a:r>
          </a:p>
          <a:p>
            <a:pPr marL="285750" indent="-285750">
              <a:buFontTx/>
              <a:buChar char="-"/>
            </a:pPr>
            <a:r>
              <a:rPr lang="it-IT" sz="1400" dirty="0">
                <a:sym typeface="Wingdings" panose="05000000000000000000" pitchFamily="2" charset="2"/>
              </a:rPr>
              <a:t>Anagrafica magazzino ha città e CAP che non sono indipendenti tra loro</a:t>
            </a:r>
          </a:p>
        </p:txBody>
      </p:sp>
      <p:pic>
        <p:nvPicPr>
          <p:cNvPr id="7" name="Immagine 6">
            <a:extLst>
              <a:ext uri="{FF2B5EF4-FFF2-40B4-BE49-F238E27FC236}">
                <a16:creationId xmlns:a16="http://schemas.microsoft.com/office/drawing/2014/main" id="{D3576AB6-F50D-2C8A-67D2-636A99D2CB9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866451" y="1875375"/>
            <a:ext cx="4115203" cy="2106166"/>
          </a:xfrm>
          <a:prstGeom prst="rect">
            <a:avLst/>
          </a:prstGeom>
        </p:spPr>
      </p:pic>
    </p:spTree>
    <p:extLst>
      <p:ext uri="{BB962C8B-B14F-4D97-AF65-F5344CB8AC3E}">
        <p14:creationId xmlns:p14="http://schemas.microsoft.com/office/powerpoint/2010/main" val="3542773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85B57-48E1-0C59-F3CF-9082614A015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2A62193-836C-E997-5F13-C76A59C06E05}"/>
              </a:ext>
            </a:extLst>
          </p:cNvPr>
          <p:cNvSpPr>
            <a:spLocks noGrp="1"/>
          </p:cNvSpPr>
          <p:nvPr>
            <p:ph type="title"/>
          </p:nvPr>
        </p:nvSpPr>
        <p:spPr>
          <a:xfrm>
            <a:off x="251520" y="189000"/>
            <a:ext cx="8640960" cy="540000"/>
          </a:xfrm>
        </p:spPr>
        <p:txBody>
          <a:bodyPr anchor="ctr">
            <a:normAutofit/>
          </a:bodyPr>
          <a:lstStyle/>
          <a:p>
            <a:r>
              <a:rPr lang="it-IT" dirty="0"/>
              <a:t>terza FORMA NORMALE (3NF)</a:t>
            </a:r>
          </a:p>
        </p:txBody>
      </p:sp>
      <p:graphicFrame>
        <p:nvGraphicFramePr>
          <p:cNvPr id="8" name="Diagramma 7">
            <a:extLst>
              <a:ext uri="{FF2B5EF4-FFF2-40B4-BE49-F238E27FC236}">
                <a16:creationId xmlns:a16="http://schemas.microsoft.com/office/drawing/2014/main" id="{E9572772-4CE5-1F2F-B484-999CBBAFD63D}"/>
              </a:ext>
            </a:extLst>
          </p:cNvPr>
          <p:cNvGraphicFramePr/>
          <p:nvPr>
            <p:extLst>
              <p:ext uri="{D42A27DB-BD31-4B8C-83A1-F6EECF244321}">
                <p14:modId xmlns:p14="http://schemas.microsoft.com/office/powerpoint/2010/main" val="2134361228"/>
              </p:ext>
            </p:extLst>
          </p:nvPr>
        </p:nvGraphicFramePr>
        <p:xfrm>
          <a:off x="517561" y="844274"/>
          <a:ext cx="3276364" cy="5320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 name="Elemento grafico 8" descr="Libro chiuso con riempimento a tinta unita">
            <a:extLst>
              <a:ext uri="{FF2B5EF4-FFF2-40B4-BE49-F238E27FC236}">
                <a16:creationId xmlns:a16="http://schemas.microsoft.com/office/drawing/2014/main" id="{D2350A61-A3E1-E2FC-99FC-016D379AEB0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15516" y="685529"/>
            <a:ext cx="532082" cy="532082"/>
          </a:xfrm>
          <a:prstGeom prst="rect">
            <a:avLst/>
          </a:prstGeom>
        </p:spPr>
      </p:pic>
      <p:cxnSp>
        <p:nvCxnSpPr>
          <p:cNvPr id="11" name="Connettore diritto 10">
            <a:extLst>
              <a:ext uri="{FF2B5EF4-FFF2-40B4-BE49-F238E27FC236}">
                <a16:creationId xmlns:a16="http://schemas.microsoft.com/office/drawing/2014/main" id="{DA00F2A6-04A2-E94E-C176-7F456C125614}"/>
              </a:ext>
            </a:extLst>
          </p:cNvPr>
          <p:cNvCxnSpPr>
            <a:cxnSpLocks/>
          </p:cNvCxnSpPr>
          <p:nvPr/>
        </p:nvCxnSpPr>
        <p:spPr>
          <a:xfrm>
            <a:off x="4427984" y="1491630"/>
            <a:ext cx="0" cy="3348372"/>
          </a:xfrm>
          <a:prstGeom prst="line">
            <a:avLst/>
          </a:prstGeom>
          <a:ln w="19050">
            <a:solidFill>
              <a:srgbClr val="C20E1A"/>
            </a:solidFill>
          </a:ln>
        </p:spPr>
        <p:style>
          <a:lnRef idx="1">
            <a:schemeClr val="accent1"/>
          </a:lnRef>
          <a:fillRef idx="0">
            <a:schemeClr val="accent1"/>
          </a:fillRef>
          <a:effectRef idx="0">
            <a:schemeClr val="accent1"/>
          </a:effectRef>
          <a:fontRef idx="minor">
            <a:schemeClr val="tx1"/>
          </a:fontRef>
        </p:style>
      </p:cxnSp>
      <p:sp>
        <p:nvSpPr>
          <p:cNvPr id="13" name="CasellaDiTesto 12">
            <a:extLst>
              <a:ext uri="{FF2B5EF4-FFF2-40B4-BE49-F238E27FC236}">
                <a16:creationId xmlns:a16="http://schemas.microsoft.com/office/drawing/2014/main" id="{12E285D8-5873-F9B7-85E9-2180EA1978EB}"/>
              </a:ext>
            </a:extLst>
          </p:cNvPr>
          <p:cNvSpPr txBox="1"/>
          <p:nvPr/>
        </p:nvSpPr>
        <p:spPr>
          <a:xfrm>
            <a:off x="49512" y="1491630"/>
            <a:ext cx="4306464" cy="369332"/>
          </a:xfrm>
          <a:prstGeom prst="rect">
            <a:avLst/>
          </a:prstGeom>
          <a:noFill/>
        </p:spPr>
        <p:txBody>
          <a:bodyPr wrap="square" rtlCol="0">
            <a:spAutoFit/>
          </a:bodyPr>
          <a:lstStyle/>
          <a:p>
            <a:pPr algn="ctr"/>
            <a:r>
              <a:rPr lang="it-IT" dirty="0">
                <a:solidFill>
                  <a:srgbClr val="C20E1A"/>
                </a:solidFill>
              </a:rPr>
              <a:t>VIOLAZIONE</a:t>
            </a:r>
          </a:p>
        </p:txBody>
      </p:sp>
      <p:graphicFrame>
        <p:nvGraphicFramePr>
          <p:cNvPr id="19" name="Tabella 18">
            <a:extLst>
              <a:ext uri="{FF2B5EF4-FFF2-40B4-BE49-F238E27FC236}">
                <a16:creationId xmlns:a16="http://schemas.microsoft.com/office/drawing/2014/main" id="{44394FAB-14A5-BB7D-20DB-5453D44E4036}"/>
              </a:ext>
            </a:extLst>
          </p:cNvPr>
          <p:cNvGraphicFramePr>
            <a:graphicFrameLocks noGrp="1"/>
          </p:cNvGraphicFramePr>
          <p:nvPr>
            <p:extLst>
              <p:ext uri="{D42A27DB-BD31-4B8C-83A1-F6EECF244321}">
                <p14:modId xmlns:p14="http://schemas.microsoft.com/office/powerpoint/2010/main" val="1879681203"/>
              </p:ext>
            </p:extLst>
          </p:nvPr>
        </p:nvGraphicFramePr>
        <p:xfrm>
          <a:off x="193791" y="1885145"/>
          <a:ext cx="4119337" cy="1608880"/>
        </p:xfrm>
        <a:graphic>
          <a:graphicData uri="http://schemas.openxmlformats.org/drawingml/2006/table">
            <a:tbl>
              <a:tblPr firstRow="1" bandRow="1">
                <a:tableStyleId>{21E4AEA4-8DFA-4A89-87EB-49C32662AFE0}</a:tableStyleId>
              </a:tblPr>
              <a:tblGrid>
                <a:gridCol w="738550">
                  <a:extLst>
                    <a:ext uri="{9D8B030D-6E8A-4147-A177-3AD203B41FA5}">
                      <a16:colId xmlns:a16="http://schemas.microsoft.com/office/drawing/2014/main" val="1203464323"/>
                    </a:ext>
                  </a:extLst>
                </a:gridCol>
                <a:gridCol w="1388834">
                  <a:extLst>
                    <a:ext uri="{9D8B030D-6E8A-4147-A177-3AD203B41FA5}">
                      <a16:colId xmlns:a16="http://schemas.microsoft.com/office/drawing/2014/main" val="967459777"/>
                    </a:ext>
                  </a:extLst>
                </a:gridCol>
                <a:gridCol w="1092467">
                  <a:extLst>
                    <a:ext uri="{9D8B030D-6E8A-4147-A177-3AD203B41FA5}">
                      <a16:colId xmlns:a16="http://schemas.microsoft.com/office/drawing/2014/main" val="3994946134"/>
                    </a:ext>
                  </a:extLst>
                </a:gridCol>
                <a:gridCol w="899486">
                  <a:extLst>
                    <a:ext uri="{9D8B030D-6E8A-4147-A177-3AD203B41FA5}">
                      <a16:colId xmlns:a16="http://schemas.microsoft.com/office/drawing/2014/main" val="978871627"/>
                    </a:ext>
                  </a:extLst>
                </a:gridCol>
              </a:tblGrid>
              <a:tr h="264272">
                <a:tc>
                  <a:txBody>
                    <a:bodyPr/>
                    <a:lstStyle/>
                    <a:p>
                      <a:r>
                        <a:rPr lang="it-IT" sz="1200" dirty="0"/>
                        <a:t>Cod. mag.</a:t>
                      </a:r>
                    </a:p>
                  </a:txBody>
                  <a:tcPr>
                    <a:solidFill>
                      <a:srgbClr val="C00000"/>
                    </a:solidFill>
                  </a:tcPr>
                </a:tc>
                <a:tc>
                  <a:txBody>
                    <a:bodyPr/>
                    <a:lstStyle/>
                    <a:p>
                      <a:r>
                        <a:rPr lang="it-IT" sz="1200" dirty="0"/>
                        <a:t>Descrizione</a:t>
                      </a:r>
                    </a:p>
                  </a:txBody>
                  <a:tcPr>
                    <a:solidFill>
                      <a:srgbClr val="C00000"/>
                    </a:solidFill>
                  </a:tcPr>
                </a:tc>
                <a:tc>
                  <a:txBody>
                    <a:bodyPr/>
                    <a:lstStyle/>
                    <a:p>
                      <a:r>
                        <a:rPr lang="it-IT" sz="1200" dirty="0"/>
                        <a:t>CAP</a:t>
                      </a:r>
                    </a:p>
                  </a:txBody>
                  <a:tcPr>
                    <a:solidFill>
                      <a:srgbClr val="C00000"/>
                    </a:solidFill>
                  </a:tcPr>
                </a:tc>
                <a:tc>
                  <a:txBody>
                    <a:bodyPr/>
                    <a:lstStyle/>
                    <a:p>
                      <a:r>
                        <a:rPr lang="it-IT" sz="1200" dirty="0"/>
                        <a:t>Città</a:t>
                      </a:r>
                    </a:p>
                  </a:txBody>
                  <a:tcPr>
                    <a:solidFill>
                      <a:srgbClr val="C00000"/>
                    </a:solidFill>
                  </a:tcPr>
                </a:tc>
                <a:extLst>
                  <a:ext uri="{0D108BD9-81ED-4DB2-BD59-A6C34878D82A}">
                    <a16:rowId xmlns:a16="http://schemas.microsoft.com/office/drawing/2014/main" val="3248484883"/>
                  </a:ext>
                </a:extLst>
              </a:tr>
              <a:tr h="378220">
                <a:tc>
                  <a:txBody>
                    <a:bodyPr/>
                    <a:lstStyle/>
                    <a:p>
                      <a:r>
                        <a:rPr lang="it-IT" sz="1200" dirty="0"/>
                        <a:t>MAG-MI</a:t>
                      </a:r>
                    </a:p>
                  </a:txBody>
                  <a:tcPr/>
                </a:tc>
                <a:tc>
                  <a:txBody>
                    <a:bodyPr/>
                    <a:lstStyle/>
                    <a:p>
                      <a:r>
                        <a:rPr lang="it-IT" sz="1200" dirty="0"/>
                        <a:t>Magazzino Milano</a:t>
                      </a:r>
                    </a:p>
                  </a:txBody>
                  <a:tcPr/>
                </a:tc>
                <a:tc>
                  <a:txBody>
                    <a:bodyPr/>
                    <a:lstStyle/>
                    <a:p>
                      <a:r>
                        <a:rPr lang="it-IT" sz="1200" b="1" dirty="0"/>
                        <a:t>20339</a:t>
                      </a:r>
                    </a:p>
                  </a:txBody>
                  <a:tcPr/>
                </a:tc>
                <a:tc>
                  <a:txBody>
                    <a:bodyPr/>
                    <a:lstStyle/>
                    <a:p>
                      <a:r>
                        <a:rPr lang="it-IT" sz="1200" b="1" dirty="0"/>
                        <a:t>Milano</a:t>
                      </a:r>
                    </a:p>
                  </a:txBody>
                  <a:tcPr/>
                </a:tc>
                <a:extLst>
                  <a:ext uri="{0D108BD9-81ED-4DB2-BD59-A6C34878D82A}">
                    <a16:rowId xmlns:a16="http://schemas.microsoft.com/office/drawing/2014/main" val="1791382130"/>
                  </a:ext>
                </a:extLst>
              </a:tr>
              <a:tr h="316260">
                <a:tc>
                  <a:txBody>
                    <a:bodyPr/>
                    <a:lstStyle/>
                    <a:p>
                      <a:r>
                        <a:rPr lang="it-IT" sz="1200" dirty="0"/>
                        <a:t>MAG-TO</a:t>
                      </a:r>
                    </a:p>
                  </a:txBody>
                  <a:tcPr/>
                </a:tc>
                <a:tc>
                  <a:txBody>
                    <a:bodyPr/>
                    <a:lstStyle/>
                    <a:p>
                      <a:r>
                        <a:rPr lang="it-IT" sz="1200" dirty="0"/>
                        <a:t>Magazzino Torino</a:t>
                      </a:r>
                    </a:p>
                  </a:txBody>
                  <a:tcPr/>
                </a:tc>
                <a:tc>
                  <a:txBody>
                    <a:bodyPr/>
                    <a:lstStyle/>
                    <a:p>
                      <a:r>
                        <a:rPr lang="it-IT" sz="1200" b="1" dirty="0"/>
                        <a:t>10152</a:t>
                      </a:r>
                    </a:p>
                  </a:txBody>
                  <a:tcPr/>
                </a:tc>
                <a:tc>
                  <a:txBody>
                    <a:bodyPr/>
                    <a:lstStyle/>
                    <a:p>
                      <a:r>
                        <a:rPr lang="it-IT" sz="1200" b="1" dirty="0"/>
                        <a:t>Torino</a:t>
                      </a:r>
                    </a:p>
                  </a:txBody>
                  <a:tcPr/>
                </a:tc>
                <a:extLst>
                  <a:ext uri="{0D108BD9-81ED-4DB2-BD59-A6C34878D82A}">
                    <a16:rowId xmlns:a16="http://schemas.microsoft.com/office/drawing/2014/main" val="452396950"/>
                  </a:ext>
                </a:extLst>
              </a:tr>
              <a:tr h="446564">
                <a:tc>
                  <a:txBody>
                    <a:bodyPr/>
                    <a:lstStyle/>
                    <a:p>
                      <a:r>
                        <a:rPr lang="it-IT" sz="1200" dirty="0"/>
                        <a:t>MAG-EC</a:t>
                      </a:r>
                    </a:p>
                  </a:txBody>
                  <a:tcPr/>
                </a:tc>
                <a:tc>
                  <a:txBody>
                    <a:bodyPr/>
                    <a:lstStyle/>
                    <a:p>
                      <a:r>
                        <a:rPr lang="it-IT" sz="1200" dirty="0"/>
                        <a:t>Hub e-commerce Milano</a:t>
                      </a:r>
                    </a:p>
                  </a:txBody>
                  <a:tcPr/>
                </a:tc>
                <a:tc>
                  <a:txBody>
                    <a:bodyPr/>
                    <a:lstStyle/>
                    <a:p>
                      <a:r>
                        <a:rPr lang="it-IT" sz="1200" b="1" dirty="0"/>
                        <a:t>20339</a:t>
                      </a:r>
                    </a:p>
                  </a:txBody>
                  <a:tcPr/>
                </a:tc>
                <a:tc>
                  <a:txBody>
                    <a:bodyPr/>
                    <a:lstStyle/>
                    <a:p>
                      <a:r>
                        <a:rPr lang="it-IT" sz="1200" b="1" dirty="0"/>
                        <a:t>Milano</a:t>
                      </a:r>
                    </a:p>
                  </a:txBody>
                  <a:tcPr/>
                </a:tc>
                <a:extLst>
                  <a:ext uri="{0D108BD9-81ED-4DB2-BD59-A6C34878D82A}">
                    <a16:rowId xmlns:a16="http://schemas.microsoft.com/office/drawing/2014/main" val="237357273"/>
                  </a:ext>
                </a:extLst>
              </a:tr>
            </a:tbl>
          </a:graphicData>
        </a:graphic>
      </p:graphicFrame>
      <p:sp>
        <p:nvSpPr>
          <p:cNvPr id="20" name="CasellaDiTesto 19">
            <a:extLst>
              <a:ext uri="{FF2B5EF4-FFF2-40B4-BE49-F238E27FC236}">
                <a16:creationId xmlns:a16="http://schemas.microsoft.com/office/drawing/2014/main" id="{ACD5E13B-B68F-D152-728A-B7C93AFE3356}"/>
              </a:ext>
            </a:extLst>
          </p:cNvPr>
          <p:cNvSpPr txBox="1"/>
          <p:nvPr/>
        </p:nvSpPr>
        <p:spPr>
          <a:xfrm>
            <a:off x="94129" y="3631061"/>
            <a:ext cx="4123227" cy="1323439"/>
          </a:xfrm>
          <a:prstGeom prst="rect">
            <a:avLst/>
          </a:prstGeom>
          <a:noFill/>
        </p:spPr>
        <p:txBody>
          <a:bodyPr wrap="square" rtlCol="0">
            <a:spAutoFit/>
          </a:bodyPr>
          <a:lstStyle/>
          <a:p>
            <a:pPr marL="285750" indent="-285750" algn="l">
              <a:buFontTx/>
              <a:buChar char="-"/>
            </a:pPr>
            <a:r>
              <a:rPr lang="it-IT" sz="1600" dirty="0"/>
              <a:t>Città dipende dal CAP o viceversa </a:t>
            </a:r>
          </a:p>
          <a:p>
            <a:pPr marL="285750" indent="-285750">
              <a:buFontTx/>
              <a:buChar char="-"/>
            </a:pPr>
            <a:r>
              <a:rPr lang="it-IT" sz="1600" dirty="0">
                <a:sym typeface="Wingdings" panose="05000000000000000000" pitchFamily="2" charset="2"/>
              </a:rPr>
              <a:t>Due magazzini con stesso CAP possono ammettere città diverse senza controllo</a:t>
            </a:r>
          </a:p>
          <a:p>
            <a:pPr marL="285750" indent="-285750">
              <a:buFontTx/>
              <a:buChar char="-"/>
            </a:pPr>
            <a:r>
              <a:rPr lang="it-IT" sz="1600" dirty="0"/>
              <a:t>Un CAP senza magazzino collegato non esiste nel database</a:t>
            </a:r>
            <a:endParaRPr lang="it-IT" sz="1600" dirty="0">
              <a:sym typeface="Wingdings" panose="05000000000000000000" pitchFamily="2" charset="2"/>
            </a:endParaRPr>
          </a:p>
        </p:txBody>
      </p:sp>
      <p:sp>
        <p:nvSpPr>
          <p:cNvPr id="29" name="CasellaDiTesto 28">
            <a:extLst>
              <a:ext uri="{FF2B5EF4-FFF2-40B4-BE49-F238E27FC236}">
                <a16:creationId xmlns:a16="http://schemas.microsoft.com/office/drawing/2014/main" id="{B23F2269-BE45-4FFD-A5E1-739E4BB42A18}"/>
              </a:ext>
            </a:extLst>
          </p:cNvPr>
          <p:cNvSpPr txBox="1"/>
          <p:nvPr/>
        </p:nvSpPr>
        <p:spPr>
          <a:xfrm>
            <a:off x="4554863" y="3631061"/>
            <a:ext cx="4450192" cy="923330"/>
          </a:xfrm>
          <a:prstGeom prst="rect">
            <a:avLst/>
          </a:prstGeom>
          <a:noFill/>
        </p:spPr>
        <p:txBody>
          <a:bodyPr wrap="square" rtlCol="0">
            <a:spAutoFit/>
          </a:bodyPr>
          <a:lstStyle/>
          <a:p>
            <a:pPr marL="285750" indent="-285750" algn="l">
              <a:buFontTx/>
              <a:buChar char="-"/>
            </a:pPr>
            <a:r>
              <a:rPr lang="it-IT" dirty="0"/>
              <a:t>Rispetta 3NF</a:t>
            </a:r>
          </a:p>
          <a:p>
            <a:pPr marL="285750" indent="-285750" algn="l">
              <a:buFontTx/>
              <a:buChar char="-"/>
            </a:pPr>
            <a:r>
              <a:rPr lang="it-IT" dirty="0"/>
              <a:t>Ogni entità vive in un punto solo a sé stante</a:t>
            </a:r>
          </a:p>
        </p:txBody>
      </p:sp>
      <p:sp>
        <p:nvSpPr>
          <p:cNvPr id="14" name="CasellaDiTesto 13">
            <a:extLst>
              <a:ext uri="{FF2B5EF4-FFF2-40B4-BE49-F238E27FC236}">
                <a16:creationId xmlns:a16="http://schemas.microsoft.com/office/drawing/2014/main" id="{963D9654-85A9-72B1-8441-16D8862AADC8}"/>
              </a:ext>
            </a:extLst>
          </p:cNvPr>
          <p:cNvSpPr txBox="1"/>
          <p:nvPr/>
        </p:nvSpPr>
        <p:spPr>
          <a:xfrm>
            <a:off x="4427984" y="1491630"/>
            <a:ext cx="4666504" cy="369332"/>
          </a:xfrm>
          <a:prstGeom prst="rect">
            <a:avLst/>
          </a:prstGeom>
          <a:noFill/>
        </p:spPr>
        <p:txBody>
          <a:bodyPr wrap="square" rtlCol="0">
            <a:spAutoFit/>
          </a:bodyPr>
          <a:lstStyle/>
          <a:p>
            <a:pPr algn="ctr"/>
            <a:r>
              <a:rPr lang="it-IT" dirty="0">
                <a:solidFill>
                  <a:srgbClr val="C20E1A"/>
                </a:solidFill>
              </a:rPr>
              <a:t>SOLUZIONE</a:t>
            </a:r>
          </a:p>
        </p:txBody>
      </p:sp>
      <p:pic>
        <p:nvPicPr>
          <p:cNvPr id="4" name="Immagine 3">
            <a:extLst>
              <a:ext uri="{FF2B5EF4-FFF2-40B4-BE49-F238E27FC236}">
                <a16:creationId xmlns:a16="http://schemas.microsoft.com/office/drawing/2014/main" id="{B4B1E34A-7BC9-BC74-6BE5-A40FE43EA8E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638612" y="2139701"/>
            <a:ext cx="4311595" cy="994023"/>
          </a:xfrm>
          <a:prstGeom prst="rect">
            <a:avLst/>
          </a:prstGeom>
        </p:spPr>
      </p:pic>
    </p:spTree>
    <p:extLst>
      <p:ext uri="{BB962C8B-B14F-4D97-AF65-F5344CB8AC3E}">
        <p14:creationId xmlns:p14="http://schemas.microsoft.com/office/powerpoint/2010/main" val="2746701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6AE2E10-6EC4-9532-88F5-D4A82E282CD7}"/>
              </a:ext>
            </a:extLst>
          </p:cNvPr>
          <p:cNvSpPr>
            <a:spLocks noGrp="1"/>
          </p:cNvSpPr>
          <p:nvPr>
            <p:ph type="title"/>
          </p:nvPr>
        </p:nvSpPr>
        <p:spPr/>
        <p:txBody>
          <a:bodyPr/>
          <a:lstStyle/>
          <a:p>
            <a:r>
              <a:rPr lang="it-IT" dirty="0"/>
              <a:t>Riepilogo forme normali</a:t>
            </a:r>
          </a:p>
        </p:txBody>
      </p:sp>
      <p:graphicFrame>
        <p:nvGraphicFramePr>
          <p:cNvPr id="5" name="Segnaposto contenuto 4">
            <a:extLst>
              <a:ext uri="{FF2B5EF4-FFF2-40B4-BE49-F238E27FC236}">
                <a16:creationId xmlns:a16="http://schemas.microsoft.com/office/drawing/2014/main" id="{ACD73DB7-6420-3AE8-6093-862BA150A4EB}"/>
              </a:ext>
            </a:extLst>
          </p:cNvPr>
          <p:cNvGraphicFramePr>
            <a:graphicFrameLocks noGrp="1"/>
          </p:cNvGraphicFramePr>
          <p:nvPr>
            <p:ph sz="half" idx="1"/>
            <p:extLst>
              <p:ext uri="{D42A27DB-BD31-4B8C-83A1-F6EECF244321}">
                <p14:modId xmlns:p14="http://schemas.microsoft.com/office/powerpoint/2010/main" val="442668976"/>
              </p:ext>
            </p:extLst>
          </p:nvPr>
        </p:nvGraphicFramePr>
        <p:xfrm>
          <a:off x="179512" y="1159952"/>
          <a:ext cx="8640960" cy="3114040"/>
        </p:xfrm>
        <a:graphic>
          <a:graphicData uri="http://schemas.openxmlformats.org/drawingml/2006/table">
            <a:tbl>
              <a:tblPr firstRow="1" bandRow="1">
                <a:tableStyleId>{21E4AEA4-8DFA-4A89-87EB-49C32662AFE0}</a:tableStyleId>
              </a:tblPr>
              <a:tblGrid>
                <a:gridCol w="842766">
                  <a:extLst>
                    <a:ext uri="{9D8B030D-6E8A-4147-A177-3AD203B41FA5}">
                      <a16:colId xmlns:a16="http://schemas.microsoft.com/office/drawing/2014/main" val="900930183"/>
                    </a:ext>
                  </a:extLst>
                </a:gridCol>
                <a:gridCol w="3477714">
                  <a:extLst>
                    <a:ext uri="{9D8B030D-6E8A-4147-A177-3AD203B41FA5}">
                      <a16:colId xmlns:a16="http://schemas.microsoft.com/office/drawing/2014/main" val="172318428"/>
                    </a:ext>
                  </a:extLst>
                </a:gridCol>
                <a:gridCol w="2160240">
                  <a:extLst>
                    <a:ext uri="{9D8B030D-6E8A-4147-A177-3AD203B41FA5}">
                      <a16:colId xmlns:a16="http://schemas.microsoft.com/office/drawing/2014/main" val="1620063500"/>
                    </a:ext>
                  </a:extLst>
                </a:gridCol>
                <a:gridCol w="2160240">
                  <a:extLst>
                    <a:ext uri="{9D8B030D-6E8A-4147-A177-3AD203B41FA5}">
                      <a16:colId xmlns:a16="http://schemas.microsoft.com/office/drawing/2014/main" val="2202360329"/>
                    </a:ext>
                  </a:extLst>
                </a:gridCol>
              </a:tblGrid>
              <a:tr h="370840">
                <a:tc>
                  <a:txBody>
                    <a:bodyPr/>
                    <a:lstStyle/>
                    <a:p>
                      <a:r>
                        <a:rPr lang="it-IT" dirty="0"/>
                        <a:t>Forma</a:t>
                      </a:r>
                    </a:p>
                  </a:txBody>
                  <a:tcPr/>
                </a:tc>
                <a:tc>
                  <a:txBody>
                    <a:bodyPr/>
                    <a:lstStyle/>
                    <a:p>
                      <a:r>
                        <a:rPr lang="it-IT" dirty="0"/>
                        <a:t>Descrizione</a:t>
                      </a:r>
                    </a:p>
                  </a:txBody>
                  <a:tcPr/>
                </a:tc>
                <a:tc>
                  <a:txBody>
                    <a:bodyPr/>
                    <a:lstStyle/>
                    <a:p>
                      <a:r>
                        <a:rPr lang="it-IT" dirty="0"/>
                        <a:t>Test</a:t>
                      </a:r>
                    </a:p>
                  </a:txBody>
                  <a:tcPr/>
                </a:tc>
                <a:tc>
                  <a:txBody>
                    <a:bodyPr/>
                    <a:lstStyle/>
                    <a:p>
                      <a:r>
                        <a:rPr lang="it-IT" dirty="0"/>
                        <a:t>Cosa risolve</a:t>
                      </a:r>
                    </a:p>
                  </a:txBody>
                  <a:tcPr/>
                </a:tc>
                <a:extLst>
                  <a:ext uri="{0D108BD9-81ED-4DB2-BD59-A6C34878D82A}">
                    <a16:rowId xmlns:a16="http://schemas.microsoft.com/office/drawing/2014/main" val="3493698184"/>
                  </a:ext>
                </a:extLst>
              </a:tr>
              <a:tr h="370840">
                <a:tc>
                  <a:txBody>
                    <a:bodyPr/>
                    <a:lstStyle/>
                    <a:p>
                      <a:r>
                        <a:rPr lang="it-IT" dirty="0"/>
                        <a:t>1NF</a:t>
                      </a:r>
                    </a:p>
                  </a:txBody>
                  <a:tcPr/>
                </a:tc>
                <a:tc>
                  <a:txBody>
                    <a:bodyPr/>
                    <a:lstStyle/>
                    <a:p>
                      <a:r>
                        <a:rPr lang="it-IT" dirty="0"/>
                        <a:t>Un valore per cella, nessun gruppo ripetuto</a:t>
                      </a:r>
                    </a:p>
                  </a:txBody>
                  <a:tcPr/>
                </a:tc>
                <a:tc>
                  <a:txBody>
                    <a:bodyPr/>
                    <a:lstStyle/>
                    <a:p>
                      <a:r>
                        <a:rPr lang="it-IT" dirty="0"/>
                        <a:t>Ho liste in colonna o colonne enumerate?</a:t>
                      </a:r>
                    </a:p>
                  </a:txBody>
                  <a:tcPr/>
                </a:tc>
                <a:tc>
                  <a:txBody>
                    <a:bodyPr/>
                    <a:lstStyle/>
                    <a:p>
                      <a:r>
                        <a:rPr lang="it-IT" dirty="0"/>
                        <a:t>Dati non interrogabili</a:t>
                      </a:r>
                    </a:p>
                  </a:txBody>
                  <a:tcPr/>
                </a:tc>
                <a:extLst>
                  <a:ext uri="{0D108BD9-81ED-4DB2-BD59-A6C34878D82A}">
                    <a16:rowId xmlns:a16="http://schemas.microsoft.com/office/drawing/2014/main" val="2104505150"/>
                  </a:ext>
                </a:extLst>
              </a:tr>
              <a:tr h="370840">
                <a:tc>
                  <a:txBody>
                    <a:bodyPr/>
                    <a:lstStyle/>
                    <a:p>
                      <a:r>
                        <a:rPr lang="it-IT" dirty="0"/>
                        <a:t>2NF</a:t>
                      </a:r>
                    </a:p>
                  </a:txBody>
                  <a:tcPr/>
                </a:tc>
                <a:tc>
                  <a:txBody>
                    <a:bodyPr/>
                    <a:lstStyle/>
                    <a:p>
                      <a:r>
                        <a:rPr lang="it-IT" dirty="0"/>
                        <a:t>Nessuna dipendenza da una parte della chiave composta</a:t>
                      </a:r>
                    </a:p>
                  </a:txBody>
                  <a:tcPr/>
                </a:tc>
                <a:tc>
                  <a:txBody>
                    <a:bodyPr/>
                    <a:lstStyle/>
                    <a:p>
                      <a:r>
                        <a:rPr lang="it-IT" dirty="0"/>
                        <a:t>Per un attributo mi serve tutta la chiave?</a:t>
                      </a:r>
                    </a:p>
                  </a:txBody>
                  <a:tcPr/>
                </a:tc>
                <a:tc>
                  <a:txBody>
                    <a:bodyPr/>
                    <a:lstStyle/>
                    <a:p>
                      <a:r>
                        <a:rPr lang="it-IT" dirty="0"/>
                        <a:t>Lo stesso dato aggiornato in più righe</a:t>
                      </a:r>
                    </a:p>
                  </a:txBody>
                  <a:tcPr/>
                </a:tc>
                <a:extLst>
                  <a:ext uri="{0D108BD9-81ED-4DB2-BD59-A6C34878D82A}">
                    <a16:rowId xmlns:a16="http://schemas.microsoft.com/office/drawing/2014/main" val="2730072498"/>
                  </a:ext>
                </a:extLst>
              </a:tr>
              <a:tr h="370840">
                <a:tc>
                  <a:txBody>
                    <a:bodyPr/>
                    <a:lstStyle/>
                    <a:p>
                      <a:r>
                        <a:rPr lang="it-IT" dirty="0"/>
                        <a:t>3NF</a:t>
                      </a:r>
                    </a:p>
                  </a:txBody>
                  <a:tcPr/>
                </a:tc>
                <a:tc>
                  <a:txBody>
                    <a:bodyPr/>
                    <a:lstStyle/>
                    <a:p>
                      <a:r>
                        <a:rPr lang="it-IT" dirty="0"/>
                        <a:t>Nessuna dipendenza tra attributi non chiave</a:t>
                      </a:r>
                    </a:p>
                  </a:txBody>
                  <a:tcPr/>
                </a:tc>
                <a:tc>
                  <a:txBody>
                    <a:bodyPr/>
                    <a:lstStyle/>
                    <a:p>
                      <a:r>
                        <a:rPr lang="it-IT" dirty="0"/>
                        <a:t>Se cambio questo valore, devo cambiarlo altrove?</a:t>
                      </a:r>
                    </a:p>
                  </a:txBody>
                  <a:tcPr/>
                </a:tc>
                <a:tc>
                  <a:txBody>
                    <a:bodyPr/>
                    <a:lstStyle/>
                    <a:p>
                      <a:r>
                        <a:rPr lang="it-IT" dirty="0"/>
                        <a:t>Anomalie di inserimento, modifica e cancellazione</a:t>
                      </a:r>
                    </a:p>
                  </a:txBody>
                  <a:tcPr/>
                </a:tc>
                <a:extLst>
                  <a:ext uri="{0D108BD9-81ED-4DB2-BD59-A6C34878D82A}">
                    <a16:rowId xmlns:a16="http://schemas.microsoft.com/office/drawing/2014/main" val="94420409"/>
                  </a:ext>
                </a:extLst>
              </a:tr>
            </a:tbl>
          </a:graphicData>
        </a:graphic>
      </p:graphicFrame>
    </p:spTree>
    <p:extLst>
      <p:ext uri="{BB962C8B-B14F-4D97-AF65-F5344CB8AC3E}">
        <p14:creationId xmlns:p14="http://schemas.microsoft.com/office/powerpoint/2010/main" val="3298348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9143771" cy="68580"/>
          </a:xfrm>
          <a:prstGeom prst="rect">
            <a:avLst/>
          </a:prstGeom>
          <a:solidFill>
            <a:srgbClr val="C20E1A"/>
          </a:solidFill>
          <a:ln w="12700">
            <a:solidFill>
              <a:srgbClr val="C20E1A"/>
            </a:solidFill>
            <a:prstDash val="solid"/>
          </a:ln>
        </p:spPr>
        <p:txBody>
          <a:bodyPr/>
          <a:lstStyle/>
          <a:p>
            <a:endParaRPr lang="it-IT" sz="1350"/>
          </a:p>
        </p:txBody>
      </p:sp>
      <p:sp>
        <p:nvSpPr>
          <p:cNvPr id="5" name="Shape 2"/>
          <p:cNvSpPr/>
          <p:nvPr/>
        </p:nvSpPr>
        <p:spPr>
          <a:xfrm>
            <a:off x="317754" y="1383618"/>
            <a:ext cx="2708910" cy="3109356"/>
          </a:xfrm>
          <a:prstGeom prst="rect">
            <a:avLst/>
          </a:prstGeom>
          <a:solidFill>
            <a:srgbClr val="A6B7D5"/>
          </a:solidFill>
          <a:ln w="12700">
            <a:solidFill>
              <a:srgbClr val="A6B7D5"/>
            </a:solidFill>
            <a:prstDash val="solid"/>
          </a:ln>
        </p:spPr>
        <p:txBody>
          <a:bodyPr/>
          <a:lstStyle/>
          <a:p>
            <a:endParaRPr lang="it-IT" sz="1350"/>
          </a:p>
        </p:txBody>
      </p:sp>
      <p:sp>
        <p:nvSpPr>
          <p:cNvPr id="6" name="Text 3"/>
          <p:cNvSpPr/>
          <p:nvPr/>
        </p:nvSpPr>
        <p:spPr>
          <a:xfrm>
            <a:off x="534924" y="1452902"/>
            <a:ext cx="2462022" cy="425196"/>
          </a:xfrm>
          <a:prstGeom prst="rect">
            <a:avLst/>
          </a:prstGeom>
          <a:noFill/>
          <a:ln/>
        </p:spPr>
        <p:txBody>
          <a:bodyPr wrap="square" lIns="0" tIns="0" rIns="0" bIns="0" rtlCol="0" anchor="t"/>
          <a:lstStyle/>
          <a:p>
            <a:pPr algn="ctr"/>
            <a:r>
              <a:rPr lang="en-US" sz="1600" b="1" dirty="0">
                <a:solidFill>
                  <a:srgbClr val="1F3864"/>
                </a:solidFill>
                <a:latin typeface="+mj-lt"/>
                <a:ea typeface="Segoe UI" pitchFamily="34" charset="-122"/>
                <a:cs typeface="Segoe UI" pitchFamily="34" charset="-120"/>
              </a:rPr>
              <a:t>Quando ha senso</a:t>
            </a:r>
            <a:endParaRPr lang="en-US" sz="1600" dirty="0">
              <a:latin typeface="+mj-lt"/>
            </a:endParaRPr>
          </a:p>
        </p:txBody>
      </p:sp>
      <p:sp>
        <p:nvSpPr>
          <p:cNvPr id="7" name="Text 4"/>
          <p:cNvSpPr/>
          <p:nvPr/>
        </p:nvSpPr>
        <p:spPr>
          <a:xfrm>
            <a:off x="534924" y="1864382"/>
            <a:ext cx="2462022" cy="2615580"/>
          </a:xfrm>
          <a:prstGeom prst="rect">
            <a:avLst/>
          </a:prstGeom>
          <a:noFill/>
          <a:ln/>
        </p:spPr>
        <p:txBody>
          <a:bodyPr wrap="square" lIns="0" tIns="0" rIns="0" bIns="0" rtlCol="0" anchor="t"/>
          <a:lstStyle/>
          <a:p>
            <a:pPr marL="133350" indent="-133350">
              <a:spcAft>
                <a:spcPts val="450"/>
              </a:spcAft>
              <a:buSzPct val="100000"/>
              <a:buChar char="•"/>
            </a:pPr>
            <a:r>
              <a:rPr lang="en-US" sz="1400" dirty="0">
                <a:solidFill>
                  <a:srgbClr val="1A1A1A"/>
                </a:solidFill>
                <a:ea typeface="Segoe UI" pitchFamily="34" charset="-122"/>
                <a:cs typeface="Segoe UI" pitchFamily="34" charset="-120"/>
              </a:rPr>
              <a:t>Il dato si legge molto più spesso di quanto cambia</a:t>
            </a:r>
            <a:endParaRPr lang="en-US" sz="1400" dirty="0"/>
          </a:p>
          <a:p>
            <a:pPr marL="133350" indent="-133350">
              <a:spcAft>
                <a:spcPts val="450"/>
              </a:spcAft>
              <a:buSzPct val="100000"/>
              <a:buChar char="•"/>
            </a:pPr>
            <a:r>
              <a:rPr lang="en-US" sz="1400" dirty="0">
                <a:solidFill>
                  <a:srgbClr val="1A1A1A"/>
                </a:solidFill>
                <a:ea typeface="Segoe UI" pitchFamily="34" charset="-122"/>
                <a:cs typeface="Segoe UI" pitchFamily="34" charset="-120"/>
              </a:rPr>
              <a:t>Lo stesso join si ripete in tutte le query </a:t>
            </a:r>
          </a:p>
          <a:p>
            <a:pPr marL="133350" indent="-133350">
              <a:spcAft>
                <a:spcPts val="450"/>
              </a:spcAft>
              <a:buSzPct val="100000"/>
              <a:buChar char="•"/>
            </a:pPr>
            <a:r>
              <a:rPr lang="en-US" sz="1400" dirty="0">
                <a:solidFill>
                  <a:srgbClr val="1A1A1A"/>
                </a:solidFill>
                <a:ea typeface="Segoe UI" pitchFamily="34" charset="-122"/>
                <a:cs typeface="Segoe UI" pitchFamily="34" charset="-120"/>
              </a:rPr>
              <a:t>La </a:t>
            </a:r>
            <a:r>
              <a:rPr lang="en-US" sz="1400" dirty="0" err="1">
                <a:solidFill>
                  <a:srgbClr val="1A1A1A"/>
                </a:solidFill>
                <a:ea typeface="Segoe UI" pitchFamily="34" charset="-122"/>
                <a:cs typeface="Segoe UI" pitchFamily="34" charset="-120"/>
              </a:rPr>
              <a:t>tabella</a:t>
            </a:r>
            <a:r>
              <a:rPr lang="en-US" sz="1400" dirty="0">
                <a:solidFill>
                  <a:srgbClr val="1A1A1A"/>
                </a:solidFill>
                <a:ea typeface="Segoe UI" pitchFamily="34" charset="-122"/>
                <a:cs typeface="Segoe UI" pitchFamily="34" charset="-120"/>
              </a:rPr>
              <a:t> </a:t>
            </a:r>
            <a:r>
              <a:rPr lang="en-US" sz="1400" dirty="0" err="1">
                <a:solidFill>
                  <a:srgbClr val="1A1A1A"/>
                </a:solidFill>
                <a:ea typeface="Segoe UI" pitchFamily="34" charset="-122"/>
                <a:cs typeface="Segoe UI" pitchFamily="34" charset="-120"/>
              </a:rPr>
              <a:t>contiene</a:t>
            </a:r>
            <a:r>
              <a:rPr lang="en-US" sz="1400" dirty="0">
                <a:solidFill>
                  <a:srgbClr val="1A1A1A"/>
                </a:solidFill>
                <a:ea typeface="Segoe UI" pitchFamily="34" charset="-122"/>
                <a:cs typeface="Segoe UI" pitchFamily="34" charset="-120"/>
              </a:rPr>
              <a:t> uno storico da </a:t>
            </a:r>
            <a:r>
              <a:rPr lang="en-US" sz="1400" dirty="0" err="1">
                <a:solidFill>
                  <a:srgbClr val="1A1A1A"/>
                </a:solidFill>
                <a:ea typeface="Segoe UI" pitchFamily="34" charset="-122"/>
                <a:cs typeface="Segoe UI" pitchFamily="34" charset="-120"/>
              </a:rPr>
              <a:t>congelare</a:t>
            </a:r>
            <a:r>
              <a:rPr lang="en-US" sz="1400" dirty="0">
                <a:solidFill>
                  <a:srgbClr val="1A1A1A"/>
                </a:solidFill>
                <a:ea typeface="Segoe UI" pitchFamily="34" charset="-122"/>
                <a:cs typeface="Segoe UI" pitchFamily="34" charset="-120"/>
              </a:rPr>
              <a:t> (es. Prezzo </a:t>
            </a:r>
            <a:r>
              <a:rPr lang="en-US" sz="1400" dirty="0" err="1">
                <a:solidFill>
                  <a:srgbClr val="1A1A1A"/>
                </a:solidFill>
                <a:ea typeface="Segoe UI" pitchFamily="34" charset="-122"/>
                <a:cs typeface="Segoe UI" pitchFamily="34" charset="-120"/>
              </a:rPr>
              <a:t>pagato</a:t>
            </a:r>
            <a:r>
              <a:rPr lang="en-US" sz="1400" dirty="0">
                <a:solidFill>
                  <a:srgbClr val="1A1A1A"/>
                </a:solidFill>
                <a:ea typeface="Segoe UI" pitchFamily="34" charset="-122"/>
                <a:cs typeface="Segoe UI" pitchFamily="34" charset="-120"/>
              </a:rPr>
              <a:t> ad </a:t>
            </a:r>
            <a:r>
              <a:rPr lang="en-US" sz="1400" dirty="0" err="1">
                <a:solidFill>
                  <a:srgbClr val="1A1A1A"/>
                </a:solidFill>
                <a:ea typeface="Segoe UI" pitchFamily="34" charset="-122"/>
                <a:cs typeface="Segoe UI" pitchFamily="34" charset="-120"/>
              </a:rPr>
              <a:t>una</a:t>
            </a:r>
            <a:r>
              <a:rPr lang="en-US" sz="1400" dirty="0">
                <a:solidFill>
                  <a:srgbClr val="1A1A1A"/>
                </a:solidFill>
                <a:ea typeface="Segoe UI" pitchFamily="34" charset="-122"/>
                <a:cs typeface="Segoe UI" pitchFamily="34" charset="-120"/>
              </a:rPr>
              <a:t> </a:t>
            </a:r>
            <a:r>
              <a:rPr lang="en-US" sz="1400" dirty="0" err="1">
                <a:solidFill>
                  <a:srgbClr val="1A1A1A"/>
                </a:solidFill>
                <a:ea typeface="Segoe UI" pitchFamily="34" charset="-122"/>
                <a:cs typeface="Segoe UI" pitchFamily="34" charset="-120"/>
              </a:rPr>
              <a:t>certa</a:t>
            </a:r>
            <a:r>
              <a:rPr lang="en-US" sz="1400" dirty="0">
                <a:solidFill>
                  <a:srgbClr val="1A1A1A"/>
                </a:solidFill>
                <a:ea typeface="Segoe UI" pitchFamily="34" charset="-122"/>
                <a:cs typeface="Segoe UI" pitchFamily="34" charset="-120"/>
              </a:rPr>
              <a:t> data </a:t>
            </a:r>
            <a:r>
              <a:rPr lang="en-US" sz="1400" dirty="0" err="1">
                <a:solidFill>
                  <a:srgbClr val="1A1A1A"/>
                </a:solidFill>
                <a:ea typeface="Segoe UI" pitchFamily="34" charset="-122"/>
                <a:cs typeface="Segoe UI" pitchFamily="34" charset="-120"/>
              </a:rPr>
              <a:t>che</a:t>
            </a:r>
            <a:r>
              <a:rPr lang="en-US" sz="1400" dirty="0">
                <a:solidFill>
                  <a:srgbClr val="1A1A1A"/>
                </a:solidFill>
                <a:ea typeface="Segoe UI" pitchFamily="34" charset="-122"/>
                <a:cs typeface="Segoe UI" pitchFamily="34" charset="-120"/>
              </a:rPr>
              <a:t> non è </a:t>
            </a:r>
            <a:r>
              <a:rPr lang="en-US" sz="1400" dirty="0" err="1">
                <a:solidFill>
                  <a:srgbClr val="1A1A1A"/>
                </a:solidFill>
                <a:ea typeface="Segoe UI" pitchFamily="34" charset="-122"/>
                <a:cs typeface="Segoe UI" pitchFamily="34" charset="-120"/>
              </a:rPr>
              <a:t>quello</a:t>
            </a:r>
            <a:r>
              <a:rPr lang="en-US" sz="1400" dirty="0">
                <a:solidFill>
                  <a:srgbClr val="1A1A1A"/>
                </a:solidFill>
                <a:ea typeface="Segoe UI" pitchFamily="34" charset="-122"/>
                <a:cs typeface="Segoe UI" pitchFamily="34" charset="-120"/>
              </a:rPr>
              <a:t> </a:t>
            </a:r>
            <a:r>
              <a:rPr lang="en-US" sz="1400" dirty="0" err="1">
                <a:solidFill>
                  <a:srgbClr val="1A1A1A"/>
                </a:solidFill>
                <a:ea typeface="Segoe UI" pitchFamily="34" charset="-122"/>
                <a:cs typeface="Segoe UI" pitchFamily="34" charset="-120"/>
              </a:rPr>
              <a:t>corrente</a:t>
            </a:r>
            <a:r>
              <a:rPr lang="en-US" sz="1400" dirty="0">
                <a:solidFill>
                  <a:srgbClr val="1A1A1A"/>
                </a:solidFill>
                <a:ea typeface="Segoe UI" pitchFamily="34" charset="-122"/>
                <a:cs typeface="Segoe UI" pitchFamily="34" charset="-120"/>
              </a:rPr>
              <a:t>)</a:t>
            </a:r>
            <a:endParaRPr lang="en-US" sz="1400" dirty="0"/>
          </a:p>
          <a:p>
            <a:pPr marL="133350" indent="-133350">
              <a:spcAft>
                <a:spcPts val="450"/>
              </a:spcAft>
              <a:buSzPct val="100000"/>
              <a:buChar char="•"/>
            </a:pPr>
            <a:r>
              <a:rPr lang="en-US" sz="1400" dirty="0">
                <a:solidFill>
                  <a:srgbClr val="1A1A1A"/>
                </a:solidFill>
                <a:ea typeface="Segoe UI" pitchFamily="34" charset="-122"/>
                <a:cs typeface="Segoe UI" pitchFamily="34" charset="-120"/>
              </a:rPr>
              <a:t>Il report ha requisiti di risposta che il modello normalizzato non regge</a:t>
            </a:r>
            <a:endParaRPr lang="en-US" sz="1400" dirty="0"/>
          </a:p>
        </p:txBody>
      </p:sp>
      <p:sp>
        <p:nvSpPr>
          <p:cNvPr id="8" name="Shape 5"/>
          <p:cNvSpPr/>
          <p:nvPr/>
        </p:nvSpPr>
        <p:spPr>
          <a:xfrm>
            <a:off x="3275856" y="1383618"/>
            <a:ext cx="2708910" cy="3114090"/>
          </a:xfrm>
          <a:prstGeom prst="rect">
            <a:avLst/>
          </a:prstGeom>
          <a:solidFill>
            <a:srgbClr val="A6B7D5"/>
          </a:solidFill>
          <a:ln w="12700">
            <a:solidFill>
              <a:srgbClr val="A6B7D5"/>
            </a:solidFill>
            <a:prstDash val="solid"/>
          </a:ln>
        </p:spPr>
        <p:txBody>
          <a:bodyPr/>
          <a:lstStyle/>
          <a:p>
            <a:endParaRPr lang="it-IT" sz="1350"/>
          </a:p>
        </p:txBody>
      </p:sp>
      <p:sp>
        <p:nvSpPr>
          <p:cNvPr id="9" name="Text 6"/>
          <p:cNvSpPr/>
          <p:nvPr/>
        </p:nvSpPr>
        <p:spPr>
          <a:xfrm>
            <a:off x="3399300" y="1452902"/>
            <a:ext cx="2462022" cy="582930"/>
          </a:xfrm>
          <a:prstGeom prst="rect">
            <a:avLst/>
          </a:prstGeom>
          <a:noFill/>
          <a:ln/>
        </p:spPr>
        <p:txBody>
          <a:bodyPr wrap="square" lIns="0" tIns="0" rIns="0" bIns="0" rtlCol="0" anchor="t"/>
          <a:lstStyle/>
          <a:p>
            <a:pPr algn="ctr"/>
            <a:r>
              <a:rPr lang="en-US" sz="1600" b="1" dirty="0">
                <a:solidFill>
                  <a:srgbClr val="1F3864"/>
                </a:solidFill>
                <a:latin typeface="+mj-lt"/>
                <a:ea typeface="Segoe UI" pitchFamily="34" charset="-122"/>
                <a:cs typeface="Segoe UI" pitchFamily="34" charset="-120"/>
              </a:rPr>
              <a:t>Come farlo senza perdere coerenza</a:t>
            </a:r>
            <a:endParaRPr lang="en-US" sz="1600" dirty="0">
              <a:latin typeface="+mj-lt"/>
            </a:endParaRPr>
          </a:p>
        </p:txBody>
      </p:sp>
      <p:sp>
        <p:nvSpPr>
          <p:cNvPr id="10" name="Text 7"/>
          <p:cNvSpPr/>
          <p:nvPr/>
        </p:nvSpPr>
        <p:spPr>
          <a:xfrm>
            <a:off x="3449574" y="2022116"/>
            <a:ext cx="2462022" cy="1645920"/>
          </a:xfrm>
          <a:prstGeom prst="rect">
            <a:avLst/>
          </a:prstGeom>
          <a:noFill/>
          <a:ln/>
        </p:spPr>
        <p:txBody>
          <a:bodyPr wrap="square" lIns="0" tIns="0" rIns="0" bIns="0" rtlCol="0" anchor="t"/>
          <a:lstStyle/>
          <a:p>
            <a:pPr marL="133350" indent="-133350">
              <a:spcAft>
                <a:spcPts val="450"/>
              </a:spcAft>
              <a:buSzPct val="100000"/>
              <a:buChar char="•"/>
            </a:pPr>
            <a:r>
              <a:rPr lang="en-US" sz="1400" dirty="0">
                <a:solidFill>
                  <a:srgbClr val="1A1A1A"/>
                </a:solidFill>
                <a:ea typeface="Segoe UI" pitchFamily="34" charset="-122"/>
                <a:cs typeface="Segoe UI" pitchFamily="34" charset="-120"/>
              </a:rPr>
              <a:t>Colonna </a:t>
            </a:r>
            <a:r>
              <a:rPr lang="en-US" sz="1400" dirty="0" err="1">
                <a:solidFill>
                  <a:srgbClr val="1A1A1A"/>
                </a:solidFill>
                <a:ea typeface="Segoe UI" pitchFamily="34" charset="-122"/>
                <a:cs typeface="Segoe UI" pitchFamily="34" charset="-120"/>
              </a:rPr>
              <a:t>calcolata</a:t>
            </a:r>
            <a:r>
              <a:rPr lang="en-US" sz="1400" dirty="0">
                <a:solidFill>
                  <a:srgbClr val="1A1A1A"/>
                </a:solidFill>
                <a:ea typeface="Segoe UI" pitchFamily="34" charset="-122"/>
                <a:cs typeface="Segoe UI" pitchFamily="34" charset="-120"/>
              </a:rPr>
              <a:t> PERSISTED</a:t>
            </a:r>
          </a:p>
          <a:p>
            <a:pPr marL="133350" indent="-133350">
              <a:spcAft>
                <a:spcPts val="450"/>
              </a:spcAft>
              <a:buSzPct val="100000"/>
              <a:buChar char="•"/>
            </a:pPr>
            <a:r>
              <a:rPr lang="en-US" sz="1400" dirty="0" err="1">
                <a:solidFill>
                  <a:srgbClr val="1A1A1A"/>
                </a:solidFill>
                <a:ea typeface="Segoe UI" pitchFamily="34" charset="-122"/>
                <a:cs typeface="Segoe UI" pitchFamily="34" charset="-120"/>
              </a:rPr>
              <a:t>Tabella</a:t>
            </a:r>
            <a:r>
              <a:rPr lang="en-US" sz="1400" dirty="0">
                <a:solidFill>
                  <a:srgbClr val="1A1A1A"/>
                </a:solidFill>
                <a:ea typeface="Segoe UI" pitchFamily="34" charset="-122"/>
                <a:cs typeface="Segoe UI" pitchFamily="34" charset="-120"/>
              </a:rPr>
              <a:t> di </a:t>
            </a:r>
            <a:r>
              <a:rPr lang="en-US" sz="1400" dirty="0" err="1">
                <a:solidFill>
                  <a:srgbClr val="1A1A1A"/>
                </a:solidFill>
                <a:ea typeface="Segoe UI" pitchFamily="34" charset="-122"/>
                <a:cs typeface="Segoe UI" pitchFamily="34" charset="-120"/>
              </a:rPr>
              <a:t>riepilogo</a:t>
            </a:r>
            <a:r>
              <a:rPr lang="en-US" sz="1400" dirty="0">
                <a:solidFill>
                  <a:srgbClr val="1A1A1A"/>
                </a:solidFill>
                <a:ea typeface="Segoe UI" pitchFamily="34" charset="-122"/>
                <a:cs typeface="Segoe UI" pitchFamily="34" charset="-120"/>
              </a:rPr>
              <a:t> </a:t>
            </a:r>
            <a:r>
              <a:rPr lang="en-US" sz="1400" dirty="0" err="1">
                <a:solidFill>
                  <a:srgbClr val="1A1A1A"/>
                </a:solidFill>
                <a:ea typeface="Segoe UI" pitchFamily="34" charset="-122"/>
                <a:cs typeface="Segoe UI" pitchFamily="34" charset="-120"/>
              </a:rPr>
              <a:t>denormalizzata</a:t>
            </a:r>
            <a:r>
              <a:rPr lang="en-US" sz="1400" dirty="0">
                <a:solidFill>
                  <a:srgbClr val="1A1A1A"/>
                </a:solidFill>
                <a:ea typeface="Segoe UI" pitchFamily="34" charset="-122"/>
                <a:cs typeface="Segoe UI" pitchFamily="34" charset="-120"/>
              </a:rPr>
              <a:t> alimentata da un solo </a:t>
            </a:r>
            <a:r>
              <a:rPr lang="en-US" sz="1400" dirty="0" err="1">
                <a:solidFill>
                  <a:srgbClr val="1A1A1A"/>
                </a:solidFill>
                <a:ea typeface="Segoe UI" pitchFamily="34" charset="-122"/>
                <a:cs typeface="Segoe UI" pitchFamily="34" charset="-120"/>
              </a:rPr>
              <a:t>processo</a:t>
            </a:r>
            <a:endParaRPr lang="en-US" sz="1400" dirty="0"/>
          </a:p>
          <a:p>
            <a:pPr marL="133350" indent="-133350">
              <a:spcAft>
                <a:spcPts val="450"/>
              </a:spcAft>
              <a:buSzPct val="100000"/>
              <a:buChar char="•"/>
            </a:pPr>
            <a:r>
              <a:rPr lang="en-US" sz="1400" dirty="0">
                <a:solidFill>
                  <a:srgbClr val="1A1A1A"/>
                </a:solidFill>
                <a:ea typeface="Segoe UI" pitchFamily="34" charset="-122"/>
                <a:cs typeface="Segoe UI" pitchFamily="34" charset="-120"/>
              </a:rPr>
              <a:t>Colonna </a:t>
            </a:r>
            <a:r>
              <a:rPr lang="en-US" sz="1400" dirty="0" err="1">
                <a:solidFill>
                  <a:srgbClr val="1A1A1A"/>
                </a:solidFill>
                <a:ea typeface="Segoe UI" pitchFamily="34" charset="-122"/>
                <a:cs typeface="Segoe UI" pitchFamily="34" charset="-120"/>
              </a:rPr>
              <a:t>denormalizzata</a:t>
            </a:r>
            <a:r>
              <a:rPr lang="en-US" sz="1400" dirty="0">
                <a:solidFill>
                  <a:srgbClr val="1A1A1A"/>
                </a:solidFill>
                <a:ea typeface="Segoe UI" pitchFamily="34" charset="-122"/>
                <a:cs typeface="Segoe UI" pitchFamily="34" charset="-120"/>
              </a:rPr>
              <a:t> da </a:t>
            </a:r>
            <a:r>
              <a:rPr lang="en-US" sz="1400" dirty="0" err="1">
                <a:solidFill>
                  <a:srgbClr val="1A1A1A"/>
                </a:solidFill>
                <a:ea typeface="Segoe UI" pitchFamily="34" charset="-122"/>
                <a:cs typeface="Segoe UI" pitchFamily="34" charset="-120"/>
              </a:rPr>
              <a:t>scrivere</a:t>
            </a:r>
            <a:endParaRPr lang="en-US" sz="1400" dirty="0"/>
          </a:p>
        </p:txBody>
      </p:sp>
      <p:sp>
        <p:nvSpPr>
          <p:cNvPr id="11" name="Shape 8"/>
          <p:cNvSpPr/>
          <p:nvPr/>
        </p:nvSpPr>
        <p:spPr>
          <a:xfrm>
            <a:off x="6240780" y="1378884"/>
            <a:ext cx="2708910" cy="3114090"/>
          </a:xfrm>
          <a:prstGeom prst="rect">
            <a:avLst/>
          </a:prstGeom>
          <a:solidFill>
            <a:srgbClr val="F3E2E4"/>
          </a:solidFill>
          <a:ln w="12700">
            <a:solidFill>
              <a:srgbClr val="F3E2E4"/>
            </a:solidFill>
            <a:prstDash val="solid"/>
          </a:ln>
        </p:spPr>
        <p:txBody>
          <a:bodyPr/>
          <a:lstStyle/>
          <a:p>
            <a:endParaRPr lang="it-IT" sz="1350"/>
          </a:p>
        </p:txBody>
      </p:sp>
      <p:sp>
        <p:nvSpPr>
          <p:cNvPr id="12" name="Text 9"/>
          <p:cNvSpPr/>
          <p:nvPr/>
        </p:nvSpPr>
        <p:spPr>
          <a:xfrm>
            <a:off x="6364224" y="1452902"/>
            <a:ext cx="2462022" cy="425196"/>
          </a:xfrm>
          <a:prstGeom prst="rect">
            <a:avLst/>
          </a:prstGeom>
          <a:noFill/>
          <a:ln/>
        </p:spPr>
        <p:txBody>
          <a:bodyPr wrap="square" lIns="0" tIns="0" rIns="0" bIns="0" rtlCol="0" anchor="t"/>
          <a:lstStyle/>
          <a:p>
            <a:pPr algn="ctr"/>
            <a:r>
              <a:rPr lang="en-US" sz="1600" b="1" dirty="0">
                <a:solidFill>
                  <a:srgbClr val="9C0C17"/>
                </a:solidFill>
                <a:ea typeface="Segoe UI" pitchFamily="34" charset="-122"/>
                <a:cs typeface="Segoe UI" pitchFamily="34" charset="-120"/>
              </a:rPr>
              <a:t>Che cosa costa</a:t>
            </a:r>
            <a:endParaRPr lang="en-US" sz="1600" dirty="0"/>
          </a:p>
        </p:txBody>
      </p:sp>
      <p:sp>
        <p:nvSpPr>
          <p:cNvPr id="13" name="Text 10"/>
          <p:cNvSpPr/>
          <p:nvPr/>
        </p:nvSpPr>
        <p:spPr>
          <a:xfrm>
            <a:off x="6364224" y="1864381"/>
            <a:ext cx="2462022" cy="2290573"/>
          </a:xfrm>
          <a:prstGeom prst="rect">
            <a:avLst/>
          </a:prstGeom>
          <a:noFill/>
          <a:ln/>
        </p:spPr>
        <p:txBody>
          <a:bodyPr wrap="square" lIns="0" tIns="0" rIns="0" bIns="0" rtlCol="0" anchor="t"/>
          <a:lstStyle/>
          <a:p>
            <a:pPr marL="133350" indent="-133350">
              <a:spcAft>
                <a:spcPts val="450"/>
              </a:spcAft>
              <a:buSzPct val="100000"/>
              <a:buChar char="•"/>
            </a:pPr>
            <a:r>
              <a:rPr lang="en-US" sz="1400" dirty="0">
                <a:solidFill>
                  <a:srgbClr val="1A1A1A"/>
                </a:solidFill>
                <a:ea typeface="Segoe UI" pitchFamily="34" charset="-122"/>
                <a:cs typeface="Segoe UI" pitchFamily="34" charset="-120"/>
              </a:rPr>
              <a:t>Ogni copia è un'occasione di </a:t>
            </a:r>
            <a:r>
              <a:rPr lang="en-US" sz="1400" dirty="0" err="1">
                <a:solidFill>
                  <a:srgbClr val="1A1A1A"/>
                </a:solidFill>
                <a:ea typeface="Segoe UI" pitchFamily="34" charset="-122"/>
                <a:cs typeface="Segoe UI" pitchFamily="34" charset="-120"/>
              </a:rPr>
              <a:t>ridondanza</a:t>
            </a:r>
            <a:endParaRPr lang="en-US" sz="1400" dirty="0"/>
          </a:p>
          <a:p>
            <a:pPr marL="133350" indent="-133350">
              <a:spcAft>
                <a:spcPts val="450"/>
              </a:spcAft>
              <a:buSzPct val="100000"/>
              <a:buChar char="•"/>
            </a:pPr>
            <a:r>
              <a:rPr lang="en-US" sz="1400" dirty="0">
                <a:solidFill>
                  <a:srgbClr val="1A1A1A"/>
                </a:solidFill>
                <a:ea typeface="Segoe UI" pitchFamily="34" charset="-122"/>
                <a:cs typeface="Segoe UI" pitchFamily="34" charset="-120"/>
              </a:rPr>
              <a:t>Le scritture rallentano: più oggetti da aggiornare</a:t>
            </a:r>
            <a:endParaRPr lang="en-US" sz="1400" dirty="0"/>
          </a:p>
          <a:p>
            <a:pPr marL="133350" indent="-133350">
              <a:spcAft>
                <a:spcPts val="450"/>
              </a:spcAft>
              <a:buSzPct val="100000"/>
              <a:buChar char="•"/>
            </a:pPr>
            <a:r>
              <a:rPr lang="en-US" sz="1400" dirty="0" err="1">
                <a:solidFill>
                  <a:srgbClr val="1A1A1A"/>
                </a:solidFill>
                <a:ea typeface="Segoe UI" pitchFamily="34" charset="-122"/>
                <a:cs typeface="Segoe UI" pitchFamily="34" charset="-120"/>
              </a:rPr>
              <a:t>Aumento</a:t>
            </a:r>
            <a:r>
              <a:rPr lang="en-US" sz="1400" dirty="0">
                <a:solidFill>
                  <a:srgbClr val="1A1A1A"/>
                </a:solidFill>
                <a:ea typeface="Segoe UI" pitchFamily="34" charset="-122"/>
                <a:cs typeface="Segoe UI" pitchFamily="34" charset="-120"/>
              </a:rPr>
              <a:t> </a:t>
            </a:r>
            <a:r>
              <a:rPr lang="en-US" sz="1400" dirty="0" err="1">
                <a:solidFill>
                  <a:srgbClr val="1A1A1A"/>
                </a:solidFill>
                <a:ea typeface="Segoe UI" pitchFamily="34" charset="-122"/>
                <a:cs typeface="Segoe UI" pitchFamily="34" charset="-120"/>
              </a:rPr>
              <a:t>elementi</a:t>
            </a:r>
            <a:r>
              <a:rPr lang="en-US" sz="1400" dirty="0">
                <a:solidFill>
                  <a:srgbClr val="1A1A1A"/>
                </a:solidFill>
                <a:ea typeface="Segoe UI" pitchFamily="34" charset="-122"/>
                <a:cs typeface="Segoe UI" pitchFamily="34" charset="-120"/>
              </a:rPr>
              <a:t> da </a:t>
            </a:r>
            <a:r>
              <a:rPr lang="en-US" sz="1400" dirty="0" err="1">
                <a:solidFill>
                  <a:srgbClr val="1A1A1A"/>
                </a:solidFill>
                <a:ea typeface="Segoe UI" pitchFamily="34" charset="-122"/>
                <a:cs typeface="Segoe UI" pitchFamily="34" charset="-120"/>
              </a:rPr>
              <a:t>testare</a:t>
            </a:r>
            <a:endParaRPr lang="en-US" sz="1400" dirty="0"/>
          </a:p>
          <a:p>
            <a:pPr marL="133350" indent="-133350">
              <a:spcAft>
                <a:spcPts val="450"/>
              </a:spcAft>
              <a:buSzPct val="100000"/>
              <a:buChar char="•"/>
            </a:pPr>
            <a:r>
              <a:rPr lang="en-US" sz="1400" dirty="0" err="1">
                <a:solidFill>
                  <a:srgbClr val="1A1A1A"/>
                </a:solidFill>
                <a:ea typeface="Segoe UI" pitchFamily="34" charset="-122"/>
                <a:cs typeface="Segoe UI" pitchFamily="34" charset="-120"/>
              </a:rPr>
              <a:t>Aumento</a:t>
            </a:r>
            <a:r>
              <a:rPr lang="en-US" sz="1400" dirty="0">
                <a:solidFill>
                  <a:srgbClr val="1A1A1A"/>
                </a:solidFill>
                <a:ea typeface="Segoe UI" pitchFamily="34" charset="-122"/>
                <a:cs typeface="Segoe UI" pitchFamily="34" charset="-120"/>
              </a:rPr>
              <a:t> </a:t>
            </a:r>
            <a:r>
              <a:rPr lang="en-US" sz="1400" dirty="0" err="1">
                <a:solidFill>
                  <a:srgbClr val="1A1A1A"/>
                </a:solidFill>
                <a:ea typeface="Segoe UI" pitchFamily="34" charset="-122"/>
                <a:cs typeface="Segoe UI" pitchFamily="34" charset="-120"/>
              </a:rPr>
              <a:t>difficoltà</a:t>
            </a:r>
            <a:r>
              <a:rPr lang="en-US" sz="1400" dirty="0">
                <a:solidFill>
                  <a:srgbClr val="1A1A1A"/>
                </a:solidFill>
                <a:ea typeface="Segoe UI" pitchFamily="34" charset="-122"/>
                <a:cs typeface="Segoe UI" pitchFamily="34" charset="-120"/>
              </a:rPr>
              <a:t> di </a:t>
            </a:r>
            <a:r>
              <a:rPr lang="en-US" sz="1400" dirty="0" err="1">
                <a:solidFill>
                  <a:srgbClr val="1A1A1A"/>
                </a:solidFill>
                <a:ea typeface="Segoe UI" pitchFamily="34" charset="-122"/>
                <a:cs typeface="Segoe UI" pitchFamily="34" charset="-120"/>
              </a:rPr>
              <a:t>comprensione</a:t>
            </a:r>
            <a:endParaRPr lang="en-US" sz="1400" dirty="0"/>
          </a:p>
        </p:txBody>
      </p:sp>
      <p:sp>
        <p:nvSpPr>
          <p:cNvPr id="15" name="Titolo 1">
            <a:extLst>
              <a:ext uri="{FF2B5EF4-FFF2-40B4-BE49-F238E27FC236}">
                <a16:creationId xmlns:a16="http://schemas.microsoft.com/office/drawing/2014/main" id="{609095F7-1751-D1A2-67A8-BEA05F8996C0}"/>
              </a:ext>
            </a:extLst>
          </p:cNvPr>
          <p:cNvSpPr txBox="1">
            <a:spLocks/>
          </p:cNvSpPr>
          <p:nvPr/>
        </p:nvSpPr>
        <p:spPr>
          <a:xfrm>
            <a:off x="251520" y="189000"/>
            <a:ext cx="8640960" cy="540000"/>
          </a:xfrm>
          <a:prstGeom prst="rect">
            <a:avLst/>
          </a:prstGeom>
        </p:spPr>
        <p:txBody>
          <a:bodyPr/>
          <a:lstStyle>
            <a:lvl1pPr algn="l" defTabSz="914400" rtl="0" eaLnBrk="1" latinLnBrk="0" hangingPunct="1">
              <a:spcBef>
                <a:spcPct val="0"/>
              </a:spcBef>
              <a:buNone/>
              <a:defRPr lang="it-IT" sz="3200" b="0" kern="1200" cap="all" spc="-100" baseline="0" dirty="0">
                <a:solidFill>
                  <a:srgbClr val="C20E1A"/>
                </a:solidFill>
                <a:latin typeface="+mj-lt"/>
                <a:ea typeface="+mj-ea"/>
                <a:cs typeface="Aharoni" panose="02010803020104030203" pitchFamily="2" charset="-79"/>
              </a:defRPr>
            </a:lvl1pPr>
          </a:lstStyle>
          <a:p>
            <a:r>
              <a:rPr lang="it-IT" dirty="0" err="1"/>
              <a:t>deNORMALIZZAzione</a:t>
            </a:r>
            <a:r>
              <a:rPr lang="it-IT" dirty="0"/>
              <a:t> (CON CRITERIO)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9FF58-13F4-BBD6-53DC-010313FC5FFD}"/>
            </a:ext>
          </a:extLst>
        </p:cNvPr>
        <p:cNvGrpSpPr/>
        <p:nvPr/>
      </p:nvGrpSpPr>
      <p:grpSpPr>
        <a:xfrm>
          <a:off x="0" y="0"/>
          <a:ext cx="0" cy="0"/>
          <a:chOff x="0" y="0"/>
          <a:chExt cx="0" cy="0"/>
        </a:xfrm>
      </p:grpSpPr>
      <p:sp>
        <p:nvSpPr>
          <p:cNvPr id="4" name="Titolo 3">
            <a:extLst>
              <a:ext uri="{FF2B5EF4-FFF2-40B4-BE49-F238E27FC236}">
                <a16:creationId xmlns:a16="http://schemas.microsoft.com/office/drawing/2014/main" id="{93439815-95EE-2C2A-080E-7BFA315C5DF6}"/>
              </a:ext>
            </a:extLst>
          </p:cNvPr>
          <p:cNvSpPr>
            <a:spLocks noGrp="1"/>
          </p:cNvSpPr>
          <p:nvPr>
            <p:ph type="ctrTitle"/>
          </p:nvPr>
        </p:nvSpPr>
        <p:spPr>
          <a:xfrm>
            <a:off x="0" y="1802165"/>
            <a:ext cx="9144000" cy="1539171"/>
          </a:xfrm>
        </p:spPr>
        <p:txBody>
          <a:bodyPr anchor="ctr"/>
          <a:lstStyle/>
          <a:p>
            <a:r>
              <a:rPr lang="it-IT" sz="3800" spc="0" dirty="0"/>
              <a:t>create</a:t>
            </a:r>
          </a:p>
        </p:txBody>
      </p:sp>
    </p:spTree>
    <p:extLst>
      <p:ext uri="{BB962C8B-B14F-4D97-AF65-F5344CB8AC3E}">
        <p14:creationId xmlns:p14="http://schemas.microsoft.com/office/powerpoint/2010/main" val="1910389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9143771" cy="68580"/>
          </a:xfrm>
          <a:prstGeom prst="rect">
            <a:avLst/>
          </a:prstGeom>
          <a:solidFill>
            <a:srgbClr val="C20E1A"/>
          </a:solidFill>
          <a:ln w="12700">
            <a:solidFill>
              <a:srgbClr val="C20E1A"/>
            </a:solidFill>
            <a:prstDash val="solid"/>
          </a:ln>
        </p:spPr>
        <p:txBody>
          <a:bodyPr/>
          <a:lstStyle/>
          <a:p>
            <a:endParaRPr lang="it-IT" sz="1350"/>
          </a:p>
        </p:txBody>
      </p:sp>
      <p:sp>
        <p:nvSpPr>
          <p:cNvPr id="3" name="Text 1"/>
          <p:cNvSpPr/>
          <p:nvPr/>
        </p:nvSpPr>
        <p:spPr>
          <a:xfrm>
            <a:off x="377190" y="164592"/>
            <a:ext cx="8366760" cy="425196"/>
          </a:xfrm>
          <a:prstGeom prst="rect">
            <a:avLst/>
          </a:prstGeom>
          <a:noFill/>
          <a:ln/>
        </p:spPr>
        <p:txBody>
          <a:bodyPr wrap="square" lIns="0" tIns="0" rIns="0" bIns="0" rtlCol="0" anchor="ctr"/>
          <a:lstStyle/>
          <a:p>
            <a:r>
              <a:rPr lang="en-US" sz="1875" dirty="0">
                <a:solidFill>
                  <a:srgbClr val="C20E1A"/>
                </a:solidFill>
                <a:latin typeface="Segoe UI" pitchFamily="34" charset="0"/>
                <a:ea typeface="Segoe UI" pitchFamily="34" charset="-122"/>
                <a:cs typeface="Segoe UI" pitchFamily="34" charset="-120"/>
              </a:rPr>
              <a:t>DDL: DI COSA STIAMO PARLANDO</a:t>
            </a:r>
            <a:endParaRPr lang="en-US" sz="1875" dirty="0"/>
          </a:p>
        </p:txBody>
      </p:sp>
      <p:sp>
        <p:nvSpPr>
          <p:cNvPr id="5" name="Text 2"/>
          <p:cNvSpPr/>
          <p:nvPr/>
        </p:nvSpPr>
        <p:spPr>
          <a:xfrm>
            <a:off x="411480" y="925830"/>
            <a:ext cx="8444996" cy="3360420"/>
          </a:xfrm>
          <a:prstGeom prst="rect">
            <a:avLst/>
          </a:prstGeom>
          <a:noFill/>
          <a:ln/>
        </p:spPr>
        <p:txBody>
          <a:bodyPr wrap="square" lIns="0" tIns="0" rIns="0" bIns="0" rtlCol="0" anchor="t"/>
          <a:lstStyle/>
          <a:p>
            <a:pPr marL="152400" indent="-152400">
              <a:lnSpc>
                <a:spcPct val="105000"/>
              </a:lnSpc>
              <a:spcAft>
                <a:spcPts val="675"/>
              </a:spcAft>
              <a:buSzPct val="100000"/>
              <a:buChar char="•"/>
            </a:pPr>
            <a:r>
              <a:rPr lang="en-US" sz="2000" dirty="0">
                <a:solidFill>
                  <a:srgbClr val="1A1A1A"/>
                </a:solidFill>
                <a:ea typeface="Segoe UI" pitchFamily="34" charset="-122"/>
                <a:cs typeface="Segoe UI" pitchFamily="34" charset="-120"/>
              </a:rPr>
              <a:t>DDL = Data Definition Language: CREATE, ALTER, DROP, TRUNCATE </a:t>
            </a:r>
            <a:br>
              <a:rPr lang="en-US" sz="2000" dirty="0">
                <a:solidFill>
                  <a:srgbClr val="1A1A1A"/>
                </a:solidFill>
                <a:ea typeface="Segoe UI" pitchFamily="34" charset="-122"/>
                <a:cs typeface="Segoe UI" pitchFamily="34" charset="-120"/>
              </a:rPr>
            </a:br>
            <a:r>
              <a:rPr lang="en-US" sz="2000" dirty="0">
                <a:solidFill>
                  <a:srgbClr val="1A1A1A"/>
                </a:solidFill>
                <a:ea typeface="Segoe UI" pitchFamily="34" charset="-122"/>
                <a:cs typeface="Segoe UI" pitchFamily="34" charset="-120"/>
                <a:sym typeface="Wingdings" panose="05000000000000000000" pitchFamily="2" charset="2"/>
              </a:rPr>
              <a:t> </a:t>
            </a:r>
            <a:r>
              <a:rPr lang="en-US" sz="2000" dirty="0" err="1">
                <a:solidFill>
                  <a:srgbClr val="1A1A1A"/>
                </a:solidFill>
                <a:ea typeface="Segoe UI" pitchFamily="34" charset="-122"/>
                <a:cs typeface="Segoe UI" pitchFamily="34" charset="-120"/>
              </a:rPr>
              <a:t>Definisce</a:t>
            </a:r>
            <a:r>
              <a:rPr lang="en-US" sz="2000" dirty="0">
                <a:solidFill>
                  <a:srgbClr val="1A1A1A"/>
                </a:solidFill>
                <a:ea typeface="Segoe UI" pitchFamily="34" charset="-122"/>
                <a:cs typeface="Segoe UI" pitchFamily="34" charset="-120"/>
              </a:rPr>
              <a:t> gli oggetti, non </a:t>
            </a:r>
            <a:r>
              <a:rPr lang="en-US" sz="2000" dirty="0" err="1">
                <a:solidFill>
                  <a:srgbClr val="1A1A1A"/>
                </a:solidFill>
                <a:ea typeface="Segoe UI" pitchFamily="34" charset="-122"/>
                <a:cs typeface="Segoe UI" pitchFamily="34" charset="-120"/>
              </a:rPr>
              <a:t>i</a:t>
            </a:r>
            <a:r>
              <a:rPr lang="en-US" sz="2000" dirty="0">
                <a:solidFill>
                  <a:srgbClr val="1A1A1A"/>
                </a:solidFill>
                <a:ea typeface="Segoe UI" pitchFamily="34" charset="-122"/>
                <a:cs typeface="Segoe UI" pitchFamily="34" charset="-120"/>
              </a:rPr>
              <a:t> dati.</a:t>
            </a:r>
            <a:endParaRPr lang="en-US" sz="2000" dirty="0"/>
          </a:p>
          <a:p>
            <a:pPr marL="152400" indent="-152400">
              <a:lnSpc>
                <a:spcPct val="105000"/>
              </a:lnSpc>
              <a:spcAft>
                <a:spcPts val="675"/>
              </a:spcAft>
              <a:buSzPct val="100000"/>
              <a:buChar char="•"/>
            </a:pPr>
            <a:r>
              <a:rPr lang="en-US" sz="2000" dirty="0">
                <a:solidFill>
                  <a:srgbClr val="1A1A1A"/>
                </a:solidFill>
                <a:ea typeface="Segoe UI" pitchFamily="34" charset="-122"/>
                <a:cs typeface="Segoe UI" pitchFamily="34" charset="-120"/>
              </a:rPr>
              <a:t>DDL è </a:t>
            </a:r>
            <a:r>
              <a:rPr lang="en-US" sz="2000" dirty="0" err="1">
                <a:solidFill>
                  <a:srgbClr val="1A1A1A"/>
                </a:solidFill>
                <a:ea typeface="Segoe UI" pitchFamily="34" charset="-122"/>
                <a:cs typeface="Segoe UI" pitchFamily="34" charset="-120"/>
              </a:rPr>
              <a:t>transazionale</a:t>
            </a:r>
            <a:r>
              <a:rPr lang="en-US" sz="2000" dirty="0">
                <a:solidFill>
                  <a:srgbClr val="1A1A1A"/>
                </a:solidFill>
                <a:ea typeface="Segoe UI" pitchFamily="34" charset="-122"/>
                <a:cs typeface="Segoe UI" pitchFamily="34" charset="-120"/>
              </a:rPr>
              <a:t> </a:t>
            </a:r>
            <a:br>
              <a:rPr lang="en-US" sz="2000" dirty="0">
                <a:solidFill>
                  <a:srgbClr val="1A1A1A"/>
                </a:solidFill>
                <a:ea typeface="Segoe UI" pitchFamily="34" charset="-122"/>
                <a:cs typeface="Segoe UI" pitchFamily="34" charset="-120"/>
              </a:rPr>
            </a:br>
            <a:r>
              <a:rPr lang="en-US" sz="2000" dirty="0">
                <a:solidFill>
                  <a:srgbClr val="1A1A1A"/>
                </a:solidFill>
                <a:ea typeface="Segoe UI" pitchFamily="34" charset="-122"/>
                <a:cs typeface="Segoe UI" pitchFamily="34" charset="-120"/>
                <a:sym typeface="Wingdings" panose="05000000000000000000" pitchFamily="2" charset="2"/>
              </a:rPr>
              <a:t></a:t>
            </a:r>
            <a:r>
              <a:rPr lang="en-US" sz="2000" dirty="0">
                <a:solidFill>
                  <a:srgbClr val="1A1A1A"/>
                </a:solidFill>
                <a:ea typeface="Segoe UI" pitchFamily="34" charset="-122"/>
                <a:cs typeface="Segoe UI" pitchFamily="34" charset="-120"/>
              </a:rPr>
              <a:t> dentro BEGIN TRAN può essere annullato con ROLLBACK</a:t>
            </a:r>
            <a:endParaRPr lang="en-US" sz="2000" dirty="0"/>
          </a:p>
          <a:p>
            <a:pPr marL="152400" indent="-152400">
              <a:lnSpc>
                <a:spcPct val="105000"/>
              </a:lnSpc>
              <a:spcAft>
                <a:spcPts val="675"/>
              </a:spcAft>
              <a:buSzPct val="100000"/>
              <a:buChar char="•"/>
            </a:pPr>
            <a:r>
              <a:rPr lang="en-US" sz="2000" dirty="0">
                <a:solidFill>
                  <a:srgbClr val="1A1A1A"/>
                </a:solidFill>
                <a:ea typeface="Segoe UI" pitchFamily="34" charset="-122"/>
                <a:cs typeface="Segoe UI" pitchFamily="34" charset="-120"/>
              </a:rPr>
              <a:t>Lock Schema Modification (Sch-M) </a:t>
            </a:r>
            <a:br>
              <a:rPr lang="en-US" sz="2000" dirty="0">
                <a:solidFill>
                  <a:srgbClr val="1A1A1A"/>
                </a:solidFill>
                <a:ea typeface="Segoe UI" pitchFamily="34" charset="-122"/>
                <a:cs typeface="Segoe UI" pitchFamily="34" charset="-120"/>
              </a:rPr>
            </a:br>
            <a:r>
              <a:rPr lang="en-US" sz="2000" dirty="0">
                <a:solidFill>
                  <a:srgbClr val="1A1A1A"/>
                </a:solidFill>
                <a:ea typeface="Segoe UI" pitchFamily="34" charset="-122"/>
                <a:cs typeface="Segoe UI" pitchFamily="34" charset="-120"/>
                <a:sym typeface="Wingdings" panose="05000000000000000000" pitchFamily="2" charset="2"/>
              </a:rPr>
              <a:t></a:t>
            </a:r>
            <a:r>
              <a:rPr lang="en-US" sz="2000" dirty="0">
                <a:solidFill>
                  <a:srgbClr val="1A1A1A"/>
                </a:solidFill>
                <a:ea typeface="Segoe UI" pitchFamily="34" charset="-122"/>
                <a:cs typeface="Segoe UI" pitchFamily="34" charset="-120"/>
              </a:rPr>
              <a:t> incompatibile con qualunque altra attività </a:t>
            </a:r>
            <a:r>
              <a:rPr lang="en-US" sz="2000" dirty="0" err="1">
                <a:solidFill>
                  <a:srgbClr val="1A1A1A"/>
                </a:solidFill>
                <a:ea typeface="Segoe UI" pitchFamily="34" charset="-122"/>
                <a:cs typeface="Segoe UI" pitchFamily="34" charset="-120"/>
              </a:rPr>
              <a:t>sulla</a:t>
            </a:r>
            <a:r>
              <a:rPr lang="en-US" sz="2000" dirty="0">
                <a:solidFill>
                  <a:srgbClr val="1A1A1A"/>
                </a:solidFill>
                <a:ea typeface="Segoe UI" pitchFamily="34" charset="-122"/>
                <a:cs typeface="Segoe UI" pitchFamily="34" charset="-120"/>
              </a:rPr>
              <a:t> </a:t>
            </a:r>
            <a:r>
              <a:rPr lang="en-US" sz="2000" dirty="0" err="1">
                <a:solidFill>
                  <a:srgbClr val="1A1A1A"/>
                </a:solidFill>
                <a:ea typeface="Segoe UI" pitchFamily="34" charset="-122"/>
                <a:cs typeface="Segoe UI" pitchFamily="34" charset="-120"/>
              </a:rPr>
              <a:t>tabella</a:t>
            </a:r>
            <a:endParaRPr lang="en-US" sz="2000" dirty="0"/>
          </a:p>
          <a:p>
            <a:pPr marL="152400" indent="-152400">
              <a:lnSpc>
                <a:spcPct val="105000"/>
              </a:lnSpc>
              <a:spcAft>
                <a:spcPts val="675"/>
              </a:spcAft>
              <a:buSzPct val="100000"/>
              <a:buChar char="•"/>
            </a:pPr>
            <a:r>
              <a:rPr lang="en-US" sz="2000" dirty="0">
                <a:solidFill>
                  <a:srgbClr val="1A1A1A"/>
                </a:solidFill>
                <a:ea typeface="Segoe UI" pitchFamily="34" charset="-122"/>
                <a:cs typeface="Segoe UI" pitchFamily="34" charset="-120"/>
              </a:rPr>
              <a:t>Modificare la definizione invalida i piani in cache </a:t>
            </a:r>
            <a:br>
              <a:rPr lang="en-US" sz="2000" dirty="0">
                <a:solidFill>
                  <a:srgbClr val="1A1A1A"/>
                </a:solidFill>
                <a:ea typeface="Segoe UI" pitchFamily="34" charset="-122"/>
                <a:cs typeface="Segoe UI" pitchFamily="34" charset="-120"/>
              </a:rPr>
            </a:br>
            <a:r>
              <a:rPr lang="en-US" sz="2000" dirty="0">
                <a:solidFill>
                  <a:srgbClr val="1A1A1A"/>
                </a:solidFill>
                <a:ea typeface="Segoe UI" pitchFamily="34" charset="-122"/>
                <a:cs typeface="Segoe UI" pitchFamily="34" charset="-120"/>
                <a:sym typeface="Wingdings" panose="05000000000000000000" pitchFamily="2" charset="2"/>
              </a:rPr>
              <a:t></a:t>
            </a:r>
            <a:r>
              <a:rPr lang="en-US" sz="2000" dirty="0">
                <a:solidFill>
                  <a:srgbClr val="1A1A1A"/>
                </a:solidFill>
                <a:ea typeface="Segoe UI" pitchFamily="34" charset="-122"/>
                <a:cs typeface="Segoe UI" pitchFamily="34" charset="-120"/>
              </a:rPr>
              <a:t> le prime esecuzioni successive ricompilano.</a:t>
            </a:r>
            <a:endParaRPr lang="en-US" sz="2000" dirty="0"/>
          </a:p>
          <a:p>
            <a:pPr marL="152400" indent="-152400">
              <a:lnSpc>
                <a:spcPct val="105000"/>
              </a:lnSpc>
              <a:spcAft>
                <a:spcPts val="675"/>
              </a:spcAft>
              <a:buSzPct val="100000"/>
              <a:buChar char="•"/>
            </a:pPr>
            <a:r>
              <a:rPr lang="en-US" sz="2000" dirty="0" err="1">
                <a:solidFill>
                  <a:srgbClr val="1A1A1A"/>
                </a:solidFill>
                <a:ea typeface="Segoe UI" pitchFamily="34" charset="-122"/>
                <a:cs typeface="Segoe UI" pitchFamily="34" charset="-120"/>
              </a:rPr>
              <a:t>Definizione</a:t>
            </a:r>
            <a:r>
              <a:rPr lang="en-US" sz="2000" dirty="0">
                <a:solidFill>
                  <a:srgbClr val="1A1A1A"/>
                </a:solidFill>
                <a:ea typeface="Segoe UI" pitchFamily="34" charset="-122"/>
                <a:cs typeface="Segoe UI" pitchFamily="34" charset="-120"/>
              </a:rPr>
              <a:t> </a:t>
            </a:r>
            <a:r>
              <a:rPr lang="en-US" sz="2000" dirty="0" err="1">
                <a:solidFill>
                  <a:srgbClr val="1A1A1A"/>
                </a:solidFill>
                <a:ea typeface="Segoe UI" pitchFamily="34" charset="-122"/>
                <a:cs typeface="Segoe UI" pitchFamily="34" charset="-120"/>
              </a:rPr>
              <a:t>condiziona</a:t>
            </a:r>
            <a:r>
              <a:rPr lang="en-US" sz="2000" dirty="0">
                <a:solidFill>
                  <a:srgbClr val="1A1A1A"/>
                </a:solidFill>
                <a:ea typeface="Segoe UI" pitchFamily="34" charset="-122"/>
                <a:cs typeface="Segoe UI" pitchFamily="34" charset="-120"/>
              </a:rPr>
              <a:t> </a:t>
            </a:r>
            <a:r>
              <a:rPr lang="en-US" sz="2000" dirty="0" err="1">
                <a:solidFill>
                  <a:srgbClr val="1A1A1A"/>
                </a:solidFill>
                <a:ea typeface="Segoe UI" pitchFamily="34" charset="-122"/>
                <a:cs typeface="Segoe UI" pitchFamily="34" charset="-120"/>
              </a:rPr>
              <a:t>l'optimizer</a:t>
            </a:r>
            <a:br>
              <a:rPr lang="en-US" sz="2000" dirty="0">
                <a:solidFill>
                  <a:srgbClr val="1A1A1A"/>
                </a:solidFill>
                <a:ea typeface="Segoe UI" pitchFamily="34" charset="-122"/>
                <a:cs typeface="Segoe UI" pitchFamily="34" charset="-120"/>
              </a:rPr>
            </a:br>
            <a:r>
              <a:rPr lang="en-US" sz="2000" dirty="0">
                <a:solidFill>
                  <a:srgbClr val="1A1A1A"/>
                </a:solidFill>
                <a:ea typeface="Segoe UI" pitchFamily="34" charset="-122"/>
                <a:cs typeface="Segoe UI" pitchFamily="34" charset="-120"/>
                <a:sym typeface="Wingdings" panose="05000000000000000000" pitchFamily="2" charset="2"/>
              </a:rPr>
              <a:t></a:t>
            </a:r>
            <a:r>
              <a:rPr lang="en-US" sz="2000" dirty="0">
                <a:solidFill>
                  <a:srgbClr val="1A1A1A"/>
                </a:solidFill>
                <a:ea typeface="Segoe UI" pitchFamily="34" charset="-122"/>
                <a:cs typeface="Segoe UI" pitchFamily="34" charset="-120"/>
              </a:rPr>
              <a:t> tipi, dimensioni e nullability sono gli ingredienti delle stime di cardinalità.</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48AAF-1CBE-7A57-6BDF-4F075A2C955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3A5AFE0-542E-988D-4153-5E72C78192A9}"/>
              </a:ext>
            </a:extLst>
          </p:cNvPr>
          <p:cNvSpPr>
            <a:spLocks noGrp="1"/>
          </p:cNvSpPr>
          <p:nvPr>
            <p:ph type="title"/>
          </p:nvPr>
        </p:nvSpPr>
        <p:spPr>
          <a:xfrm>
            <a:off x="251520" y="189000"/>
            <a:ext cx="8640960" cy="540000"/>
          </a:xfrm>
        </p:spPr>
        <p:txBody>
          <a:bodyPr anchor="ctr">
            <a:normAutofit/>
          </a:bodyPr>
          <a:lstStyle/>
          <a:p>
            <a:r>
              <a:rPr lang="it-IT" dirty="0"/>
              <a:t>CREATE TABLE </a:t>
            </a:r>
          </a:p>
        </p:txBody>
      </p:sp>
      <p:sp>
        <p:nvSpPr>
          <p:cNvPr id="3" name="Segnaposto contenuto 2">
            <a:extLst>
              <a:ext uri="{FF2B5EF4-FFF2-40B4-BE49-F238E27FC236}">
                <a16:creationId xmlns:a16="http://schemas.microsoft.com/office/drawing/2014/main" id="{5F7F0C2D-D7FA-C3C4-5A41-3F8337D6AC8B}"/>
              </a:ext>
            </a:extLst>
          </p:cNvPr>
          <p:cNvSpPr>
            <a:spLocks noGrp="1"/>
          </p:cNvSpPr>
          <p:nvPr>
            <p:ph sz="half" idx="1"/>
          </p:nvPr>
        </p:nvSpPr>
        <p:spPr>
          <a:xfrm>
            <a:off x="251520" y="843907"/>
            <a:ext cx="6048672" cy="3888083"/>
          </a:xfrm>
        </p:spPr>
        <p:txBody>
          <a:bodyPr>
            <a:normAutofit/>
          </a:bodyPr>
          <a:lstStyle/>
          <a:p>
            <a:pPr marL="342900" indent="-342900">
              <a:buSzPct val="100000"/>
            </a:pPr>
            <a:r>
              <a:rPr lang="en-US" dirty="0">
                <a:solidFill>
                  <a:srgbClr val="1A1A1A"/>
                </a:solidFill>
                <a:latin typeface="Calibri" pitchFamily="34" charset="0"/>
                <a:ea typeface="Calibri" pitchFamily="34" charset="-122"/>
                <a:cs typeface="Calibri" pitchFamily="34" charset="-120"/>
              </a:rPr>
              <a:t>Nome + </a:t>
            </a:r>
            <a:r>
              <a:rPr lang="en-US" dirty="0" err="1">
                <a:solidFill>
                  <a:srgbClr val="1A1A1A"/>
                </a:solidFill>
                <a:latin typeface="Calibri" pitchFamily="34" charset="0"/>
                <a:ea typeface="Calibri" pitchFamily="34" charset="-122"/>
                <a:cs typeface="Calibri" pitchFamily="34" charset="-120"/>
              </a:rPr>
              <a:t>tipo</a:t>
            </a:r>
            <a:r>
              <a:rPr lang="en-US" dirty="0">
                <a:solidFill>
                  <a:srgbClr val="1A1A1A"/>
                </a:solidFill>
                <a:latin typeface="Calibri" pitchFamily="34" charset="0"/>
                <a:ea typeface="Calibri" pitchFamily="34" charset="-122"/>
                <a:cs typeface="Calibri" pitchFamily="34" charset="-120"/>
              </a:rPr>
              <a:t> + nullability</a:t>
            </a:r>
            <a:endParaRPr lang="en-US" dirty="0"/>
          </a:p>
          <a:p>
            <a:pPr marL="342900" indent="-342900">
              <a:buSzPct val="100000"/>
            </a:pPr>
            <a:r>
              <a:rPr lang="en-US" dirty="0">
                <a:solidFill>
                  <a:srgbClr val="1A1A1A"/>
                </a:solidFill>
                <a:latin typeface="Calibri" pitchFamily="34" charset="0"/>
                <a:ea typeface="Calibri" pitchFamily="34" charset="-122"/>
                <a:cs typeface="Calibri" pitchFamily="34" charset="-120"/>
              </a:rPr>
              <a:t>Tipo </a:t>
            </a:r>
            <a:r>
              <a:rPr lang="en-US" dirty="0" err="1">
                <a:solidFill>
                  <a:srgbClr val="1A1A1A"/>
                </a:solidFill>
                <a:latin typeface="Calibri" pitchFamily="34" charset="0"/>
                <a:ea typeface="Calibri" pitchFamily="34" charset="-122"/>
                <a:cs typeface="Calibri" pitchFamily="34" charset="-120"/>
              </a:rPr>
              <a:t>dimensionato</a:t>
            </a:r>
            <a:r>
              <a:rPr lang="en-US" dirty="0">
                <a:solidFill>
                  <a:srgbClr val="1A1A1A"/>
                </a:solidFill>
                <a:latin typeface="Calibri" pitchFamily="34" charset="0"/>
                <a:ea typeface="Calibri" pitchFamily="34" charset="-122"/>
                <a:cs typeface="Calibri" pitchFamily="34" charset="-120"/>
              </a:rPr>
              <a:t> </a:t>
            </a:r>
            <a:r>
              <a:rPr lang="en-US" dirty="0" err="1">
                <a:solidFill>
                  <a:srgbClr val="1A1A1A"/>
                </a:solidFill>
                <a:latin typeface="Calibri" pitchFamily="34" charset="0"/>
                <a:ea typeface="Calibri" pitchFamily="34" charset="-122"/>
                <a:cs typeface="Calibri" pitchFamily="34" charset="-120"/>
              </a:rPr>
              <a:t>su</a:t>
            </a:r>
            <a:r>
              <a:rPr lang="en-US" dirty="0">
                <a:solidFill>
                  <a:srgbClr val="1A1A1A"/>
                </a:solidFill>
                <a:latin typeface="Calibri" pitchFamily="34" charset="0"/>
                <a:ea typeface="Calibri" pitchFamily="34" charset="-122"/>
                <a:cs typeface="Calibri" pitchFamily="34" charset="-120"/>
              </a:rPr>
              <a:t> </a:t>
            </a:r>
            <a:r>
              <a:rPr lang="en-US" dirty="0" err="1">
                <a:solidFill>
                  <a:srgbClr val="1A1A1A"/>
                </a:solidFill>
                <a:latin typeface="Calibri" pitchFamily="34" charset="0"/>
                <a:ea typeface="Calibri" pitchFamily="34" charset="-122"/>
                <a:cs typeface="Calibri" pitchFamily="34" charset="-120"/>
              </a:rPr>
              <a:t>uso</a:t>
            </a:r>
            <a:r>
              <a:rPr lang="en-US" dirty="0">
                <a:solidFill>
                  <a:srgbClr val="1A1A1A"/>
                </a:solidFill>
                <a:latin typeface="Calibri" pitchFamily="34" charset="0"/>
                <a:ea typeface="Calibri" pitchFamily="34" charset="-122"/>
                <a:cs typeface="Calibri" pitchFamily="34" charset="-120"/>
              </a:rPr>
              <a:t> </a:t>
            </a:r>
            <a:r>
              <a:rPr lang="en-US" dirty="0" err="1">
                <a:solidFill>
                  <a:srgbClr val="1A1A1A"/>
                </a:solidFill>
                <a:latin typeface="Calibri" pitchFamily="34" charset="0"/>
                <a:ea typeface="Calibri" pitchFamily="34" charset="-122"/>
                <a:cs typeface="Calibri" pitchFamily="34" charset="-120"/>
              </a:rPr>
              <a:t>reale</a:t>
            </a:r>
            <a:endParaRPr lang="en-US" dirty="0"/>
          </a:p>
          <a:p>
            <a:pPr marL="342900" indent="-342900">
              <a:buSzPct val="100000"/>
            </a:pPr>
            <a:r>
              <a:rPr lang="en-US" dirty="0" err="1">
                <a:solidFill>
                  <a:srgbClr val="1A1A1A"/>
                </a:solidFill>
                <a:latin typeface="Calibri" pitchFamily="34" charset="0"/>
                <a:ea typeface="Calibri" pitchFamily="34" charset="-122"/>
                <a:cs typeface="Calibri" pitchFamily="34" charset="-120"/>
              </a:rPr>
              <a:t>Colonne</a:t>
            </a:r>
            <a:r>
              <a:rPr lang="en-US" dirty="0">
                <a:solidFill>
                  <a:srgbClr val="1A1A1A"/>
                </a:solidFill>
                <a:latin typeface="Calibri" pitchFamily="34" charset="0"/>
                <a:ea typeface="Calibri" pitchFamily="34" charset="-122"/>
                <a:cs typeface="Calibri" pitchFamily="34" charset="-120"/>
              </a:rPr>
              <a:t> </a:t>
            </a:r>
            <a:r>
              <a:rPr lang="en-US" dirty="0" err="1">
                <a:solidFill>
                  <a:srgbClr val="1A1A1A"/>
                </a:solidFill>
                <a:latin typeface="Calibri" pitchFamily="34" charset="0"/>
                <a:ea typeface="Calibri" pitchFamily="34" charset="-122"/>
                <a:cs typeface="Calibri" pitchFamily="34" charset="-120"/>
              </a:rPr>
              <a:t>aggiunte</a:t>
            </a:r>
            <a:r>
              <a:rPr lang="en-US" dirty="0">
                <a:solidFill>
                  <a:srgbClr val="1A1A1A"/>
                </a:solidFill>
                <a:latin typeface="Calibri" pitchFamily="34" charset="0"/>
                <a:ea typeface="Calibri" pitchFamily="34" charset="-122"/>
                <a:cs typeface="Calibri" pitchFamily="34" charset="-120"/>
              </a:rPr>
              <a:t> in </a:t>
            </a:r>
            <a:r>
              <a:rPr lang="en-US" dirty="0" err="1">
                <a:solidFill>
                  <a:srgbClr val="1A1A1A"/>
                </a:solidFill>
                <a:latin typeface="Calibri" pitchFamily="34" charset="0"/>
                <a:ea typeface="Calibri" pitchFamily="34" charset="-122"/>
                <a:cs typeface="Calibri" pitchFamily="34" charset="-120"/>
              </a:rPr>
              <a:t>fondo</a:t>
            </a:r>
            <a:r>
              <a:rPr lang="en-US" dirty="0">
                <a:solidFill>
                  <a:srgbClr val="1A1A1A"/>
                </a:solidFill>
                <a:latin typeface="Calibri" pitchFamily="34" charset="0"/>
                <a:ea typeface="Calibri" pitchFamily="34" charset="-122"/>
                <a:cs typeface="Calibri" pitchFamily="34" charset="-120"/>
              </a:rPr>
              <a:t>, SQL non </a:t>
            </a:r>
            <a:r>
              <a:rPr lang="en-US" dirty="0" err="1">
                <a:solidFill>
                  <a:srgbClr val="1A1A1A"/>
                </a:solidFill>
                <a:latin typeface="Calibri" pitchFamily="34" charset="0"/>
                <a:ea typeface="Calibri" pitchFamily="34" charset="-122"/>
                <a:cs typeface="Calibri" pitchFamily="34" charset="-120"/>
              </a:rPr>
              <a:t>prevede</a:t>
            </a:r>
            <a:r>
              <a:rPr lang="en-US" dirty="0">
                <a:solidFill>
                  <a:srgbClr val="1A1A1A"/>
                </a:solidFill>
                <a:latin typeface="Calibri" pitchFamily="34" charset="0"/>
                <a:ea typeface="Calibri" pitchFamily="34" charset="-122"/>
                <a:cs typeface="Calibri" pitchFamily="34" charset="-120"/>
              </a:rPr>
              <a:t> </a:t>
            </a:r>
            <a:r>
              <a:rPr lang="en-US" dirty="0" err="1">
                <a:solidFill>
                  <a:srgbClr val="1A1A1A"/>
                </a:solidFill>
                <a:latin typeface="Calibri" pitchFamily="34" charset="0"/>
                <a:ea typeface="Calibri" pitchFamily="34" charset="-122"/>
                <a:cs typeface="Calibri" pitchFamily="34" charset="-120"/>
              </a:rPr>
              <a:t>sintassi</a:t>
            </a:r>
            <a:r>
              <a:rPr lang="en-US" dirty="0">
                <a:solidFill>
                  <a:srgbClr val="1A1A1A"/>
                </a:solidFill>
                <a:latin typeface="Calibri" pitchFamily="34" charset="0"/>
                <a:ea typeface="Calibri" pitchFamily="34" charset="-122"/>
                <a:cs typeface="Calibri" pitchFamily="34" charset="-120"/>
              </a:rPr>
              <a:t> per </a:t>
            </a:r>
            <a:r>
              <a:rPr lang="en-US" dirty="0" err="1">
                <a:solidFill>
                  <a:srgbClr val="1A1A1A"/>
                </a:solidFill>
                <a:latin typeface="Calibri" pitchFamily="34" charset="0"/>
                <a:ea typeface="Calibri" pitchFamily="34" charset="-122"/>
                <a:cs typeface="Calibri" pitchFamily="34" charset="-120"/>
              </a:rPr>
              <a:t>inserimento</a:t>
            </a:r>
            <a:r>
              <a:rPr lang="en-US" dirty="0">
                <a:solidFill>
                  <a:srgbClr val="1A1A1A"/>
                </a:solidFill>
                <a:latin typeface="Calibri" pitchFamily="34" charset="0"/>
                <a:ea typeface="Calibri" pitchFamily="34" charset="-122"/>
                <a:cs typeface="Calibri" pitchFamily="34" charset="-120"/>
              </a:rPr>
              <a:t> in mezzo</a:t>
            </a:r>
          </a:p>
        </p:txBody>
      </p:sp>
      <p:sp>
        <p:nvSpPr>
          <p:cNvPr id="4" name="CasellaDiTesto 3">
            <a:extLst>
              <a:ext uri="{FF2B5EF4-FFF2-40B4-BE49-F238E27FC236}">
                <a16:creationId xmlns:a16="http://schemas.microsoft.com/office/drawing/2014/main" id="{54654218-0AB0-C488-4641-32A51E9431CC}"/>
              </a:ext>
            </a:extLst>
          </p:cNvPr>
          <p:cNvSpPr txBox="1"/>
          <p:nvPr/>
        </p:nvSpPr>
        <p:spPr>
          <a:xfrm>
            <a:off x="4581799" y="2647380"/>
            <a:ext cx="4500500" cy="2084610"/>
          </a:xfrm>
          <a:prstGeom prst="rect">
            <a:avLst/>
          </a:prstGeom>
          <a:solidFill>
            <a:schemeClr val="tx1"/>
          </a:solidFill>
        </p:spPr>
        <p:style>
          <a:lnRef idx="3">
            <a:schemeClr val="lt1"/>
          </a:lnRef>
          <a:fillRef idx="1">
            <a:schemeClr val="dk1"/>
          </a:fillRef>
          <a:effectRef idx="1">
            <a:schemeClr val="dk1"/>
          </a:effectRef>
          <a:fontRef idx="minor">
            <a:schemeClr val="lt1"/>
          </a:fontRef>
        </p:style>
        <p:txBody>
          <a:bodyPr vert="horz" lIns="72000" tIns="45720" rIns="72000" bIns="45720" rtlCol="0">
            <a:noAutofit/>
          </a:bodyPr>
          <a:lstStyle/>
          <a:p>
            <a:r>
              <a:rPr lang="en-US" sz="1600" dirty="0">
                <a:solidFill>
                  <a:srgbClr val="E8543F"/>
                </a:solidFill>
                <a:latin typeface="Consolas" pitchFamily="34" charset="0"/>
                <a:ea typeface="Consolas" pitchFamily="34" charset="-122"/>
                <a:cs typeface="Consolas" pitchFamily="34" charset="-120"/>
              </a:rPr>
              <a:t>CREATE</a:t>
            </a:r>
            <a:r>
              <a:rPr lang="en-US" sz="1600" dirty="0">
                <a:solidFill>
                  <a:srgbClr val="F2F2F2"/>
                </a:solidFill>
                <a:latin typeface="Consolas" pitchFamily="34" charset="0"/>
                <a:ea typeface="Consolas" pitchFamily="34" charset="-122"/>
                <a:cs typeface="Consolas" pitchFamily="34" charset="-120"/>
              </a:rPr>
              <a:t> </a:t>
            </a:r>
            <a:r>
              <a:rPr lang="en-US" sz="1600" dirty="0">
                <a:solidFill>
                  <a:srgbClr val="E8543F"/>
                </a:solidFill>
                <a:latin typeface="Consolas" pitchFamily="34" charset="0"/>
                <a:ea typeface="Consolas" pitchFamily="34" charset="-122"/>
                <a:cs typeface="Consolas" pitchFamily="34" charset="-120"/>
              </a:rPr>
              <a:t>TABLE</a:t>
            </a:r>
            <a:r>
              <a:rPr lang="en-US" sz="1600" dirty="0">
                <a:solidFill>
                  <a:srgbClr val="F2F2F2"/>
                </a:solidFill>
                <a:latin typeface="Consolas" pitchFamily="34" charset="0"/>
                <a:ea typeface="Consolas" pitchFamily="34" charset="-122"/>
                <a:cs typeface="Consolas" pitchFamily="34" charset="-120"/>
              </a:rPr>
              <a:t> </a:t>
            </a:r>
            <a:r>
              <a:rPr lang="en-US" sz="1600" dirty="0" err="1">
                <a:solidFill>
                  <a:srgbClr val="F2F2F2"/>
                </a:solidFill>
                <a:latin typeface="Consolas" pitchFamily="34" charset="0"/>
                <a:ea typeface="Consolas" pitchFamily="34" charset="-122"/>
                <a:cs typeface="Consolas" pitchFamily="34" charset="-120"/>
              </a:rPr>
              <a:t>dbo.Articoli</a:t>
            </a:r>
            <a:endParaRPr lang="en-US" sz="1600" dirty="0"/>
          </a:p>
          <a:p>
            <a:r>
              <a:rPr lang="en-US" sz="1600" dirty="0">
                <a:solidFill>
                  <a:srgbClr val="F2F2F2"/>
                </a:solidFill>
                <a:latin typeface="Consolas" pitchFamily="34" charset="0"/>
                <a:ea typeface="Consolas" pitchFamily="34" charset="-122"/>
                <a:cs typeface="Consolas" pitchFamily="34" charset="-120"/>
              </a:rPr>
              <a:t>(</a:t>
            </a:r>
            <a:endParaRPr lang="en-US" sz="1600" dirty="0"/>
          </a:p>
          <a:p>
            <a:r>
              <a:rPr lang="en-US" sz="1600" dirty="0">
                <a:solidFill>
                  <a:srgbClr val="F2F2F2"/>
                </a:solidFill>
                <a:latin typeface="Consolas" pitchFamily="34" charset="0"/>
                <a:ea typeface="Consolas" pitchFamily="34" charset="-122"/>
                <a:cs typeface="Consolas" pitchFamily="34" charset="-120"/>
              </a:rPr>
              <a:t> </a:t>
            </a:r>
            <a:r>
              <a:rPr lang="en-US" sz="1600" dirty="0" err="1">
                <a:solidFill>
                  <a:srgbClr val="F2F2F2"/>
                </a:solidFill>
                <a:latin typeface="Consolas" pitchFamily="34" charset="0"/>
                <a:ea typeface="Consolas" pitchFamily="34" charset="-122"/>
                <a:cs typeface="Consolas" pitchFamily="34" charset="-120"/>
              </a:rPr>
              <a:t>IDArticolo</a:t>
            </a:r>
            <a:r>
              <a:rPr lang="en-US" sz="1600" dirty="0">
                <a:solidFill>
                  <a:srgbClr val="F2F2F2"/>
                </a:solidFill>
                <a:latin typeface="Consolas" pitchFamily="34" charset="0"/>
                <a:ea typeface="Consolas" pitchFamily="34" charset="-122"/>
                <a:cs typeface="Consolas" pitchFamily="34" charset="-120"/>
              </a:rPr>
              <a:t> </a:t>
            </a:r>
            <a:r>
              <a:rPr lang="en-US" sz="1600" dirty="0">
                <a:solidFill>
                  <a:srgbClr val="E8543F"/>
                </a:solidFill>
                <a:latin typeface="Consolas" pitchFamily="34" charset="0"/>
                <a:ea typeface="Consolas" pitchFamily="34" charset="-122"/>
                <a:cs typeface="Consolas" pitchFamily="34" charset="-120"/>
              </a:rPr>
              <a:t>INT</a:t>
            </a:r>
            <a:r>
              <a:rPr lang="en-US" sz="1600" dirty="0">
                <a:solidFill>
                  <a:srgbClr val="F2F2F2"/>
                </a:solidFill>
                <a:latin typeface="Consolas" pitchFamily="34" charset="0"/>
                <a:ea typeface="Consolas" pitchFamily="34" charset="-122"/>
                <a:cs typeface="Consolas" pitchFamily="34" charset="-120"/>
              </a:rPr>
              <a:t> </a:t>
            </a:r>
            <a:r>
              <a:rPr lang="en-US" sz="1600" dirty="0">
                <a:solidFill>
                  <a:srgbClr val="E8543F"/>
                </a:solidFill>
                <a:latin typeface="Consolas" pitchFamily="34" charset="0"/>
                <a:ea typeface="Consolas" pitchFamily="34" charset="-122"/>
                <a:cs typeface="Consolas" pitchFamily="34" charset="-120"/>
              </a:rPr>
              <a:t>IDENTITY</a:t>
            </a:r>
            <a:r>
              <a:rPr lang="en-US" sz="1600" dirty="0">
                <a:solidFill>
                  <a:srgbClr val="F2F2F2"/>
                </a:solidFill>
                <a:latin typeface="Consolas" pitchFamily="34" charset="0"/>
                <a:ea typeface="Consolas" pitchFamily="34" charset="-122"/>
                <a:cs typeface="Consolas" pitchFamily="34" charset="-120"/>
              </a:rPr>
              <a:t>(1,1) </a:t>
            </a:r>
            <a:r>
              <a:rPr lang="en-US" sz="1600" dirty="0">
                <a:solidFill>
                  <a:srgbClr val="E8543F"/>
                </a:solidFill>
                <a:latin typeface="Consolas" pitchFamily="34" charset="0"/>
                <a:ea typeface="Consolas" pitchFamily="34" charset="-122"/>
                <a:cs typeface="Consolas" pitchFamily="34" charset="-120"/>
              </a:rPr>
              <a:t>NOT</a:t>
            </a:r>
            <a:r>
              <a:rPr lang="en-US" sz="1600" dirty="0">
                <a:solidFill>
                  <a:srgbClr val="F2F2F2"/>
                </a:solidFill>
                <a:latin typeface="Consolas" pitchFamily="34" charset="0"/>
                <a:ea typeface="Consolas" pitchFamily="34" charset="-122"/>
                <a:cs typeface="Consolas" pitchFamily="34" charset="-120"/>
              </a:rPr>
              <a:t> </a:t>
            </a:r>
            <a:r>
              <a:rPr lang="en-US" sz="1600" dirty="0">
                <a:solidFill>
                  <a:srgbClr val="E8543F"/>
                </a:solidFill>
                <a:latin typeface="Consolas" pitchFamily="34" charset="0"/>
                <a:ea typeface="Consolas" pitchFamily="34" charset="-122"/>
                <a:cs typeface="Consolas" pitchFamily="34" charset="-120"/>
              </a:rPr>
              <a:t>NULL</a:t>
            </a:r>
            <a:r>
              <a:rPr lang="en-US" sz="1600" dirty="0">
                <a:solidFill>
                  <a:srgbClr val="F2F2F2"/>
                </a:solidFill>
                <a:latin typeface="Consolas" pitchFamily="34" charset="0"/>
                <a:ea typeface="Consolas" pitchFamily="34" charset="-122"/>
                <a:cs typeface="Consolas" pitchFamily="34" charset="-120"/>
              </a:rPr>
              <a:t>,</a:t>
            </a:r>
            <a:endParaRPr lang="en-US" sz="1600" dirty="0"/>
          </a:p>
          <a:p>
            <a:r>
              <a:rPr lang="en-US" sz="1600" dirty="0">
                <a:solidFill>
                  <a:srgbClr val="F2F2F2"/>
                </a:solidFill>
                <a:latin typeface="Consolas" pitchFamily="34" charset="0"/>
                <a:ea typeface="Consolas" pitchFamily="34" charset="-122"/>
                <a:cs typeface="Consolas" pitchFamily="34" charset="-120"/>
              </a:rPr>
              <a:t> </a:t>
            </a:r>
            <a:r>
              <a:rPr lang="en-US" sz="1600" dirty="0" err="1">
                <a:solidFill>
                  <a:srgbClr val="F2F2F2"/>
                </a:solidFill>
                <a:latin typeface="Consolas" pitchFamily="34" charset="0"/>
                <a:ea typeface="Consolas" pitchFamily="34" charset="-122"/>
                <a:cs typeface="Consolas" pitchFamily="34" charset="-120"/>
              </a:rPr>
              <a:t>Codice</a:t>
            </a:r>
            <a:r>
              <a:rPr lang="en-US" sz="1600" dirty="0">
                <a:solidFill>
                  <a:srgbClr val="F2F2F2"/>
                </a:solidFill>
                <a:latin typeface="Consolas" pitchFamily="34" charset="0"/>
                <a:ea typeface="Consolas" pitchFamily="34" charset="-122"/>
                <a:cs typeface="Consolas" pitchFamily="34" charset="-120"/>
              </a:rPr>
              <a:t> </a:t>
            </a:r>
            <a:r>
              <a:rPr lang="en-US" sz="1600" dirty="0">
                <a:solidFill>
                  <a:srgbClr val="E8543F"/>
                </a:solidFill>
                <a:latin typeface="Consolas" pitchFamily="34" charset="0"/>
                <a:ea typeface="Consolas" pitchFamily="34" charset="-122"/>
                <a:cs typeface="Consolas" pitchFamily="34" charset="-120"/>
              </a:rPr>
              <a:t>VARCHAR</a:t>
            </a:r>
            <a:r>
              <a:rPr lang="en-US" sz="1600" dirty="0">
                <a:solidFill>
                  <a:srgbClr val="F2F2F2"/>
                </a:solidFill>
                <a:latin typeface="Consolas" pitchFamily="34" charset="0"/>
                <a:ea typeface="Consolas" pitchFamily="34" charset="-122"/>
                <a:cs typeface="Consolas" pitchFamily="34" charset="-120"/>
              </a:rPr>
              <a:t>(25) </a:t>
            </a:r>
            <a:r>
              <a:rPr lang="en-US" sz="1600" dirty="0">
                <a:solidFill>
                  <a:srgbClr val="E8543F"/>
                </a:solidFill>
                <a:latin typeface="Consolas" pitchFamily="34" charset="0"/>
                <a:ea typeface="Consolas" pitchFamily="34" charset="-122"/>
                <a:cs typeface="Consolas" pitchFamily="34" charset="-120"/>
              </a:rPr>
              <a:t>NOT</a:t>
            </a:r>
            <a:r>
              <a:rPr lang="en-US" sz="1600" dirty="0">
                <a:solidFill>
                  <a:srgbClr val="F2F2F2"/>
                </a:solidFill>
                <a:latin typeface="Consolas" pitchFamily="34" charset="0"/>
                <a:ea typeface="Consolas" pitchFamily="34" charset="-122"/>
                <a:cs typeface="Consolas" pitchFamily="34" charset="-120"/>
              </a:rPr>
              <a:t> </a:t>
            </a:r>
            <a:r>
              <a:rPr lang="en-US" sz="1600" dirty="0">
                <a:solidFill>
                  <a:srgbClr val="E8543F"/>
                </a:solidFill>
                <a:latin typeface="Consolas" pitchFamily="34" charset="0"/>
                <a:ea typeface="Consolas" pitchFamily="34" charset="-122"/>
                <a:cs typeface="Consolas" pitchFamily="34" charset="-120"/>
              </a:rPr>
              <a:t>NULL</a:t>
            </a:r>
            <a:r>
              <a:rPr lang="en-US" sz="1600" dirty="0">
                <a:solidFill>
                  <a:srgbClr val="F2F2F2"/>
                </a:solidFill>
                <a:latin typeface="Consolas" pitchFamily="34" charset="0"/>
                <a:ea typeface="Consolas" pitchFamily="34" charset="-122"/>
                <a:cs typeface="Consolas" pitchFamily="34" charset="-120"/>
              </a:rPr>
              <a:t>,</a:t>
            </a:r>
          </a:p>
          <a:p>
            <a:r>
              <a:rPr lang="en-US" sz="1600" dirty="0">
                <a:solidFill>
                  <a:srgbClr val="F2F2F2"/>
                </a:solidFill>
                <a:latin typeface="Consolas" pitchFamily="34" charset="0"/>
                <a:ea typeface="Consolas" pitchFamily="34" charset="-122"/>
                <a:cs typeface="Consolas" pitchFamily="34" charset="-120"/>
              </a:rPr>
              <a:t> </a:t>
            </a:r>
            <a:r>
              <a:rPr lang="en-US" sz="1600" dirty="0" err="1">
                <a:solidFill>
                  <a:srgbClr val="F2F2F2"/>
                </a:solidFill>
                <a:latin typeface="Consolas" pitchFamily="34" charset="0"/>
                <a:ea typeface="Consolas" pitchFamily="34" charset="-122"/>
                <a:cs typeface="Consolas" pitchFamily="34" charset="-120"/>
              </a:rPr>
              <a:t>Descrizione</a:t>
            </a:r>
            <a:r>
              <a:rPr lang="en-US" sz="1600" dirty="0">
                <a:solidFill>
                  <a:srgbClr val="F2F2F2"/>
                </a:solidFill>
                <a:latin typeface="Consolas" pitchFamily="34" charset="0"/>
                <a:ea typeface="Consolas" pitchFamily="34" charset="-122"/>
                <a:cs typeface="Consolas" pitchFamily="34" charset="-120"/>
              </a:rPr>
              <a:t> </a:t>
            </a:r>
            <a:r>
              <a:rPr lang="en-US" sz="1600" dirty="0">
                <a:solidFill>
                  <a:srgbClr val="E8543F"/>
                </a:solidFill>
                <a:latin typeface="Consolas" pitchFamily="34" charset="0"/>
                <a:ea typeface="Consolas" pitchFamily="34" charset="-122"/>
                <a:cs typeface="Consolas" pitchFamily="34" charset="-120"/>
              </a:rPr>
              <a:t>VARCHAR</a:t>
            </a:r>
            <a:r>
              <a:rPr lang="en-US" sz="1600" dirty="0">
                <a:solidFill>
                  <a:srgbClr val="F2F2F2"/>
                </a:solidFill>
                <a:latin typeface="Consolas" pitchFamily="34" charset="0"/>
                <a:ea typeface="Consolas" pitchFamily="34" charset="-122"/>
                <a:cs typeface="Consolas" pitchFamily="34" charset="-120"/>
              </a:rPr>
              <a:t>(100) </a:t>
            </a:r>
            <a:r>
              <a:rPr lang="en-US" sz="1600" dirty="0">
                <a:solidFill>
                  <a:srgbClr val="E8543F"/>
                </a:solidFill>
                <a:latin typeface="Consolas" pitchFamily="34" charset="0"/>
                <a:ea typeface="Consolas" pitchFamily="34" charset="-122"/>
                <a:cs typeface="Consolas" pitchFamily="34" charset="-120"/>
              </a:rPr>
              <a:t>NOT</a:t>
            </a:r>
            <a:r>
              <a:rPr lang="en-US" sz="1600" dirty="0">
                <a:solidFill>
                  <a:srgbClr val="F2F2F2"/>
                </a:solidFill>
                <a:latin typeface="Consolas" pitchFamily="34" charset="0"/>
                <a:ea typeface="Consolas" pitchFamily="34" charset="-122"/>
                <a:cs typeface="Consolas" pitchFamily="34" charset="-120"/>
              </a:rPr>
              <a:t> </a:t>
            </a:r>
            <a:r>
              <a:rPr lang="en-US" sz="1600" dirty="0">
                <a:solidFill>
                  <a:srgbClr val="E8543F"/>
                </a:solidFill>
                <a:latin typeface="Consolas" pitchFamily="34" charset="0"/>
                <a:ea typeface="Consolas" pitchFamily="34" charset="-122"/>
                <a:cs typeface="Consolas" pitchFamily="34" charset="-120"/>
              </a:rPr>
              <a:t>NULL</a:t>
            </a:r>
            <a:r>
              <a:rPr lang="en-US" sz="1600" dirty="0">
                <a:solidFill>
                  <a:srgbClr val="F2F2F2"/>
                </a:solidFill>
                <a:latin typeface="Consolas" pitchFamily="34" charset="0"/>
                <a:ea typeface="Consolas" pitchFamily="34" charset="-122"/>
                <a:cs typeface="Consolas" pitchFamily="34" charset="-120"/>
              </a:rPr>
              <a:t>,</a:t>
            </a:r>
            <a:endParaRPr lang="en-US" sz="1600" dirty="0"/>
          </a:p>
          <a:p>
            <a:r>
              <a:rPr lang="en-US" sz="1600" dirty="0">
                <a:solidFill>
                  <a:srgbClr val="F2F2F2"/>
                </a:solidFill>
                <a:latin typeface="Consolas" pitchFamily="34" charset="0"/>
                <a:ea typeface="Consolas" pitchFamily="34" charset="-122"/>
                <a:cs typeface="Consolas" pitchFamily="34" charset="-120"/>
              </a:rPr>
              <a:t> </a:t>
            </a:r>
            <a:r>
              <a:rPr lang="en-US" sz="1600" dirty="0" err="1">
                <a:solidFill>
                  <a:srgbClr val="F2F2F2"/>
                </a:solidFill>
                <a:latin typeface="Consolas" pitchFamily="34" charset="0"/>
                <a:ea typeface="Consolas" pitchFamily="34" charset="-122"/>
                <a:cs typeface="Consolas" pitchFamily="34" charset="-120"/>
              </a:rPr>
              <a:t>DataCreazione</a:t>
            </a:r>
            <a:r>
              <a:rPr lang="en-US" sz="1600" dirty="0">
                <a:solidFill>
                  <a:srgbClr val="F2F2F2"/>
                </a:solidFill>
                <a:latin typeface="Consolas" pitchFamily="34" charset="0"/>
                <a:ea typeface="Consolas" pitchFamily="34" charset="-122"/>
                <a:cs typeface="Consolas" pitchFamily="34" charset="-120"/>
              </a:rPr>
              <a:t>  </a:t>
            </a:r>
            <a:r>
              <a:rPr lang="en-US" sz="1600" dirty="0">
                <a:solidFill>
                  <a:srgbClr val="E8543F"/>
                </a:solidFill>
                <a:latin typeface="Consolas" pitchFamily="34" charset="0"/>
                <a:ea typeface="Consolas" pitchFamily="34" charset="-122"/>
                <a:cs typeface="Consolas" pitchFamily="34" charset="-120"/>
              </a:rPr>
              <a:t>DATETIME2 NOT</a:t>
            </a:r>
            <a:r>
              <a:rPr lang="en-US" sz="1600" dirty="0">
                <a:solidFill>
                  <a:srgbClr val="F2F2F2"/>
                </a:solidFill>
                <a:latin typeface="Consolas" pitchFamily="34" charset="0"/>
                <a:ea typeface="Consolas" pitchFamily="34" charset="-122"/>
                <a:cs typeface="Consolas" pitchFamily="34" charset="-120"/>
              </a:rPr>
              <a:t> </a:t>
            </a:r>
            <a:r>
              <a:rPr lang="en-US" sz="1600" dirty="0">
                <a:solidFill>
                  <a:srgbClr val="E8543F"/>
                </a:solidFill>
                <a:latin typeface="Consolas" pitchFamily="34" charset="0"/>
                <a:ea typeface="Consolas" pitchFamily="34" charset="-122"/>
                <a:cs typeface="Consolas" pitchFamily="34" charset="-120"/>
              </a:rPr>
              <a:t>NULL</a:t>
            </a:r>
            <a:r>
              <a:rPr lang="en-US" sz="1600" dirty="0">
                <a:solidFill>
                  <a:srgbClr val="F2F2F2"/>
                </a:solidFill>
                <a:latin typeface="Consolas" pitchFamily="34" charset="0"/>
                <a:ea typeface="Consolas" pitchFamily="34" charset="-122"/>
                <a:cs typeface="Consolas" pitchFamily="34" charset="-120"/>
              </a:rPr>
              <a:t>,</a:t>
            </a:r>
            <a:endParaRPr lang="en-US" sz="1600" dirty="0"/>
          </a:p>
          <a:p>
            <a:r>
              <a:rPr lang="en-US" sz="1600" dirty="0">
                <a:solidFill>
                  <a:srgbClr val="F2F2F2"/>
                </a:solidFill>
                <a:latin typeface="Consolas" pitchFamily="34" charset="0"/>
                <a:ea typeface="Consolas" pitchFamily="34" charset="-122"/>
                <a:cs typeface="Consolas" pitchFamily="34" charset="-120"/>
              </a:rPr>
              <a:t> Note  </a:t>
            </a:r>
            <a:r>
              <a:rPr lang="en-US" sz="1600" dirty="0">
                <a:solidFill>
                  <a:srgbClr val="E8543F"/>
                </a:solidFill>
                <a:latin typeface="Consolas" pitchFamily="34" charset="0"/>
                <a:ea typeface="Consolas" pitchFamily="34" charset="-122"/>
                <a:cs typeface="Consolas" pitchFamily="34" charset="-120"/>
              </a:rPr>
              <a:t>VARCHAR</a:t>
            </a:r>
            <a:r>
              <a:rPr lang="en-US" sz="1600" dirty="0">
                <a:solidFill>
                  <a:srgbClr val="F2F2F2"/>
                </a:solidFill>
                <a:latin typeface="Consolas" pitchFamily="34" charset="0"/>
                <a:ea typeface="Consolas" pitchFamily="34" charset="-122"/>
                <a:cs typeface="Consolas" pitchFamily="34" charset="-120"/>
              </a:rPr>
              <a:t>(400) </a:t>
            </a:r>
            <a:r>
              <a:rPr lang="en-US" sz="1600" dirty="0">
                <a:solidFill>
                  <a:srgbClr val="E8543F"/>
                </a:solidFill>
                <a:latin typeface="Consolas" pitchFamily="34" charset="0"/>
                <a:ea typeface="Consolas" pitchFamily="34" charset="-122"/>
                <a:cs typeface="Consolas" pitchFamily="34" charset="-120"/>
              </a:rPr>
              <a:t>NULL</a:t>
            </a:r>
            <a:r>
              <a:rPr lang="en-US" sz="1600" dirty="0">
                <a:solidFill>
                  <a:srgbClr val="F2F2F2"/>
                </a:solidFill>
                <a:latin typeface="Consolas" pitchFamily="34" charset="0"/>
                <a:ea typeface="Consolas" pitchFamily="34" charset="-122"/>
                <a:cs typeface="Consolas" pitchFamily="34" charset="-120"/>
              </a:rPr>
              <a:t>,</a:t>
            </a:r>
            <a:endParaRPr lang="en-US" sz="1600" dirty="0"/>
          </a:p>
          <a:p>
            <a:r>
              <a:rPr lang="en-US" sz="1600" dirty="0">
                <a:solidFill>
                  <a:srgbClr val="F2F2F2"/>
                </a:solidFill>
                <a:latin typeface="Consolas" pitchFamily="34" charset="0"/>
                <a:ea typeface="Consolas" pitchFamily="34" charset="-122"/>
                <a:cs typeface="Consolas" pitchFamily="34" charset="-120"/>
              </a:rPr>
              <a:t>);</a:t>
            </a:r>
            <a:endParaRPr lang="en-US" sz="1600" dirty="0"/>
          </a:p>
          <a:p>
            <a:r>
              <a:rPr lang="en-US" sz="1600" dirty="0">
                <a:solidFill>
                  <a:srgbClr val="CE9178"/>
                </a:solidFill>
                <a:ea typeface="Courier New" pitchFamily="34" charset="-122"/>
                <a:cs typeface="Courier New" pitchFamily="34" charset="-120"/>
              </a:rPr>
              <a:t>
</a:t>
            </a:r>
            <a:endParaRPr lang="en-US" sz="1600" dirty="0"/>
          </a:p>
        </p:txBody>
      </p:sp>
      <p:pic>
        <p:nvPicPr>
          <p:cNvPr id="6" name="Elemento grafico 5" descr="Programmatore (maschile) con riempimento a tinta unita">
            <a:extLst>
              <a:ext uri="{FF2B5EF4-FFF2-40B4-BE49-F238E27FC236}">
                <a16:creationId xmlns:a16="http://schemas.microsoft.com/office/drawing/2014/main" id="{FF1DBC4B-9A18-C998-936A-261464C605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78243" y="4083918"/>
            <a:ext cx="446348" cy="446348"/>
          </a:xfrm>
          <a:prstGeom prst="rect">
            <a:avLst/>
          </a:prstGeom>
        </p:spPr>
      </p:pic>
    </p:spTree>
    <p:extLst>
      <p:ext uri="{BB962C8B-B14F-4D97-AF65-F5344CB8AC3E}">
        <p14:creationId xmlns:p14="http://schemas.microsoft.com/office/powerpoint/2010/main" val="37626983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104B344-4524-718A-FA99-57DEC8EA5EE5}"/>
              </a:ext>
            </a:extLst>
          </p:cNvPr>
          <p:cNvSpPr>
            <a:spLocks noGrp="1"/>
          </p:cNvSpPr>
          <p:nvPr>
            <p:ph type="title"/>
          </p:nvPr>
        </p:nvSpPr>
        <p:spPr/>
        <p:txBody>
          <a:bodyPr/>
          <a:lstStyle/>
          <a:p>
            <a:r>
              <a:rPr lang="it-IT" dirty="0"/>
              <a:t>Tipi di dato</a:t>
            </a:r>
          </a:p>
        </p:txBody>
      </p:sp>
      <p:graphicFrame>
        <p:nvGraphicFramePr>
          <p:cNvPr id="5" name="Segnaposto contenuto 4">
            <a:extLst>
              <a:ext uri="{FF2B5EF4-FFF2-40B4-BE49-F238E27FC236}">
                <a16:creationId xmlns:a16="http://schemas.microsoft.com/office/drawing/2014/main" id="{83148198-B40B-1FF5-3C8C-C0A01F868AFF}"/>
              </a:ext>
            </a:extLst>
          </p:cNvPr>
          <p:cNvGraphicFramePr>
            <a:graphicFrameLocks noGrp="1"/>
          </p:cNvGraphicFramePr>
          <p:nvPr>
            <p:ph sz="half" idx="1"/>
            <p:extLst>
              <p:ext uri="{D42A27DB-BD31-4B8C-83A1-F6EECF244321}">
                <p14:modId xmlns:p14="http://schemas.microsoft.com/office/powerpoint/2010/main" val="571250050"/>
              </p:ext>
            </p:extLst>
          </p:nvPr>
        </p:nvGraphicFramePr>
        <p:xfrm>
          <a:off x="251520" y="729000"/>
          <a:ext cx="8640960" cy="4018280"/>
        </p:xfrm>
        <a:graphic>
          <a:graphicData uri="http://schemas.openxmlformats.org/drawingml/2006/table">
            <a:tbl>
              <a:tblPr firstRow="1" bandRow="1">
                <a:tableStyleId>{21E4AEA4-8DFA-4A89-87EB-49C32662AFE0}</a:tableStyleId>
              </a:tblPr>
              <a:tblGrid>
                <a:gridCol w="2160240">
                  <a:extLst>
                    <a:ext uri="{9D8B030D-6E8A-4147-A177-3AD203B41FA5}">
                      <a16:colId xmlns:a16="http://schemas.microsoft.com/office/drawing/2014/main" val="3332558024"/>
                    </a:ext>
                  </a:extLst>
                </a:gridCol>
                <a:gridCol w="2160240">
                  <a:extLst>
                    <a:ext uri="{9D8B030D-6E8A-4147-A177-3AD203B41FA5}">
                      <a16:colId xmlns:a16="http://schemas.microsoft.com/office/drawing/2014/main" val="1533726464"/>
                    </a:ext>
                  </a:extLst>
                </a:gridCol>
                <a:gridCol w="2160240">
                  <a:extLst>
                    <a:ext uri="{9D8B030D-6E8A-4147-A177-3AD203B41FA5}">
                      <a16:colId xmlns:a16="http://schemas.microsoft.com/office/drawing/2014/main" val="2568012020"/>
                    </a:ext>
                  </a:extLst>
                </a:gridCol>
                <a:gridCol w="2160240">
                  <a:extLst>
                    <a:ext uri="{9D8B030D-6E8A-4147-A177-3AD203B41FA5}">
                      <a16:colId xmlns:a16="http://schemas.microsoft.com/office/drawing/2014/main" val="182755966"/>
                    </a:ext>
                  </a:extLst>
                </a:gridCol>
              </a:tblGrid>
              <a:tr h="370840">
                <a:tc>
                  <a:txBody>
                    <a:bodyPr/>
                    <a:lstStyle/>
                    <a:p>
                      <a:pPr marL="0" indent="0">
                        <a:buNone/>
                      </a:pPr>
                      <a:r>
                        <a:rPr lang="en-US" sz="1200" b="1" dirty="0">
                          <a:solidFill>
                            <a:srgbClr val="FFFFFF"/>
                          </a:solidFill>
                          <a:latin typeface="Segoe UI" pitchFamily="34" charset="0"/>
                          <a:ea typeface="Segoe UI" pitchFamily="34" charset="-122"/>
                          <a:cs typeface="Segoe UI" pitchFamily="34" charset="-120"/>
                        </a:rPr>
                        <a:t>Serve per</a:t>
                      </a:r>
                      <a:endParaRPr lang="en-US" sz="1200" dirty="0">
                        <a:latin typeface="Segoe UI" charset="0"/>
                        <a:ea typeface="Segoe UI" charset="0"/>
                        <a:cs typeface="Segoe UI" charset="0"/>
                      </a:endParaRPr>
                    </a:p>
                  </a:txBody>
                  <a:tcPr marL="76200" marR="76200" marT="38100" marB="38100" anchor="ctr">
                    <a:solidFill>
                      <a:srgbClr val="C00000"/>
                    </a:solidFill>
                  </a:tcPr>
                </a:tc>
                <a:tc>
                  <a:txBody>
                    <a:bodyPr/>
                    <a:lstStyle/>
                    <a:p>
                      <a:pPr marL="0" indent="0">
                        <a:buNone/>
                      </a:pPr>
                      <a:r>
                        <a:rPr lang="en-US" sz="1200" b="1" dirty="0">
                          <a:solidFill>
                            <a:srgbClr val="FFFFFF"/>
                          </a:solidFill>
                          <a:latin typeface="Segoe UI" pitchFamily="34" charset="0"/>
                          <a:ea typeface="Segoe UI" pitchFamily="34" charset="-122"/>
                          <a:cs typeface="Segoe UI" pitchFamily="34" charset="-120"/>
                        </a:rPr>
                        <a:t>Preferire</a:t>
                      </a:r>
                      <a:endParaRPr lang="en-US" sz="1200" dirty="0">
                        <a:latin typeface="Segoe UI" charset="0"/>
                        <a:ea typeface="Segoe UI" charset="0"/>
                        <a:cs typeface="Segoe UI" charset="0"/>
                      </a:endParaRPr>
                    </a:p>
                  </a:txBody>
                  <a:tcPr marL="76200" marR="76200" marT="38100" marB="38100" anchor="ctr">
                    <a:solidFill>
                      <a:srgbClr val="C00000"/>
                    </a:solidFill>
                  </a:tcPr>
                </a:tc>
                <a:tc>
                  <a:txBody>
                    <a:bodyPr/>
                    <a:lstStyle/>
                    <a:p>
                      <a:pPr marL="0" indent="0">
                        <a:buNone/>
                      </a:pPr>
                      <a:r>
                        <a:rPr lang="en-US" sz="1200" b="1" dirty="0">
                          <a:solidFill>
                            <a:srgbClr val="FFFFFF"/>
                          </a:solidFill>
                          <a:latin typeface="Segoe UI" pitchFamily="34" charset="0"/>
                          <a:ea typeface="Segoe UI" pitchFamily="34" charset="-122"/>
                          <a:cs typeface="Segoe UI" pitchFamily="34" charset="-120"/>
                        </a:rPr>
                        <a:t>Evitare</a:t>
                      </a:r>
                      <a:endParaRPr lang="en-US" sz="1200" dirty="0">
                        <a:latin typeface="Segoe UI" charset="0"/>
                        <a:ea typeface="Segoe UI" charset="0"/>
                        <a:cs typeface="Segoe UI" charset="0"/>
                      </a:endParaRPr>
                    </a:p>
                  </a:txBody>
                  <a:tcPr marL="76200" marR="76200" marT="38100" marB="38100" anchor="ctr">
                    <a:solidFill>
                      <a:srgbClr val="C00000"/>
                    </a:solidFill>
                  </a:tcPr>
                </a:tc>
                <a:tc>
                  <a:txBody>
                    <a:bodyPr/>
                    <a:lstStyle/>
                    <a:p>
                      <a:pPr marL="0" indent="0">
                        <a:buNone/>
                      </a:pPr>
                      <a:r>
                        <a:rPr lang="en-US" sz="1200" b="1" dirty="0">
                          <a:solidFill>
                            <a:srgbClr val="FFFFFF"/>
                          </a:solidFill>
                          <a:latin typeface="Segoe UI" pitchFamily="34" charset="0"/>
                          <a:ea typeface="Segoe UI" pitchFamily="34" charset="-122"/>
                          <a:cs typeface="Segoe UI" pitchFamily="34" charset="-120"/>
                        </a:rPr>
                        <a:t>Perché</a:t>
                      </a:r>
                      <a:endParaRPr lang="en-US" sz="1200" dirty="0">
                        <a:latin typeface="Segoe UI" charset="0"/>
                        <a:ea typeface="Segoe UI" charset="0"/>
                        <a:cs typeface="Segoe UI" charset="0"/>
                      </a:endParaRPr>
                    </a:p>
                  </a:txBody>
                  <a:tcPr marL="76200" marR="76200" marT="38100" marB="38100" anchor="ctr">
                    <a:solidFill>
                      <a:srgbClr val="C00000"/>
                    </a:solidFill>
                  </a:tcPr>
                </a:tc>
                <a:extLst>
                  <a:ext uri="{0D108BD9-81ED-4DB2-BD59-A6C34878D82A}">
                    <a16:rowId xmlns:a16="http://schemas.microsoft.com/office/drawing/2014/main" val="520386529"/>
                  </a:ext>
                </a:extLst>
              </a:tr>
              <a:tr h="370840">
                <a:tc>
                  <a:txBody>
                    <a:bodyPr/>
                    <a:lstStyle/>
                    <a:p>
                      <a:pPr marL="0" indent="0">
                        <a:buNone/>
                      </a:pPr>
                      <a:r>
                        <a:rPr lang="en-US" sz="1200" b="1" dirty="0">
                          <a:solidFill>
                            <a:srgbClr val="1A1A1A"/>
                          </a:solidFill>
                          <a:latin typeface="Segoe UI" pitchFamily="34" charset="0"/>
                          <a:ea typeface="Segoe UI" pitchFamily="34" charset="-122"/>
                          <a:cs typeface="Segoe UI" pitchFamily="34" charset="-120"/>
                        </a:rPr>
                        <a:t>Interi</a:t>
                      </a:r>
                      <a:endParaRPr lang="en-US" sz="1200" dirty="0">
                        <a:latin typeface="Segoe UI" charset="0"/>
                        <a:ea typeface="Segoe UI" charset="0"/>
                        <a:cs typeface="Segoe UI" charset="0"/>
                      </a:endParaRPr>
                    </a:p>
                  </a:txBody>
                  <a:tcPr marL="76200" marR="76200" marT="38100" marB="38100" anchor="ctr"/>
                </a:tc>
                <a:tc>
                  <a:txBody>
                    <a:bodyPr/>
                    <a:lstStyle/>
                    <a:p>
                      <a:pPr marL="0" indent="0">
                        <a:buNone/>
                      </a:pPr>
                      <a:r>
                        <a:rPr lang="en-US" sz="1200" dirty="0">
                          <a:solidFill>
                            <a:srgbClr val="1A1A1A"/>
                          </a:solidFill>
                          <a:latin typeface="Segoe UI" pitchFamily="34" charset="0"/>
                          <a:ea typeface="Segoe UI" pitchFamily="34" charset="-122"/>
                          <a:cs typeface="Segoe UI" pitchFamily="34" charset="-120"/>
                        </a:rPr>
                        <a:t>TINYINT / SMALLINT / INT</a:t>
                      </a:r>
                      <a:endParaRPr lang="en-US" sz="1200" dirty="0">
                        <a:latin typeface="Segoe UI" charset="0"/>
                        <a:ea typeface="Segoe UI" charset="0"/>
                        <a:cs typeface="Segoe UI" charset="0"/>
                      </a:endParaRPr>
                    </a:p>
                  </a:txBody>
                  <a:tcPr marL="76200" marR="76200" marT="38100" marB="38100" anchor="ctr"/>
                </a:tc>
                <a:tc>
                  <a:txBody>
                    <a:bodyPr/>
                    <a:lstStyle/>
                    <a:p>
                      <a:pPr marL="0" indent="0">
                        <a:buNone/>
                      </a:pPr>
                      <a:r>
                        <a:rPr lang="en-US" sz="1200" dirty="0">
                          <a:solidFill>
                            <a:srgbClr val="1A1A1A"/>
                          </a:solidFill>
                          <a:latin typeface="Segoe UI" pitchFamily="34" charset="0"/>
                          <a:ea typeface="Segoe UI" pitchFamily="34" charset="-122"/>
                          <a:cs typeface="Segoe UI" pitchFamily="34" charset="-120"/>
                        </a:rPr>
                        <a:t>BIGINT se non </a:t>
                      </a:r>
                      <a:r>
                        <a:rPr lang="en-US" sz="1200" dirty="0" err="1">
                          <a:solidFill>
                            <a:srgbClr val="1A1A1A"/>
                          </a:solidFill>
                          <a:latin typeface="Segoe UI" pitchFamily="34" charset="0"/>
                          <a:ea typeface="Segoe UI" pitchFamily="34" charset="-122"/>
                          <a:cs typeface="Segoe UI" pitchFamily="34" charset="-120"/>
                        </a:rPr>
                        <a:t>necessario</a:t>
                      </a:r>
                      <a:endParaRPr lang="en-US" sz="1200" dirty="0">
                        <a:latin typeface="Segoe UI" charset="0"/>
                        <a:ea typeface="Segoe UI" charset="0"/>
                        <a:cs typeface="Segoe UI" charset="0"/>
                      </a:endParaRPr>
                    </a:p>
                  </a:txBody>
                  <a:tcPr marL="76200" marR="76200" marT="38100" marB="38100" anchor="ctr"/>
                </a:tc>
                <a:tc>
                  <a:txBody>
                    <a:bodyPr/>
                    <a:lstStyle/>
                    <a:p>
                      <a:pPr marL="0" indent="0">
                        <a:buNone/>
                      </a:pPr>
                      <a:r>
                        <a:rPr lang="en-US" sz="1200" dirty="0">
                          <a:solidFill>
                            <a:srgbClr val="1A1A1A"/>
                          </a:solidFill>
                          <a:latin typeface="Segoe UI" pitchFamily="34" charset="0"/>
                          <a:ea typeface="Segoe UI" pitchFamily="34" charset="-122"/>
                          <a:cs typeface="Segoe UI" pitchFamily="34" charset="-120"/>
                        </a:rPr>
                        <a:t>4 byte in più per </a:t>
                      </a:r>
                      <a:r>
                        <a:rPr lang="en-US" sz="1200" dirty="0" err="1">
                          <a:solidFill>
                            <a:srgbClr val="1A1A1A"/>
                          </a:solidFill>
                          <a:latin typeface="Segoe UI" pitchFamily="34" charset="0"/>
                          <a:ea typeface="Segoe UI" pitchFamily="34" charset="-122"/>
                          <a:cs typeface="Segoe UI" pitchFamily="34" charset="-120"/>
                        </a:rPr>
                        <a:t>riga</a:t>
                      </a:r>
                      <a:endParaRPr lang="en-US" sz="1200" dirty="0">
                        <a:latin typeface="Segoe UI" charset="0"/>
                        <a:ea typeface="Segoe UI" charset="0"/>
                        <a:cs typeface="Segoe UI" charset="0"/>
                      </a:endParaRPr>
                    </a:p>
                  </a:txBody>
                  <a:tcPr marL="76200" marR="76200" marT="38100" marB="38100" anchor="ctr"/>
                </a:tc>
                <a:extLst>
                  <a:ext uri="{0D108BD9-81ED-4DB2-BD59-A6C34878D82A}">
                    <a16:rowId xmlns:a16="http://schemas.microsoft.com/office/drawing/2014/main" val="961310573"/>
                  </a:ext>
                </a:extLst>
              </a:tr>
              <a:tr h="370840">
                <a:tc>
                  <a:txBody>
                    <a:bodyPr/>
                    <a:lstStyle/>
                    <a:p>
                      <a:pPr marL="0" indent="0">
                        <a:buNone/>
                      </a:pPr>
                      <a:r>
                        <a:rPr lang="en-US" sz="1200" b="1" dirty="0">
                          <a:solidFill>
                            <a:srgbClr val="1A1A1A"/>
                          </a:solidFill>
                          <a:latin typeface="Segoe UI" pitchFamily="34" charset="0"/>
                          <a:ea typeface="Segoe UI" pitchFamily="34" charset="-122"/>
                          <a:cs typeface="Segoe UI" pitchFamily="34" charset="-120"/>
                        </a:rPr>
                        <a:t>Importi</a:t>
                      </a:r>
                      <a:endParaRPr lang="en-US" sz="1200" dirty="0">
                        <a:latin typeface="Segoe UI" charset="0"/>
                        <a:ea typeface="Segoe UI" charset="0"/>
                        <a:cs typeface="Segoe UI" charset="0"/>
                      </a:endParaRPr>
                    </a:p>
                  </a:txBody>
                  <a:tcPr marL="76200" marR="76200" marT="38100" marB="38100" anchor="ctr"/>
                </a:tc>
                <a:tc>
                  <a:txBody>
                    <a:bodyPr/>
                    <a:lstStyle/>
                    <a:p>
                      <a:pPr marL="0" indent="0">
                        <a:buNone/>
                      </a:pPr>
                      <a:r>
                        <a:rPr lang="en-US" sz="1200" dirty="0">
                          <a:solidFill>
                            <a:srgbClr val="1A1A1A"/>
                          </a:solidFill>
                          <a:latin typeface="Segoe UI" pitchFamily="34" charset="0"/>
                          <a:ea typeface="Segoe UI" pitchFamily="34" charset="-122"/>
                          <a:cs typeface="Segoe UI" pitchFamily="34" charset="-120"/>
                        </a:rPr>
                        <a:t>DECIMAL(19,4) / MONEY</a:t>
                      </a:r>
                      <a:endParaRPr lang="en-US" sz="1200" dirty="0">
                        <a:latin typeface="Segoe UI" charset="0"/>
                        <a:ea typeface="Segoe UI" charset="0"/>
                        <a:cs typeface="Segoe UI" charset="0"/>
                      </a:endParaRPr>
                    </a:p>
                  </a:txBody>
                  <a:tcPr marL="76200" marR="76200" marT="38100" marB="38100" anchor="ctr"/>
                </a:tc>
                <a:tc>
                  <a:txBody>
                    <a:bodyPr/>
                    <a:lstStyle/>
                    <a:p>
                      <a:pPr marL="0" indent="0">
                        <a:buNone/>
                      </a:pPr>
                      <a:r>
                        <a:rPr lang="en-US" sz="1200" dirty="0">
                          <a:solidFill>
                            <a:srgbClr val="1A1A1A"/>
                          </a:solidFill>
                          <a:latin typeface="Segoe UI" pitchFamily="34" charset="0"/>
                          <a:ea typeface="Segoe UI" pitchFamily="34" charset="-122"/>
                          <a:cs typeface="Segoe UI" pitchFamily="34" charset="-120"/>
                        </a:rPr>
                        <a:t>FLOAT, REAL</a:t>
                      </a:r>
                      <a:endParaRPr lang="en-US" sz="1200" dirty="0">
                        <a:latin typeface="Segoe UI" charset="0"/>
                        <a:ea typeface="Segoe UI" charset="0"/>
                        <a:cs typeface="Segoe UI" charset="0"/>
                      </a:endParaRPr>
                    </a:p>
                  </a:txBody>
                  <a:tcPr marL="76200" marR="76200" marT="38100" marB="38100" anchor="ctr"/>
                </a:tc>
                <a:tc>
                  <a:txBody>
                    <a:bodyPr/>
                    <a:lstStyle/>
                    <a:p>
                      <a:pPr marL="0" indent="0">
                        <a:buNone/>
                      </a:pPr>
                      <a:r>
                        <a:rPr lang="en-US" sz="1200" dirty="0" err="1">
                          <a:solidFill>
                            <a:srgbClr val="1A1A1A"/>
                          </a:solidFill>
                          <a:latin typeface="Segoe UI" pitchFamily="34" charset="0"/>
                          <a:ea typeface="Segoe UI" pitchFamily="34" charset="-122"/>
                          <a:cs typeface="Segoe UI" pitchFamily="34" charset="-120"/>
                        </a:rPr>
                        <a:t>Virgola</a:t>
                      </a:r>
                      <a:r>
                        <a:rPr lang="en-US" sz="1200" dirty="0">
                          <a:solidFill>
                            <a:srgbClr val="1A1A1A"/>
                          </a:solidFill>
                          <a:latin typeface="Segoe UI" pitchFamily="34" charset="0"/>
                          <a:ea typeface="Segoe UI" pitchFamily="34" charset="-122"/>
                          <a:cs typeface="Segoe UI" pitchFamily="34" charset="-120"/>
                        </a:rPr>
                        <a:t> mobile = </a:t>
                      </a:r>
                      <a:r>
                        <a:rPr lang="en-US" sz="1200" dirty="0" err="1">
                          <a:solidFill>
                            <a:srgbClr val="1A1A1A"/>
                          </a:solidFill>
                          <a:latin typeface="Segoe UI" pitchFamily="34" charset="0"/>
                          <a:ea typeface="Segoe UI" pitchFamily="34" charset="-122"/>
                          <a:cs typeface="Segoe UI" pitchFamily="34" charset="-120"/>
                        </a:rPr>
                        <a:t>errori</a:t>
                      </a:r>
                      <a:r>
                        <a:rPr lang="en-US" sz="1200" dirty="0">
                          <a:solidFill>
                            <a:srgbClr val="1A1A1A"/>
                          </a:solidFill>
                          <a:latin typeface="Segoe UI" pitchFamily="34" charset="0"/>
                          <a:ea typeface="Segoe UI" pitchFamily="34" charset="-122"/>
                          <a:cs typeface="Segoe UI" pitchFamily="34" charset="-120"/>
                        </a:rPr>
                        <a:t> di </a:t>
                      </a:r>
                      <a:r>
                        <a:rPr lang="en-US" sz="1200" dirty="0" err="1">
                          <a:solidFill>
                            <a:srgbClr val="1A1A1A"/>
                          </a:solidFill>
                          <a:latin typeface="Segoe UI" pitchFamily="34" charset="0"/>
                          <a:ea typeface="Segoe UI" pitchFamily="34" charset="-122"/>
                          <a:cs typeface="Segoe UI" pitchFamily="34" charset="-120"/>
                        </a:rPr>
                        <a:t>arrotondamento</a:t>
                      </a:r>
                      <a:endParaRPr lang="en-US" sz="1200" dirty="0">
                        <a:latin typeface="Segoe UI" charset="0"/>
                        <a:ea typeface="Segoe UI" charset="0"/>
                        <a:cs typeface="Segoe UI" charset="0"/>
                      </a:endParaRPr>
                    </a:p>
                  </a:txBody>
                  <a:tcPr marL="76200" marR="76200" marT="38100" marB="38100" anchor="ctr"/>
                </a:tc>
                <a:extLst>
                  <a:ext uri="{0D108BD9-81ED-4DB2-BD59-A6C34878D82A}">
                    <a16:rowId xmlns:a16="http://schemas.microsoft.com/office/drawing/2014/main" val="4178020346"/>
                  </a:ext>
                </a:extLst>
              </a:tr>
              <a:tr h="370840">
                <a:tc>
                  <a:txBody>
                    <a:bodyPr/>
                    <a:lstStyle/>
                    <a:p>
                      <a:pPr marL="0" indent="0">
                        <a:buNone/>
                      </a:pPr>
                      <a:r>
                        <a:rPr lang="en-US" sz="1200" b="1" dirty="0">
                          <a:solidFill>
                            <a:srgbClr val="1A1A1A"/>
                          </a:solidFill>
                          <a:latin typeface="Segoe UI" pitchFamily="34" charset="0"/>
                          <a:ea typeface="Segoe UI" pitchFamily="34" charset="-122"/>
                          <a:cs typeface="Segoe UI" pitchFamily="34" charset="-120"/>
                        </a:rPr>
                        <a:t>Testo</a:t>
                      </a:r>
                      <a:endParaRPr lang="en-US" sz="1200" dirty="0">
                        <a:latin typeface="Segoe UI" charset="0"/>
                        <a:ea typeface="Segoe UI" charset="0"/>
                        <a:cs typeface="Segoe UI" charset="0"/>
                      </a:endParaRPr>
                    </a:p>
                  </a:txBody>
                  <a:tcPr marL="76200" marR="76200" marT="38100" marB="38100" anchor="ctr"/>
                </a:tc>
                <a:tc>
                  <a:txBody>
                    <a:bodyPr/>
                    <a:lstStyle/>
                    <a:p>
                      <a:pPr marL="0" indent="0">
                        <a:buNone/>
                      </a:pPr>
                      <a:r>
                        <a:rPr lang="en-US" sz="1200" dirty="0">
                          <a:solidFill>
                            <a:srgbClr val="1A1A1A"/>
                          </a:solidFill>
                          <a:latin typeface="Segoe UI" pitchFamily="34" charset="0"/>
                          <a:ea typeface="Segoe UI" pitchFamily="34" charset="-122"/>
                          <a:cs typeface="Segoe UI" pitchFamily="34" charset="-120"/>
                        </a:rPr>
                        <a:t>VARCHAR(n) dimensionato</a:t>
                      </a:r>
                      <a:endParaRPr lang="en-US" sz="1200" dirty="0">
                        <a:latin typeface="Segoe UI" charset="0"/>
                        <a:ea typeface="Segoe UI" charset="0"/>
                        <a:cs typeface="Segoe UI" charset="0"/>
                      </a:endParaRPr>
                    </a:p>
                  </a:txBody>
                  <a:tcPr marL="76200" marR="76200" marT="38100" marB="38100" anchor="ctr"/>
                </a:tc>
                <a:tc>
                  <a:txBody>
                    <a:bodyPr/>
                    <a:lstStyle/>
                    <a:p>
                      <a:pPr marL="0" indent="0">
                        <a:buNone/>
                      </a:pPr>
                      <a:r>
                        <a:rPr lang="en-US" sz="1200" dirty="0">
                          <a:solidFill>
                            <a:srgbClr val="1A1A1A"/>
                          </a:solidFill>
                          <a:latin typeface="Segoe UI" pitchFamily="34" charset="0"/>
                          <a:ea typeface="Segoe UI" pitchFamily="34" charset="-122"/>
                          <a:cs typeface="Segoe UI" pitchFamily="34" charset="-120"/>
                        </a:rPr>
                        <a:t>VARCHAR(MAX) di default</a:t>
                      </a:r>
                      <a:endParaRPr lang="en-US" sz="1200" dirty="0">
                        <a:latin typeface="Segoe UI" charset="0"/>
                        <a:ea typeface="Segoe UI" charset="0"/>
                        <a:cs typeface="Segoe UI" charset="0"/>
                      </a:endParaRPr>
                    </a:p>
                  </a:txBody>
                  <a:tcPr marL="76200" marR="76200" marT="38100" marB="38100" anchor="ctr"/>
                </a:tc>
                <a:tc>
                  <a:txBody>
                    <a:bodyPr/>
                    <a:lstStyle/>
                    <a:p>
                      <a:pPr marL="0" indent="0">
                        <a:buNone/>
                      </a:pPr>
                      <a:r>
                        <a:rPr lang="en-US" sz="1200" dirty="0">
                          <a:solidFill>
                            <a:srgbClr val="1A1A1A"/>
                          </a:solidFill>
                          <a:latin typeface="Segoe UI" pitchFamily="34" charset="0"/>
                          <a:ea typeface="Segoe UI" pitchFamily="34" charset="-122"/>
                          <a:cs typeface="Segoe UI" pitchFamily="34" charset="-120"/>
                        </a:rPr>
                        <a:t>MAX &gt;8000 </a:t>
                      </a:r>
                      <a:r>
                        <a:rPr lang="en-US" sz="1200" dirty="0" err="1">
                          <a:solidFill>
                            <a:srgbClr val="1A1A1A"/>
                          </a:solidFill>
                          <a:latin typeface="Segoe UI" pitchFamily="34" charset="0"/>
                          <a:ea typeface="Segoe UI" pitchFamily="34" charset="-122"/>
                          <a:cs typeface="Segoe UI" pitchFamily="34" charset="-120"/>
                        </a:rPr>
                        <a:t>allocato</a:t>
                      </a:r>
                      <a:r>
                        <a:rPr lang="en-US" sz="1200" dirty="0">
                          <a:solidFill>
                            <a:srgbClr val="1A1A1A"/>
                          </a:solidFill>
                          <a:latin typeface="Segoe UI" pitchFamily="34" charset="0"/>
                          <a:ea typeface="Segoe UI" pitchFamily="34" charset="-122"/>
                          <a:cs typeface="Segoe UI" pitchFamily="34" charset="-120"/>
                        </a:rPr>
                        <a:t> </a:t>
                      </a:r>
                      <a:r>
                        <a:rPr lang="en-US" sz="1200" dirty="0" err="1">
                          <a:solidFill>
                            <a:srgbClr val="1A1A1A"/>
                          </a:solidFill>
                          <a:latin typeface="Segoe UI" pitchFamily="34" charset="0"/>
                          <a:ea typeface="Segoe UI" pitchFamily="34" charset="-122"/>
                          <a:cs typeface="Segoe UI" pitchFamily="34" charset="-120"/>
                        </a:rPr>
                        <a:t>fuori</a:t>
                      </a:r>
                      <a:r>
                        <a:rPr lang="en-US" sz="1200" dirty="0">
                          <a:solidFill>
                            <a:srgbClr val="1A1A1A"/>
                          </a:solidFill>
                          <a:latin typeface="Segoe UI" pitchFamily="34" charset="0"/>
                          <a:ea typeface="Segoe UI" pitchFamily="34" charset="-122"/>
                          <a:cs typeface="Segoe UI" pitchFamily="34" charset="-120"/>
                        </a:rPr>
                        <a:t> </a:t>
                      </a:r>
                      <a:r>
                        <a:rPr lang="en-US" sz="1200" dirty="0" err="1">
                          <a:solidFill>
                            <a:srgbClr val="1A1A1A"/>
                          </a:solidFill>
                          <a:latin typeface="Segoe UI" pitchFamily="34" charset="0"/>
                          <a:ea typeface="Segoe UI" pitchFamily="34" charset="-122"/>
                          <a:cs typeface="Segoe UI" pitchFamily="34" charset="-120"/>
                        </a:rPr>
                        <a:t>riga</a:t>
                      </a:r>
                      <a:endParaRPr lang="en-US" sz="1200" dirty="0">
                        <a:latin typeface="Segoe UI" charset="0"/>
                        <a:ea typeface="Segoe UI" charset="0"/>
                        <a:cs typeface="Segoe UI" charset="0"/>
                      </a:endParaRPr>
                    </a:p>
                  </a:txBody>
                  <a:tcPr marL="76200" marR="76200" marT="38100" marB="38100" anchor="ctr"/>
                </a:tc>
                <a:extLst>
                  <a:ext uri="{0D108BD9-81ED-4DB2-BD59-A6C34878D82A}">
                    <a16:rowId xmlns:a16="http://schemas.microsoft.com/office/drawing/2014/main" val="4001865784"/>
                  </a:ext>
                </a:extLst>
              </a:tr>
              <a:tr h="370840">
                <a:tc>
                  <a:txBody>
                    <a:bodyPr/>
                    <a:lstStyle/>
                    <a:p>
                      <a:pPr marL="0" indent="0">
                        <a:buNone/>
                      </a:pPr>
                      <a:r>
                        <a:rPr lang="en-US" sz="1200" b="1" dirty="0">
                          <a:solidFill>
                            <a:srgbClr val="1A1A1A"/>
                          </a:solidFill>
                          <a:latin typeface="Segoe UI" pitchFamily="34" charset="0"/>
                          <a:ea typeface="Segoe UI" pitchFamily="34" charset="-122"/>
                          <a:cs typeface="Segoe UI" pitchFamily="34" charset="-120"/>
                        </a:rPr>
                        <a:t>Testo multilingua</a:t>
                      </a:r>
                      <a:endParaRPr lang="en-US" sz="1200" dirty="0">
                        <a:latin typeface="Segoe UI" charset="0"/>
                        <a:ea typeface="Segoe UI" charset="0"/>
                        <a:cs typeface="Segoe UI" charset="0"/>
                      </a:endParaRPr>
                    </a:p>
                  </a:txBody>
                  <a:tcPr marL="76200" marR="76200" marT="38100" marB="38100" anchor="ctr"/>
                </a:tc>
                <a:tc>
                  <a:txBody>
                    <a:bodyPr/>
                    <a:lstStyle/>
                    <a:p>
                      <a:pPr marL="0" indent="0">
                        <a:buNone/>
                      </a:pPr>
                      <a:r>
                        <a:rPr lang="en-US" sz="1200" dirty="0">
                          <a:solidFill>
                            <a:srgbClr val="1A1A1A"/>
                          </a:solidFill>
                          <a:latin typeface="Segoe UI" pitchFamily="34" charset="0"/>
                          <a:ea typeface="Segoe UI" pitchFamily="34" charset="-122"/>
                          <a:cs typeface="Segoe UI" pitchFamily="34" charset="-120"/>
                        </a:rPr>
                        <a:t>NVARCHAR(n)</a:t>
                      </a:r>
                      <a:endParaRPr lang="en-US" sz="1200" dirty="0">
                        <a:latin typeface="Segoe UI" charset="0"/>
                        <a:ea typeface="Segoe UI" charset="0"/>
                        <a:cs typeface="Segoe UI" charset="0"/>
                      </a:endParaRPr>
                    </a:p>
                  </a:txBody>
                  <a:tcPr marL="76200" marR="76200" marT="38100" marB="38100" anchor="ctr"/>
                </a:tc>
                <a:tc>
                  <a:txBody>
                    <a:bodyPr/>
                    <a:lstStyle/>
                    <a:p>
                      <a:pPr marL="0" indent="0">
                        <a:buNone/>
                      </a:pPr>
                      <a:r>
                        <a:rPr lang="en-US" sz="1200" dirty="0">
                          <a:latin typeface="Segoe UI" charset="0"/>
                          <a:ea typeface="Segoe UI" charset="0"/>
                          <a:cs typeface="Segoe UI" charset="0"/>
                        </a:rPr>
                        <a:t>NVARCHAR(MAX) se non </a:t>
                      </a:r>
                      <a:r>
                        <a:rPr lang="en-US" sz="1200" dirty="0" err="1">
                          <a:latin typeface="Segoe UI" charset="0"/>
                          <a:ea typeface="Segoe UI" charset="0"/>
                          <a:cs typeface="Segoe UI" charset="0"/>
                        </a:rPr>
                        <a:t>necessario</a:t>
                      </a:r>
                      <a:endParaRPr lang="en-US" sz="1200" dirty="0">
                        <a:latin typeface="Segoe UI" charset="0"/>
                        <a:ea typeface="Segoe UI" charset="0"/>
                        <a:cs typeface="Segoe UI" charset="0"/>
                      </a:endParaRPr>
                    </a:p>
                  </a:txBody>
                  <a:tcPr marL="76200" marR="76200" marT="38100" marB="38100" anchor="ctr"/>
                </a:tc>
                <a:tc>
                  <a:txBody>
                    <a:bodyPr/>
                    <a:lstStyle/>
                    <a:p>
                      <a:pPr marL="0" indent="0">
                        <a:buNone/>
                      </a:pPr>
                      <a:r>
                        <a:rPr lang="en-US" sz="1200" dirty="0">
                          <a:solidFill>
                            <a:srgbClr val="1A1A1A"/>
                          </a:solidFill>
                          <a:latin typeface="Segoe UI" pitchFamily="34" charset="0"/>
                          <a:ea typeface="Segoe UI" pitchFamily="34" charset="-122"/>
                          <a:cs typeface="Segoe UI" pitchFamily="34" charset="-120"/>
                        </a:rPr>
                        <a:t>NVARCHAR 2 byte per carattere, </a:t>
                      </a:r>
                      <a:r>
                        <a:rPr lang="en-US" sz="1200" dirty="0" err="1">
                          <a:solidFill>
                            <a:srgbClr val="1A1A1A"/>
                          </a:solidFill>
                          <a:latin typeface="Segoe UI" pitchFamily="34" charset="0"/>
                          <a:ea typeface="Segoe UI" pitchFamily="34" charset="-122"/>
                          <a:cs typeface="Segoe UI" pitchFamily="34" charset="-120"/>
                        </a:rPr>
                        <a:t>fuori</a:t>
                      </a:r>
                      <a:r>
                        <a:rPr lang="en-US" sz="1200" dirty="0">
                          <a:solidFill>
                            <a:srgbClr val="1A1A1A"/>
                          </a:solidFill>
                          <a:latin typeface="Segoe UI" pitchFamily="34" charset="0"/>
                          <a:ea typeface="Segoe UI" pitchFamily="34" charset="-122"/>
                          <a:cs typeface="Segoe UI" pitchFamily="34" charset="-120"/>
                        </a:rPr>
                        <a:t> </a:t>
                      </a:r>
                      <a:r>
                        <a:rPr lang="en-US" sz="1200" dirty="0" err="1">
                          <a:solidFill>
                            <a:srgbClr val="1A1A1A"/>
                          </a:solidFill>
                          <a:latin typeface="Segoe UI" pitchFamily="34" charset="0"/>
                          <a:ea typeface="Segoe UI" pitchFamily="34" charset="-122"/>
                          <a:cs typeface="Segoe UI" pitchFamily="34" charset="-120"/>
                        </a:rPr>
                        <a:t>riga</a:t>
                      </a:r>
                      <a:r>
                        <a:rPr lang="en-US" sz="1200" dirty="0">
                          <a:solidFill>
                            <a:srgbClr val="1A1A1A"/>
                          </a:solidFill>
                          <a:latin typeface="Segoe UI" pitchFamily="34" charset="0"/>
                          <a:ea typeface="Segoe UI" pitchFamily="34" charset="-122"/>
                          <a:cs typeface="Segoe UI" pitchFamily="34" charset="-120"/>
                        </a:rPr>
                        <a:t> se &gt; 4000</a:t>
                      </a:r>
                      <a:endParaRPr lang="en-US" sz="1200" dirty="0">
                        <a:latin typeface="Segoe UI" charset="0"/>
                        <a:ea typeface="Segoe UI" charset="0"/>
                        <a:cs typeface="Segoe UI" charset="0"/>
                      </a:endParaRPr>
                    </a:p>
                  </a:txBody>
                  <a:tcPr marL="76200" marR="76200" marT="38100" marB="38100" anchor="ctr"/>
                </a:tc>
                <a:extLst>
                  <a:ext uri="{0D108BD9-81ED-4DB2-BD59-A6C34878D82A}">
                    <a16:rowId xmlns:a16="http://schemas.microsoft.com/office/drawing/2014/main" val="2300760290"/>
                  </a:ext>
                </a:extLst>
              </a:tr>
              <a:tr h="370840">
                <a:tc>
                  <a:txBody>
                    <a:bodyPr/>
                    <a:lstStyle/>
                    <a:p>
                      <a:pPr marL="0" indent="0">
                        <a:buNone/>
                      </a:pPr>
                      <a:r>
                        <a:rPr lang="en-US" sz="1200" b="1" dirty="0">
                          <a:solidFill>
                            <a:srgbClr val="1A1A1A"/>
                          </a:solidFill>
                          <a:latin typeface="Segoe UI" pitchFamily="34" charset="0"/>
                          <a:ea typeface="Segoe UI" pitchFamily="34" charset="-122"/>
                          <a:cs typeface="Segoe UI" pitchFamily="34" charset="-120"/>
                        </a:rPr>
                        <a:t>Lunghezza fissa</a:t>
                      </a:r>
                      <a:endParaRPr lang="en-US" sz="1200" dirty="0">
                        <a:latin typeface="Segoe UI" charset="0"/>
                        <a:ea typeface="Segoe UI" charset="0"/>
                        <a:cs typeface="Segoe UI" charset="0"/>
                      </a:endParaRPr>
                    </a:p>
                  </a:txBody>
                  <a:tcPr marL="76200" marR="76200" marT="38100" marB="38100" anchor="ctr"/>
                </a:tc>
                <a:tc>
                  <a:txBody>
                    <a:bodyPr/>
                    <a:lstStyle/>
                    <a:p>
                      <a:pPr marL="0" indent="0">
                        <a:buNone/>
                      </a:pPr>
                      <a:r>
                        <a:rPr lang="en-US" sz="1200" dirty="0">
                          <a:solidFill>
                            <a:srgbClr val="1A1A1A"/>
                          </a:solidFill>
                          <a:latin typeface="Segoe UI" pitchFamily="34" charset="0"/>
                          <a:ea typeface="Segoe UI" pitchFamily="34" charset="-122"/>
                          <a:cs typeface="Segoe UI" pitchFamily="34" charset="-120"/>
                        </a:rPr>
                        <a:t>CHAR(n) solo se davvero fissa</a:t>
                      </a:r>
                      <a:endParaRPr lang="en-US" sz="1200" dirty="0">
                        <a:latin typeface="Segoe UI" charset="0"/>
                        <a:ea typeface="Segoe UI" charset="0"/>
                        <a:cs typeface="Segoe UI" charset="0"/>
                      </a:endParaRPr>
                    </a:p>
                  </a:txBody>
                  <a:tcPr marL="76200" marR="76200" marT="38100" marB="38100" anchor="ctr"/>
                </a:tc>
                <a:tc>
                  <a:txBody>
                    <a:bodyPr/>
                    <a:lstStyle/>
                    <a:p>
                      <a:pPr marL="0" indent="0">
                        <a:buNone/>
                      </a:pPr>
                      <a:r>
                        <a:rPr lang="en-US" sz="1200" dirty="0">
                          <a:solidFill>
                            <a:srgbClr val="1A1A1A"/>
                          </a:solidFill>
                          <a:latin typeface="Segoe UI" pitchFamily="34" charset="0"/>
                          <a:ea typeface="Segoe UI" pitchFamily="34" charset="-122"/>
                          <a:cs typeface="Segoe UI" pitchFamily="34" charset="-120"/>
                        </a:rPr>
                        <a:t>CHAR su </a:t>
                      </a:r>
                      <a:r>
                        <a:rPr lang="en-US" sz="1200" dirty="0" err="1">
                          <a:solidFill>
                            <a:srgbClr val="1A1A1A"/>
                          </a:solidFill>
                          <a:latin typeface="Segoe UI" pitchFamily="34" charset="0"/>
                          <a:ea typeface="Segoe UI" pitchFamily="34" charset="-122"/>
                          <a:cs typeface="Segoe UI" pitchFamily="34" charset="-120"/>
                        </a:rPr>
                        <a:t>campi</a:t>
                      </a:r>
                      <a:r>
                        <a:rPr lang="en-US" sz="1200" dirty="0">
                          <a:solidFill>
                            <a:srgbClr val="1A1A1A"/>
                          </a:solidFill>
                          <a:latin typeface="Segoe UI" pitchFamily="34" charset="0"/>
                          <a:ea typeface="Segoe UI" pitchFamily="34" charset="-122"/>
                          <a:cs typeface="Segoe UI" pitchFamily="34" charset="-120"/>
                        </a:rPr>
                        <a:t> </a:t>
                      </a:r>
                      <a:r>
                        <a:rPr lang="en-US" sz="1200" dirty="0" err="1">
                          <a:solidFill>
                            <a:srgbClr val="1A1A1A"/>
                          </a:solidFill>
                          <a:latin typeface="Segoe UI" pitchFamily="34" charset="0"/>
                          <a:ea typeface="Segoe UI" pitchFamily="34" charset="-122"/>
                          <a:cs typeface="Segoe UI" pitchFamily="34" charset="-120"/>
                        </a:rPr>
                        <a:t>variabili</a:t>
                      </a:r>
                      <a:r>
                        <a:rPr lang="en-US" sz="1200" dirty="0">
                          <a:solidFill>
                            <a:srgbClr val="1A1A1A"/>
                          </a:solidFill>
                          <a:latin typeface="Segoe UI" pitchFamily="34" charset="0"/>
                          <a:ea typeface="Segoe UI" pitchFamily="34" charset="-122"/>
                          <a:cs typeface="Segoe UI" pitchFamily="34" charset="-120"/>
                        </a:rPr>
                        <a:t> come </a:t>
                      </a:r>
                      <a:r>
                        <a:rPr lang="en-US" sz="1200" dirty="0" err="1">
                          <a:solidFill>
                            <a:srgbClr val="1A1A1A"/>
                          </a:solidFill>
                          <a:latin typeface="Segoe UI" pitchFamily="34" charset="0"/>
                          <a:ea typeface="Segoe UI" pitchFamily="34" charset="-122"/>
                          <a:cs typeface="Segoe UI" pitchFamily="34" charset="-120"/>
                        </a:rPr>
                        <a:t>lunghezza</a:t>
                      </a:r>
                      <a:r>
                        <a:rPr lang="en-US" sz="1200" dirty="0">
                          <a:solidFill>
                            <a:srgbClr val="1A1A1A"/>
                          </a:solidFill>
                          <a:latin typeface="Segoe UI" pitchFamily="34" charset="0"/>
                          <a:ea typeface="Segoe UI" pitchFamily="34" charset="-122"/>
                          <a:cs typeface="Segoe UI" pitchFamily="34" charset="-120"/>
                        </a:rPr>
                        <a:t> </a:t>
                      </a:r>
                      <a:r>
                        <a:rPr lang="en-US" sz="1200" dirty="0" err="1">
                          <a:solidFill>
                            <a:srgbClr val="1A1A1A"/>
                          </a:solidFill>
                          <a:latin typeface="Segoe UI" pitchFamily="34" charset="0"/>
                          <a:ea typeface="Segoe UI" pitchFamily="34" charset="-122"/>
                          <a:cs typeface="Segoe UI" pitchFamily="34" charset="-120"/>
                        </a:rPr>
                        <a:t>dato</a:t>
                      </a:r>
                      <a:endParaRPr lang="en-US" sz="1200" dirty="0">
                        <a:latin typeface="Segoe UI" charset="0"/>
                        <a:ea typeface="Segoe UI" charset="0"/>
                        <a:cs typeface="Segoe UI" charset="0"/>
                      </a:endParaRPr>
                    </a:p>
                  </a:txBody>
                  <a:tcPr marL="76200" marR="76200" marT="38100" marB="38100" anchor="ctr"/>
                </a:tc>
                <a:tc>
                  <a:txBody>
                    <a:bodyPr/>
                    <a:lstStyle/>
                    <a:p>
                      <a:pPr marL="0" indent="0">
                        <a:buNone/>
                      </a:pPr>
                      <a:r>
                        <a:rPr lang="en-US" sz="1200" dirty="0">
                          <a:solidFill>
                            <a:srgbClr val="1A1A1A"/>
                          </a:solidFill>
                          <a:latin typeface="Segoe UI" pitchFamily="34" charset="0"/>
                          <a:ea typeface="Segoe UI" pitchFamily="34" charset="-122"/>
                          <a:cs typeface="Segoe UI" pitchFamily="34" charset="-120"/>
                        </a:rPr>
                        <a:t>Padding di spazi su ogni riga</a:t>
                      </a:r>
                      <a:endParaRPr lang="en-US" sz="1200" dirty="0">
                        <a:latin typeface="Segoe UI" charset="0"/>
                        <a:ea typeface="Segoe UI" charset="0"/>
                        <a:cs typeface="Segoe UI" charset="0"/>
                      </a:endParaRPr>
                    </a:p>
                  </a:txBody>
                  <a:tcPr marL="76200" marR="76200" marT="38100" marB="38100" anchor="ctr"/>
                </a:tc>
                <a:extLst>
                  <a:ext uri="{0D108BD9-81ED-4DB2-BD59-A6C34878D82A}">
                    <a16:rowId xmlns:a16="http://schemas.microsoft.com/office/drawing/2014/main" val="2096158290"/>
                  </a:ext>
                </a:extLst>
              </a:tr>
              <a:tr h="370840">
                <a:tc>
                  <a:txBody>
                    <a:bodyPr/>
                    <a:lstStyle/>
                    <a:p>
                      <a:pPr marL="0" indent="0">
                        <a:buNone/>
                      </a:pPr>
                      <a:r>
                        <a:rPr lang="en-US" sz="1200" b="1" dirty="0">
                          <a:solidFill>
                            <a:srgbClr val="1A1A1A"/>
                          </a:solidFill>
                          <a:latin typeface="Segoe UI" pitchFamily="34" charset="0"/>
                          <a:ea typeface="Segoe UI" pitchFamily="34" charset="-122"/>
                          <a:cs typeface="Segoe UI" pitchFamily="34" charset="-120"/>
                        </a:rPr>
                        <a:t>Date</a:t>
                      </a:r>
                      <a:endParaRPr lang="en-US" sz="1200" dirty="0">
                        <a:latin typeface="Segoe UI" charset="0"/>
                        <a:ea typeface="Segoe UI" charset="0"/>
                        <a:cs typeface="Segoe UI" charset="0"/>
                      </a:endParaRPr>
                    </a:p>
                  </a:txBody>
                  <a:tcPr marL="76200" marR="76200" marT="38100" marB="38100" anchor="ctr"/>
                </a:tc>
                <a:tc>
                  <a:txBody>
                    <a:bodyPr/>
                    <a:lstStyle/>
                    <a:p>
                      <a:pPr marL="0" indent="0">
                        <a:buNone/>
                      </a:pPr>
                      <a:r>
                        <a:rPr lang="en-US" sz="1200" dirty="0">
                          <a:solidFill>
                            <a:srgbClr val="1A1A1A"/>
                          </a:solidFill>
                          <a:latin typeface="Segoe UI" pitchFamily="34" charset="0"/>
                          <a:ea typeface="Segoe UI" pitchFamily="34" charset="-122"/>
                          <a:cs typeface="Segoe UI" pitchFamily="34" charset="-120"/>
                        </a:rPr>
                        <a:t>DATE / DATETIME2(n)</a:t>
                      </a:r>
                      <a:endParaRPr lang="en-US" sz="1200" dirty="0">
                        <a:latin typeface="Segoe UI" charset="0"/>
                        <a:ea typeface="Segoe UI" charset="0"/>
                        <a:cs typeface="Segoe UI" charset="0"/>
                      </a:endParaRPr>
                    </a:p>
                  </a:txBody>
                  <a:tcPr marL="76200" marR="76200" marT="38100" marB="38100" anchor="ctr"/>
                </a:tc>
                <a:tc>
                  <a:txBody>
                    <a:bodyPr/>
                    <a:lstStyle/>
                    <a:p>
                      <a:pPr marL="0" indent="0">
                        <a:buNone/>
                      </a:pPr>
                      <a:r>
                        <a:rPr lang="en-US" sz="1200" dirty="0">
                          <a:solidFill>
                            <a:srgbClr val="1A1A1A"/>
                          </a:solidFill>
                          <a:latin typeface="Segoe UI" pitchFamily="34" charset="0"/>
                          <a:ea typeface="Segoe UI" pitchFamily="34" charset="-122"/>
                          <a:cs typeface="Segoe UI" pitchFamily="34" charset="-120"/>
                        </a:rPr>
                        <a:t>DATETIME, SMALLDATETIME</a:t>
                      </a:r>
                      <a:endParaRPr lang="en-US" sz="1200" dirty="0">
                        <a:latin typeface="Segoe UI" charset="0"/>
                        <a:ea typeface="Segoe UI" charset="0"/>
                        <a:cs typeface="Segoe UI" charset="0"/>
                      </a:endParaRPr>
                    </a:p>
                  </a:txBody>
                  <a:tcPr marL="76200" marR="76200" marT="38100" marB="38100" anchor="ctr"/>
                </a:tc>
                <a:tc>
                  <a:txBody>
                    <a:bodyPr/>
                    <a:lstStyle/>
                    <a:p>
                      <a:pPr marL="0" indent="0">
                        <a:buNone/>
                      </a:pPr>
                      <a:r>
                        <a:rPr lang="en-US" sz="1200" dirty="0">
                          <a:solidFill>
                            <a:srgbClr val="1A1A1A"/>
                          </a:solidFill>
                          <a:latin typeface="Segoe UI" pitchFamily="34" charset="0"/>
                          <a:ea typeface="Segoe UI" pitchFamily="34" charset="-122"/>
                          <a:cs typeface="Segoe UI" pitchFamily="34" charset="-120"/>
                        </a:rPr>
                        <a:t>DATETIME arrotonda a 3,33 ms e occupa di più</a:t>
                      </a:r>
                      <a:endParaRPr lang="en-US" sz="1200" dirty="0">
                        <a:latin typeface="Segoe UI" charset="0"/>
                        <a:ea typeface="Segoe UI" charset="0"/>
                        <a:cs typeface="Segoe UI" charset="0"/>
                      </a:endParaRPr>
                    </a:p>
                  </a:txBody>
                  <a:tcPr marL="76200" marR="76200" marT="38100" marB="38100" anchor="ctr"/>
                </a:tc>
                <a:extLst>
                  <a:ext uri="{0D108BD9-81ED-4DB2-BD59-A6C34878D82A}">
                    <a16:rowId xmlns:a16="http://schemas.microsoft.com/office/drawing/2014/main" val="1911750393"/>
                  </a:ext>
                </a:extLst>
              </a:tr>
              <a:tr h="370840">
                <a:tc>
                  <a:txBody>
                    <a:bodyPr/>
                    <a:lstStyle/>
                    <a:p>
                      <a:pPr marL="0" indent="0">
                        <a:buNone/>
                      </a:pPr>
                      <a:r>
                        <a:rPr lang="en-US" sz="1200" b="1" dirty="0">
                          <a:solidFill>
                            <a:srgbClr val="1A1A1A"/>
                          </a:solidFill>
                          <a:latin typeface="Segoe UI" pitchFamily="34" charset="0"/>
                          <a:ea typeface="Segoe UI" pitchFamily="34" charset="-122"/>
                          <a:cs typeface="Segoe UI" pitchFamily="34" charset="-120"/>
                        </a:rPr>
                        <a:t>Sì/No</a:t>
                      </a:r>
                      <a:endParaRPr lang="en-US" sz="1200" dirty="0">
                        <a:latin typeface="Segoe UI" charset="0"/>
                        <a:ea typeface="Segoe UI" charset="0"/>
                        <a:cs typeface="Segoe UI" charset="0"/>
                      </a:endParaRPr>
                    </a:p>
                  </a:txBody>
                  <a:tcPr marL="76200" marR="76200" marT="38100" marB="38100" anchor="ctr"/>
                </a:tc>
                <a:tc>
                  <a:txBody>
                    <a:bodyPr/>
                    <a:lstStyle/>
                    <a:p>
                      <a:pPr marL="0" indent="0">
                        <a:buNone/>
                      </a:pPr>
                      <a:r>
                        <a:rPr lang="en-US" sz="1200" dirty="0">
                          <a:solidFill>
                            <a:srgbClr val="1A1A1A"/>
                          </a:solidFill>
                          <a:latin typeface="Segoe UI" pitchFamily="34" charset="0"/>
                          <a:ea typeface="Segoe UI" pitchFamily="34" charset="-122"/>
                          <a:cs typeface="Segoe UI" pitchFamily="34" charset="-120"/>
                        </a:rPr>
                        <a:t>BIT</a:t>
                      </a:r>
                      <a:endParaRPr lang="en-US" sz="1200" dirty="0">
                        <a:latin typeface="Segoe UI" charset="0"/>
                        <a:ea typeface="Segoe UI" charset="0"/>
                        <a:cs typeface="Segoe UI" charset="0"/>
                      </a:endParaRPr>
                    </a:p>
                  </a:txBody>
                  <a:tcPr marL="76200" marR="76200" marT="38100" marB="38100" anchor="ctr"/>
                </a:tc>
                <a:tc>
                  <a:txBody>
                    <a:bodyPr/>
                    <a:lstStyle/>
                    <a:p>
                      <a:pPr marL="0" indent="0">
                        <a:buNone/>
                      </a:pPr>
                      <a:r>
                        <a:rPr lang="en-US" sz="1200" dirty="0">
                          <a:solidFill>
                            <a:srgbClr val="1A1A1A"/>
                          </a:solidFill>
                          <a:latin typeface="Segoe UI" pitchFamily="34" charset="0"/>
                          <a:ea typeface="Segoe UI" pitchFamily="34" charset="-122"/>
                          <a:cs typeface="Segoe UI" pitchFamily="34" charset="-120"/>
                        </a:rPr>
                        <a:t>CHAR(1) con 'S'/’N’, </a:t>
                      </a:r>
                      <a:r>
                        <a:rPr lang="en-US" sz="1200" dirty="0" err="1">
                          <a:solidFill>
                            <a:srgbClr val="1A1A1A"/>
                          </a:solidFill>
                          <a:latin typeface="Segoe UI" pitchFamily="34" charset="0"/>
                          <a:ea typeface="Segoe UI" pitchFamily="34" charset="-122"/>
                          <a:cs typeface="Segoe UI" pitchFamily="34" charset="-120"/>
                        </a:rPr>
                        <a:t>smallint</a:t>
                      </a:r>
                      <a:r>
                        <a:rPr lang="en-US" sz="1200" dirty="0">
                          <a:solidFill>
                            <a:srgbClr val="1A1A1A"/>
                          </a:solidFill>
                          <a:latin typeface="Segoe UI" pitchFamily="34" charset="0"/>
                          <a:ea typeface="Segoe UI" pitchFamily="34" charset="-122"/>
                          <a:cs typeface="Segoe UI" pitchFamily="34" charset="-120"/>
                        </a:rPr>
                        <a:t> 0/1</a:t>
                      </a:r>
                      <a:endParaRPr lang="en-US" sz="1200" dirty="0">
                        <a:latin typeface="Segoe UI" charset="0"/>
                        <a:ea typeface="Segoe UI" charset="0"/>
                        <a:cs typeface="Segoe UI" charset="0"/>
                      </a:endParaRPr>
                    </a:p>
                  </a:txBody>
                  <a:tcPr marL="76200" marR="76200" marT="38100" marB="38100" anchor="ctr"/>
                </a:tc>
                <a:tc>
                  <a:txBody>
                    <a:bodyPr/>
                    <a:lstStyle/>
                    <a:p>
                      <a:pPr marL="0" indent="0">
                        <a:buNone/>
                      </a:pPr>
                      <a:r>
                        <a:rPr lang="en-US" sz="1200" dirty="0">
                          <a:solidFill>
                            <a:srgbClr val="1A1A1A"/>
                          </a:solidFill>
                          <a:latin typeface="Segoe UI" pitchFamily="34" charset="0"/>
                          <a:ea typeface="Segoe UI" pitchFamily="34" charset="-122"/>
                          <a:cs typeface="Segoe UI" pitchFamily="34" charset="-120"/>
                        </a:rPr>
                        <a:t>Fino a 8 BIT stanno in un byte</a:t>
                      </a:r>
                      <a:endParaRPr lang="en-US" sz="1200" dirty="0">
                        <a:latin typeface="Segoe UI" charset="0"/>
                        <a:ea typeface="Segoe UI" charset="0"/>
                        <a:cs typeface="Segoe UI" charset="0"/>
                      </a:endParaRPr>
                    </a:p>
                  </a:txBody>
                  <a:tcPr marL="76200" marR="76200" marT="38100" marB="38100" anchor="ctr"/>
                </a:tc>
                <a:extLst>
                  <a:ext uri="{0D108BD9-81ED-4DB2-BD59-A6C34878D82A}">
                    <a16:rowId xmlns:a16="http://schemas.microsoft.com/office/drawing/2014/main" val="2912374716"/>
                  </a:ext>
                </a:extLst>
              </a:tr>
              <a:tr h="370840">
                <a:tc>
                  <a:txBody>
                    <a:bodyPr/>
                    <a:lstStyle/>
                    <a:p>
                      <a:pPr marL="0" indent="0">
                        <a:buNone/>
                      </a:pPr>
                      <a:r>
                        <a:rPr lang="en-US" sz="1200" b="1" dirty="0">
                          <a:solidFill>
                            <a:srgbClr val="1A1A1A"/>
                          </a:solidFill>
                          <a:latin typeface="Segoe UI" pitchFamily="34" charset="0"/>
                          <a:ea typeface="Segoe UI" pitchFamily="34" charset="-122"/>
                          <a:cs typeface="Segoe UI" pitchFamily="34" charset="-120"/>
                        </a:rPr>
                        <a:t>Chiavi tecniche</a:t>
                      </a:r>
                      <a:endParaRPr lang="en-US" sz="1200" dirty="0">
                        <a:latin typeface="Segoe UI" charset="0"/>
                        <a:ea typeface="Segoe UI" charset="0"/>
                        <a:cs typeface="Segoe UI" charset="0"/>
                      </a:endParaRPr>
                    </a:p>
                  </a:txBody>
                  <a:tcPr marL="76200" marR="76200" marT="38100" marB="38100" anchor="ctr"/>
                </a:tc>
                <a:tc>
                  <a:txBody>
                    <a:bodyPr/>
                    <a:lstStyle/>
                    <a:p>
                      <a:pPr marL="0" indent="0">
                        <a:buNone/>
                      </a:pPr>
                      <a:r>
                        <a:rPr lang="en-US" sz="1200" dirty="0">
                          <a:solidFill>
                            <a:srgbClr val="1A1A1A"/>
                          </a:solidFill>
                          <a:latin typeface="Segoe UI" pitchFamily="34" charset="0"/>
                          <a:ea typeface="Segoe UI" pitchFamily="34" charset="-122"/>
                          <a:cs typeface="Segoe UI" pitchFamily="34" charset="-120"/>
                        </a:rPr>
                        <a:t>INT/BIGINT IDENTITY</a:t>
                      </a:r>
                      <a:endParaRPr lang="en-US" sz="1200" dirty="0">
                        <a:latin typeface="Segoe UI" charset="0"/>
                        <a:ea typeface="Segoe UI" charset="0"/>
                        <a:cs typeface="Segoe UI" charset="0"/>
                      </a:endParaRPr>
                    </a:p>
                  </a:txBody>
                  <a:tcPr marL="76200" marR="76200" marT="38100" marB="38100" anchor="ctr"/>
                </a:tc>
                <a:tc>
                  <a:txBody>
                    <a:bodyPr/>
                    <a:lstStyle/>
                    <a:p>
                      <a:pPr marL="0" indent="0">
                        <a:buNone/>
                      </a:pPr>
                      <a:r>
                        <a:rPr lang="en-US" sz="1200" dirty="0">
                          <a:solidFill>
                            <a:srgbClr val="1A1A1A"/>
                          </a:solidFill>
                          <a:latin typeface="Segoe UI" pitchFamily="34" charset="0"/>
                          <a:ea typeface="Segoe UI" pitchFamily="34" charset="-122"/>
                          <a:cs typeface="Segoe UI" pitchFamily="34" charset="-120"/>
                        </a:rPr>
                        <a:t>UNIQUEIDENTIFIER con NEWID(), </a:t>
                      </a:r>
                      <a:r>
                        <a:rPr lang="en-US" sz="1200" dirty="0" err="1">
                          <a:solidFill>
                            <a:srgbClr val="1A1A1A"/>
                          </a:solidFill>
                          <a:latin typeface="Segoe UI" pitchFamily="34" charset="0"/>
                          <a:ea typeface="Segoe UI" pitchFamily="34" charset="-122"/>
                          <a:cs typeface="Segoe UI" pitchFamily="34" charset="-120"/>
                        </a:rPr>
                        <a:t>Guid</a:t>
                      </a:r>
                      <a:r>
                        <a:rPr lang="en-US" sz="1200" dirty="0">
                          <a:solidFill>
                            <a:srgbClr val="1A1A1A"/>
                          </a:solidFill>
                          <a:latin typeface="Segoe UI" pitchFamily="34" charset="0"/>
                          <a:ea typeface="Segoe UI" pitchFamily="34" charset="-122"/>
                          <a:cs typeface="Segoe UI" pitchFamily="34" charset="-120"/>
                        </a:rPr>
                        <a:t> solo se </a:t>
                      </a:r>
                      <a:r>
                        <a:rPr lang="en-US" sz="1200" dirty="0" err="1">
                          <a:solidFill>
                            <a:srgbClr val="1A1A1A"/>
                          </a:solidFill>
                          <a:latin typeface="Segoe UI" pitchFamily="34" charset="0"/>
                          <a:ea typeface="Segoe UI" pitchFamily="34" charset="-122"/>
                          <a:cs typeface="Segoe UI" pitchFamily="34" charset="-120"/>
                        </a:rPr>
                        <a:t>necessario</a:t>
                      </a:r>
                      <a:endParaRPr lang="en-US" sz="1200" dirty="0">
                        <a:latin typeface="Segoe UI" charset="0"/>
                        <a:ea typeface="Segoe UI" charset="0"/>
                        <a:cs typeface="Segoe UI" charset="0"/>
                      </a:endParaRPr>
                    </a:p>
                  </a:txBody>
                  <a:tcPr marL="76200" marR="76200" marT="38100" marB="38100" anchor="ctr"/>
                </a:tc>
                <a:tc>
                  <a:txBody>
                    <a:bodyPr/>
                    <a:lstStyle/>
                    <a:p>
                      <a:pPr marL="0" indent="0">
                        <a:buNone/>
                      </a:pPr>
                      <a:r>
                        <a:rPr lang="en-US" sz="1200" dirty="0">
                          <a:solidFill>
                            <a:srgbClr val="1A1A1A"/>
                          </a:solidFill>
                          <a:latin typeface="Segoe UI" pitchFamily="34" charset="0"/>
                          <a:ea typeface="Segoe UI" pitchFamily="34" charset="-122"/>
                          <a:cs typeface="Segoe UI" pitchFamily="34" charset="-120"/>
                        </a:rPr>
                        <a:t>Chiave casuale = frammentazione e chiave larga</a:t>
                      </a:r>
                      <a:endParaRPr lang="en-US" sz="1200" dirty="0">
                        <a:latin typeface="Segoe UI" charset="0"/>
                        <a:ea typeface="Segoe UI" charset="0"/>
                        <a:cs typeface="Segoe UI" charset="0"/>
                      </a:endParaRPr>
                    </a:p>
                  </a:txBody>
                  <a:tcPr marL="76200" marR="76200" marT="38100" marB="38100" anchor="ctr"/>
                </a:tc>
                <a:extLst>
                  <a:ext uri="{0D108BD9-81ED-4DB2-BD59-A6C34878D82A}">
                    <a16:rowId xmlns:a16="http://schemas.microsoft.com/office/drawing/2014/main" val="22885170"/>
                  </a:ext>
                </a:extLst>
              </a:tr>
            </a:tbl>
          </a:graphicData>
        </a:graphic>
      </p:graphicFrame>
    </p:spTree>
    <p:extLst>
      <p:ext uri="{BB962C8B-B14F-4D97-AF65-F5344CB8AC3E}">
        <p14:creationId xmlns:p14="http://schemas.microsoft.com/office/powerpoint/2010/main" val="10798536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7541E62-2834-E030-F12B-030808D35A24}"/>
              </a:ext>
            </a:extLst>
          </p:cNvPr>
          <p:cNvSpPr>
            <a:spLocks noGrp="1"/>
          </p:cNvSpPr>
          <p:nvPr>
            <p:ph type="title"/>
          </p:nvPr>
        </p:nvSpPr>
        <p:spPr/>
        <p:txBody>
          <a:bodyPr/>
          <a:lstStyle/>
          <a:p>
            <a:r>
              <a:rPr lang="it-IT" dirty="0"/>
              <a:t>Costo della definizione</a:t>
            </a:r>
          </a:p>
        </p:txBody>
      </p:sp>
      <p:graphicFrame>
        <p:nvGraphicFramePr>
          <p:cNvPr id="5" name="Diagramma 4">
            <a:extLst>
              <a:ext uri="{FF2B5EF4-FFF2-40B4-BE49-F238E27FC236}">
                <a16:creationId xmlns:a16="http://schemas.microsoft.com/office/drawing/2014/main" id="{E9961E61-8106-BDA4-6D8F-B138BEC436BC}"/>
              </a:ext>
            </a:extLst>
          </p:cNvPr>
          <p:cNvGraphicFramePr/>
          <p:nvPr>
            <p:extLst>
              <p:ext uri="{D42A27DB-BD31-4B8C-83A1-F6EECF244321}">
                <p14:modId xmlns:p14="http://schemas.microsoft.com/office/powerpoint/2010/main" val="3806454077"/>
              </p:ext>
            </p:extLst>
          </p:nvPr>
        </p:nvGraphicFramePr>
        <p:xfrm>
          <a:off x="323528" y="807554"/>
          <a:ext cx="4716524" cy="6480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Elemento grafico 5" descr="Libro chiuso con riempimento a tinta unita">
            <a:extLst>
              <a:ext uri="{FF2B5EF4-FFF2-40B4-BE49-F238E27FC236}">
                <a16:creationId xmlns:a16="http://schemas.microsoft.com/office/drawing/2014/main" id="{6C36F6CE-9BB0-FAC7-AE45-6529D52B051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7487" y="599508"/>
            <a:ext cx="532082" cy="532082"/>
          </a:xfrm>
          <a:prstGeom prst="rect">
            <a:avLst/>
          </a:prstGeom>
        </p:spPr>
      </p:pic>
      <p:grpSp>
        <p:nvGrpSpPr>
          <p:cNvPr id="60" name="Gruppo 59">
            <a:extLst>
              <a:ext uri="{FF2B5EF4-FFF2-40B4-BE49-F238E27FC236}">
                <a16:creationId xmlns:a16="http://schemas.microsoft.com/office/drawing/2014/main" id="{9F93FE44-C737-DC65-6D00-D7D4BB2447F1}"/>
              </a:ext>
            </a:extLst>
          </p:cNvPr>
          <p:cNvGrpSpPr/>
          <p:nvPr/>
        </p:nvGrpSpPr>
        <p:grpSpPr>
          <a:xfrm>
            <a:off x="395536" y="1581912"/>
            <a:ext cx="3348372" cy="3036365"/>
            <a:chOff x="1051560" y="1581912"/>
            <a:chExt cx="4297680" cy="3739896"/>
          </a:xfrm>
        </p:grpSpPr>
        <p:sp>
          <p:nvSpPr>
            <p:cNvPr id="39" name="Text 3">
              <a:extLst>
                <a:ext uri="{FF2B5EF4-FFF2-40B4-BE49-F238E27FC236}">
                  <a16:creationId xmlns:a16="http://schemas.microsoft.com/office/drawing/2014/main" id="{2D42EF05-D01F-8929-7876-3E6B5D6242CF}"/>
                </a:ext>
              </a:extLst>
            </p:cNvPr>
            <p:cNvSpPr/>
            <p:nvPr/>
          </p:nvSpPr>
          <p:spPr>
            <a:xfrm>
              <a:off x="1051560" y="1581912"/>
              <a:ext cx="4297680" cy="274320"/>
            </a:xfrm>
            <a:prstGeom prst="rect">
              <a:avLst/>
            </a:prstGeom>
            <a:noFill/>
            <a:ln/>
          </p:spPr>
          <p:txBody>
            <a:bodyPr wrap="square" lIns="0" tIns="0" rIns="0" bIns="0" rtlCol="0" anchor="ctr"/>
            <a:lstStyle/>
            <a:p>
              <a:pPr marL="0" indent="0" algn="ctr">
                <a:buNone/>
              </a:pPr>
              <a:r>
                <a:rPr lang="en-US" sz="1300" b="1" dirty="0">
                  <a:solidFill>
                    <a:srgbClr val="1A1A1A"/>
                  </a:solidFill>
                  <a:latin typeface="Segoe UI" pitchFamily="34" charset="0"/>
                  <a:ea typeface="Segoe UI" pitchFamily="34" charset="-122"/>
                  <a:cs typeface="Segoe UI" pitchFamily="34" charset="-120"/>
                </a:rPr>
                <a:t>Definizione stretta</a:t>
              </a:r>
              <a:endParaRPr lang="en-US" sz="1300" dirty="0"/>
            </a:p>
          </p:txBody>
        </p:sp>
        <p:sp>
          <p:nvSpPr>
            <p:cNvPr id="40" name="Text 4">
              <a:extLst>
                <a:ext uri="{FF2B5EF4-FFF2-40B4-BE49-F238E27FC236}">
                  <a16:creationId xmlns:a16="http://schemas.microsoft.com/office/drawing/2014/main" id="{AD71376A-F0DC-213C-9332-85C5E3FFBB94}"/>
                </a:ext>
              </a:extLst>
            </p:cNvPr>
            <p:cNvSpPr/>
            <p:nvPr/>
          </p:nvSpPr>
          <p:spPr>
            <a:xfrm>
              <a:off x="1051560" y="1837944"/>
              <a:ext cx="4297680" cy="256032"/>
            </a:xfrm>
            <a:prstGeom prst="rect">
              <a:avLst/>
            </a:prstGeom>
            <a:noFill/>
            <a:ln/>
          </p:spPr>
          <p:txBody>
            <a:bodyPr wrap="square" lIns="0" tIns="0" rIns="0" bIns="0" rtlCol="0" anchor="ctr"/>
            <a:lstStyle/>
            <a:p>
              <a:pPr marL="0" indent="0" algn="ctr">
                <a:buNone/>
              </a:pPr>
              <a:r>
                <a:rPr lang="en-US" sz="1050" dirty="0">
                  <a:solidFill>
                    <a:srgbClr val="1E6B33"/>
                  </a:solidFill>
                  <a:latin typeface="Consolas" pitchFamily="34" charset="0"/>
                  <a:ea typeface="Consolas" pitchFamily="34" charset="-122"/>
                  <a:cs typeface="Consolas" pitchFamily="34" charset="-120"/>
                </a:rPr>
                <a:t>INT + VARCHAR(20) + DATE   ~35 byte</a:t>
              </a:r>
              <a:endParaRPr lang="en-US" sz="1050" dirty="0"/>
            </a:p>
          </p:txBody>
        </p:sp>
        <p:sp>
          <p:nvSpPr>
            <p:cNvPr id="41" name="Shape 5">
              <a:extLst>
                <a:ext uri="{FF2B5EF4-FFF2-40B4-BE49-F238E27FC236}">
                  <a16:creationId xmlns:a16="http://schemas.microsoft.com/office/drawing/2014/main" id="{F41DB8E2-8750-394B-D392-61AFD3A6DAE3}"/>
                </a:ext>
              </a:extLst>
            </p:cNvPr>
            <p:cNvSpPr/>
            <p:nvPr/>
          </p:nvSpPr>
          <p:spPr>
            <a:xfrm>
              <a:off x="1051560" y="2148840"/>
              <a:ext cx="4297680" cy="2788920"/>
            </a:xfrm>
            <a:prstGeom prst="rect">
              <a:avLst/>
            </a:prstGeom>
            <a:solidFill>
              <a:srgbClr val="FFFFFF"/>
            </a:solidFill>
            <a:ln w="19050">
              <a:solidFill>
                <a:srgbClr val="C20E1A"/>
              </a:solidFill>
              <a:prstDash val="solid"/>
            </a:ln>
          </p:spPr>
          <p:txBody>
            <a:bodyPr/>
            <a:lstStyle/>
            <a:p>
              <a:endParaRPr lang="it-IT"/>
            </a:p>
          </p:txBody>
        </p:sp>
        <p:sp>
          <p:nvSpPr>
            <p:cNvPr id="42" name="Text 6">
              <a:extLst>
                <a:ext uri="{FF2B5EF4-FFF2-40B4-BE49-F238E27FC236}">
                  <a16:creationId xmlns:a16="http://schemas.microsoft.com/office/drawing/2014/main" id="{A657C9C9-1F4E-AF55-C4D5-19AF4321B563}"/>
                </a:ext>
              </a:extLst>
            </p:cNvPr>
            <p:cNvSpPr/>
            <p:nvPr/>
          </p:nvSpPr>
          <p:spPr>
            <a:xfrm>
              <a:off x="4251960" y="4626864"/>
              <a:ext cx="1005840" cy="237744"/>
            </a:xfrm>
            <a:prstGeom prst="rect">
              <a:avLst/>
            </a:prstGeom>
            <a:noFill/>
            <a:ln/>
          </p:spPr>
          <p:txBody>
            <a:bodyPr wrap="square" lIns="0" tIns="0" rIns="0" bIns="0" rtlCol="0" anchor="ctr"/>
            <a:lstStyle/>
            <a:p>
              <a:pPr marL="0" indent="0" algn="r">
                <a:buNone/>
              </a:pPr>
              <a:r>
                <a:rPr lang="en-US" sz="900" i="1" dirty="0">
                  <a:solidFill>
                    <a:srgbClr val="595959"/>
                  </a:solidFill>
                  <a:latin typeface="Segoe UI" pitchFamily="34" charset="0"/>
                  <a:ea typeface="Segoe UI" pitchFamily="34" charset="-122"/>
                  <a:cs typeface="Segoe UI" pitchFamily="34" charset="-120"/>
                </a:rPr>
                <a:t>pagina 8 KB</a:t>
              </a:r>
              <a:endParaRPr lang="en-US" sz="900" dirty="0"/>
            </a:p>
          </p:txBody>
        </p:sp>
        <p:sp>
          <p:nvSpPr>
            <p:cNvPr id="43" name="Shape 7">
              <a:extLst>
                <a:ext uri="{FF2B5EF4-FFF2-40B4-BE49-F238E27FC236}">
                  <a16:creationId xmlns:a16="http://schemas.microsoft.com/office/drawing/2014/main" id="{6E3DDD03-B74B-C202-309B-CA1541B7ED73}"/>
                </a:ext>
              </a:extLst>
            </p:cNvPr>
            <p:cNvSpPr/>
            <p:nvPr/>
          </p:nvSpPr>
          <p:spPr>
            <a:xfrm>
              <a:off x="1170432" y="2267712"/>
              <a:ext cx="4059936" cy="115443"/>
            </a:xfrm>
            <a:prstGeom prst="rect">
              <a:avLst/>
            </a:prstGeom>
            <a:solidFill>
              <a:srgbClr val="A6B7D5"/>
            </a:solidFill>
            <a:ln w="6350">
              <a:solidFill>
                <a:srgbClr val="FFFFFF"/>
              </a:solidFill>
              <a:prstDash val="solid"/>
            </a:ln>
          </p:spPr>
          <p:txBody>
            <a:bodyPr/>
            <a:lstStyle/>
            <a:p>
              <a:endParaRPr lang="it-IT"/>
            </a:p>
          </p:txBody>
        </p:sp>
        <p:sp>
          <p:nvSpPr>
            <p:cNvPr id="44" name="Shape 8">
              <a:extLst>
                <a:ext uri="{FF2B5EF4-FFF2-40B4-BE49-F238E27FC236}">
                  <a16:creationId xmlns:a16="http://schemas.microsoft.com/office/drawing/2014/main" id="{9BF1F006-3BAB-D582-7639-911B45284C1F}"/>
                </a:ext>
              </a:extLst>
            </p:cNvPr>
            <p:cNvSpPr/>
            <p:nvPr/>
          </p:nvSpPr>
          <p:spPr>
            <a:xfrm>
              <a:off x="1170432" y="2410587"/>
              <a:ext cx="4059936" cy="115443"/>
            </a:xfrm>
            <a:prstGeom prst="rect">
              <a:avLst/>
            </a:prstGeom>
            <a:solidFill>
              <a:srgbClr val="C3CEE3"/>
            </a:solidFill>
            <a:ln w="6350">
              <a:solidFill>
                <a:srgbClr val="FFFFFF"/>
              </a:solidFill>
              <a:prstDash val="solid"/>
            </a:ln>
          </p:spPr>
          <p:txBody>
            <a:bodyPr/>
            <a:lstStyle/>
            <a:p>
              <a:endParaRPr lang="it-IT"/>
            </a:p>
          </p:txBody>
        </p:sp>
        <p:sp>
          <p:nvSpPr>
            <p:cNvPr id="45" name="Shape 9">
              <a:extLst>
                <a:ext uri="{FF2B5EF4-FFF2-40B4-BE49-F238E27FC236}">
                  <a16:creationId xmlns:a16="http://schemas.microsoft.com/office/drawing/2014/main" id="{4F4EDCA4-3069-A42B-6BA1-3A0C28209145}"/>
                </a:ext>
              </a:extLst>
            </p:cNvPr>
            <p:cNvSpPr/>
            <p:nvPr/>
          </p:nvSpPr>
          <p:spPr>
            <a:xfrm>
              <a:off x="1170432" y="2553462"/>
              <a:ext cx="4059936" cy="115443"/>
            </a:xfrm>
            <a:prstGeom prst="rect">
              <a:avLst/>
            </a:prstGeom>
            <a:solidFill>
              <a:srgbClr val="A6B7D5"/>
            </a:solidFill>
            <a:ln w="6350">
              <a:solidFill>
                <a:srgbClr val="FFFFFF"/>
              </a:solidFill>
              <a:prstDash val="solid"/>
            </a:ln>
          </p:spPr>
          <p:txBody>
            <a:bodyPr/>
            <a:lstStyle/>
            <a:p>
              <a:endParaRPr lang="it-IT"/>
            </a:p>
          </p:txBody>
        </p:sp>
        <p:sp>
          <p:nvSpPr>
            <p:cNvPr id="46" name="Shape 10">
              <a:extLst>
                <a:ext uri="{FF2B5EF4-FFF2-40B4-BE49-F238E27FC236}">
                  <a16:creationId xmlns:a16="http://schemas.microsoft.com/office/drawing/2014/main" id="{689A238B-E879-EB92-0622-D75799069D76}"/>
                </a:ext>
              </a:extLst>
            </p:cNvPr>
            <p:cNvSpPr/>
            <p:nvPr/>
          </p:nvSpPr>
          <p:spPr>
            <a:xfrm>
              <a:off x="1170432" y="2696337"/>
              <a:ext cx="4059936" cy="115443"/>
            </a:xfrm>
            <a:prstGeom prst="rect">
              <a:avLst/>
            </a:prstGeom>
            <a:solidFill>
              <a:srgbClr val="C3CEE3"/>
            </a:solidFill>
            <a:ln w="6350">
              <a:solidFill>
                <a:srgbClr val="FFFFFF"/>
              </a:solidFill>
              <a:prstDash val="solid"/>
            </a:ln>
          </p:spPr>
          <p:txBody>
            <a:bodyPr/>
            <a:lstStyle/>
            <a:p>
              <a:endParaRPr lang="it-IT"/>
            </a:p>
          </p:txBody>
        </p:sp>
        <p:sp>
          <p:nvSpPr>
            <p:cNvPr id="47" name="Shape 11">
              <a:extLst>
                <a:ext uri="{FF2B5EF4-FFF2-40B4-BE49-F238E27FC236}">
                  <a16:creationId xmlns:a16="http://schemas.microsoft.com/office/drawing/2014/main" id="{B0A15813-8142-1947-DC69-D4264663156D}"/>
                </a:ext>
              </a:extLst>
            </p:cNvPr>
            <p:cNvSpPr/>
            <p:nvPr/>
          </p:nvSpPr>
          <p:spPr>
            <a:xfrm>
              <a:off x="1170432" y="2839212"/>
              <a:ext cx="4059936" cy="115443"/>
            </a:xfrm>
            <a:prstGeom prst="rect">
              <a:avLst/>
            </a:prstGeom>
            <a:solidFill>
              <a:srgbClr val="A6B7D5"/>
            </a:solidFill>
            <a:ln w="6350">
              <a:solidFill>
                <a:srgbClr val="FFFFFF"/>
              </a:solidFill>
              <a:prstDash val="solid"/>
            </a:ln>
          </p:spPr>
          <p:txBody>
            <a:bodyPr/>
            <a:lstStyle/>
            <a:p>
              <a:endParaRPr lang="it-IT"/>
            </a:p>
          </p:txBody>
        </p:sp>
        <p:sp>
          <p:nvSpPr>
            <p:cNvPr id="48" name="Shape 12">
              <a:extLst>
                <a:ext uri="{FF2B5EF4-FFF2-40B4-BE49-F238E27FC236}">
                  <a16:creationId xmlns:a16="http://schemas.microsoft.com/office/drawing/2014/main" id="{CB7F1335-6720-0250-7BFC-75FB2A24AA8D}"/>
                </a:ext>
              </a:extLst>
            </p:cNvPr>
            <p:cNvSpPr/>
            <p:nvPr/>
          </p:nvSpPr>
          <p:spPr>
            <a:xfrm>
              <a:off x="1170432" y="2982087"/>
              <a:ext cx="4059936" cy="115443"/>
            </a:xfrm>
            <a:prstGeom prst="rect">
              <a:avLst/>
            </a:prstGeom>
            <a:solidFill>
              <a:srgbClr val="C3CEE3"/>
            </a:solidFill>
            <a:ln w="6350">
              <a:solidFill>
                <a:srgbClr val="FFFFFF"/>
              </a:solidFill>
              <a:prstDash val="solid"/>
            </a:ln>
          </p:spPr>
          <p:txBody>
            <a:bodyPr/>
            <a:lstStyle/>
            <a:p>
              <a:endParaRPr lang="it-IT"/>
            </a:p>
          </p:txBody>
        </p:sp>
        <p:sp>
          <p:nvSpPr>
            <p:cNvPr id="49" name="Shape 13">
              <a:extLst>
                <a:ext uri="{FF2B5EF4-FFF2-40B4-BE49-F238E27FC236}">
                  <a16:creationId xmlns:a16="http://schemas.microsoft.com/office/drawing/2014/main" id="{129F8603-49D7-8C3A-6F86-F4DD65782AD4}"/>
                </a:ext>
              </a:extLst>
            </p:cNvPr>
            <p:cNvSpPr/>
            <p:nvPr/>
          </p:nvSpPr>
          <p:spPr>
            <a:xfrm>
              <a:off x="1170432" y="3124962"/>
              <a:ext cx="4059936" cy="115443"/>
            </a:xfrm>
            <a:prstGeom prst="rect">
              <a:avLst/>
            </a:prstGeom>
            <a:solidFill>
              <a:srgbClr val="A6B7D5"/>
            </a:solidFill>
            <a:ln w="6350">
              <a:solidFill>
                <a:srgbClr val="FFFFFF"/>
              </a:solidFill>
              <a:prstDash val="solid"/>
            </a:ln>
          </p:spPr>
          <p:txBody>
            <a:bodyPr/>
            <a:lstStyle/>
            <a:p>
              <a:endParaRPr lang="it-IT"/>
            </a:p>
          </p:txBody>
        </p:sp>
        <p:sp>
          <p:nvSpPr>
            <p:cNvPr id="50" name="Shape 14">
              <a:extLst>
                <a:ext uri="{FF2B5EF4-FFF2-40B4-BE49-F238E27FC236}">
                  <a16:creationId xmlns:a16="http://schemas.microsoft.com/office/drawing/2014/main" id="{04233245-AA68-AAD7-2DDF-5B150F2FC268}"/>
                </a:ext>
              </a:extLst>
            </p:cNvPr>
            <p:cNvSpPr/>
            <p:nvPr/>
          </p:nvSpPr>
          <p:spPr>
            <a:xfrm>
              <a:off x="1170432" y="3267837"/>
              <a:ext cx="4059936" cy="115443"/>
            </a:xfrm>
            <a:prstGeom prst="rect">
              <a:avLst/>
            </a:prstGeom>
            <a:solidFill>
              <a:srgbClr val="C3CEE3"/>
            </a:solidFill>
            <a:ln w="6350">
              <a:solidFill>
                <a:srgbClr val="FFFFFF"/>
              </a:solidFill>
              <a:prstDash val="solid"/>
            </a:ln>
          </p:spPr>
          <p:txBody>
            <a:bodyPr/>
            <a:lstStyle/>
            <a:p>
              <a:endParaRPr lang="it-IT"/>
            </a:p>
          </p:txBody>
        </p:sp>
        <p:sp>
          <p:nvSpPr>
            <p:cNvPr id="51" name="Shape 15">
              <a:extLst>
                <a:ext uri="{FF2B5EF4-FFF2-40B4-BE49-F238E27FC236}">
                  <a16:creationId xmlns:a16="http://schemas.microsoft.com/office/drawing/2014/main" id="{9ECC472F-B014-B629-2DF8-68E71343E68E}"/>
                </a:ext>
              </a:extLst>
            </p:cNvPr>
            <p:cNvSpPr/>
            <p:nvPr/>
          </p:nvSpPr>
          <p:spPr>
            <a:xfrm>
              <a:off x="1170432" y="3410712"/>
              <a:ext cx="4059936" cy="115443"/>
            </a:xfrm>
            <a:prstGeom prst="rect">
              <a:avLst/>
            </a:prstGeom>
            <a:solidFill>
              <a:srgbClr val="A6B7D5"/>
            </a:solidFill>
            <a:ln w="6350">
              <a:solidFill>
                <a:srgbClr val="FFFFFF"/>
              </a:solidFill>
              <a:prstDash val="solid"/>
            </a:ln>
          </p:spPr>
          <p:txBody>
            <a:bodyPr/>
            <a:lstStyle/>
            <a:p>
              <a:endParaRPr lang="it-IT"/>
            </a:p>
          </p:txBody>
        </p:sp>
        <p:sp>
          <p:nvSpPr>
            <p:cNvPr id="52" name="Shape 16">
              <a:extLst>
                <a:ext uri="{FF2B5EF4-FFF2-40B4-BE49-F238E27FC236}">
                  <a16:creationId xmlns:a16="http://schemas.microsoft.com/office/drawing/2014/main" id="{BE8D890E-93B4-72B6-104F-D06EE82C198A}"/>
                </a:ext>
              </a:extLst>
            </p:cNvPr>
            <p:cNvSpPr/>
            <p:nvPr/>
          </p:nvSpPr>
          <p:spPr>
            <a:xfrm>
              <a:off x="1170432" y="3553587"/>
              <a:ext cx="4059936" cy="115443"/>
            </a:xfrm>
            <a:prstGeom prst="rect">
              <a:avLst/>
            </a:prstGeom>
            <a:solidFill>
              <a:srgbClr val="C3CEE3"/>
            </a:solidFill>
            <a:ln w="6350">
              <a:solidFill>
                <a:srgbClr val="FFFFFF"/>
              </a:solidFill>
              <a:prstDash val="solid"/>
            </a:ln>
          </p:spPr>
          <p:txBody>
            <a:bodyPr/>
            <a:lstStyle/>
            <a:p>
              <a:endParaRPr lang="it-IT"/>
            </a:p>
          </p:txBody>
        </p:sp>
        <p:sp>
          <p:nvSpPr>
            <p:cNvPr id="53" name="Shape 17">
              <a:extLst>
                <a:ext uri="{FF2B5EF4-FFF2-40B4-BE49-F238E27FC236}">
                  <a16:creationId xmlns:a16="http://schemas.microsoft.com/office/drawing/2014/main" id="{7335BB59-9729-5F54-C731-F403D0670B4C}"/>
                </a:ext>
              </a:extLst>
            </p:cNvPr>
            <p:cNvSpPr/>
            <p:nvPr/>
          </p:nvSpPr>
          <p:spPr>
            <a:xfrm>
              <a:off x="1170432" y="3696462"/>
              <a:ext cx="4059936" cy="115443"/>
            </a:xfrm>
            <a:prstGeom prst="rect">
              <a:avLst/>
            </a:prstGeom>
            <a:solidFill>
              <a:srgbClr val="A6B7D5"/>
            </a:solidFill>
            <a:ln w="6350">
              <a:solidFill>
                <a:srgbClr val="FFFFFF"/>
              </a:solidFill>
              <a:prstDash val="solid"/>
            </a:ln>
          </p:spPr>
          <p:txBody>
            <a:bodyPr/>
            <a:lstStyle/>
            <a:p>
              <a:endParaRPr lang="it-IT"/>
            </a:p>
          </p:txBody>
        </p:sp>
        <p:sp>
          <p:nvSpPr>
            <p:cNvPr id="54" name="Shape 18">
              <a:extLst>
                <a:ext uri="{FF2B5EF4-FFF2-40B4-BE49-F238E27FC236}">
                  <a16:creationId xmlns:a16="http://schemas.microsoft.com/office/drawing/2014/main" id="{A694050E-5460-09D9-5A1E-99531EA7A502}"/>
                </a:ext>
              </a:extLst>
            </p:cNvPr>
            <p:cNvSpPr/>
            <p:nvPr/>
          </p:nvSpPr>
          <p:spPr>
            <a:xfrm>
              <a:off x="1170432" y="3839337"/>
              <a:ext cx="4059936" cy="115443"/>
            </a:xfrm>
            <a:prstGeom prst="rect">
              <a:avLst/>
            </a:prstGeom>
            <a:solidFill>
              <a:srgbClr val="C3CEE3"/>
            </a:solidFill>
            <a:ln w="6350">
              <a:solidFill>
                <a:srgbClr val="FFFFFF"/>
              </a:solidFill>
              <a:prstDash val="solid"/>
            </a:ln>
          </p:spPr>
          <p:txBody>
            <a:bodyPr/>
            <a:lstStyle/>
            <a:p>
              <a:endParaRPr lang="it-IT"/>
            </a:p>
          </p:txBody>
        </p:sp>
        <p:sp>
          <p:nvSpPr>
            <p:cNvPr id="55" name="Shape 19">
              <a:extLst>
                <a:ext uri="{FF2B5EF4-FFF2-40B4-BE49-F238E27FC236}">
                  <a16:creationId xmlns:a16="http://schemas.microsoft.com/office/drawing/2014/main" id="{049D114C-C551-C02F-A5BE-7F21B13850EE}"/>
                </a:ext>
              </a:extLst>
            </p:cNvPr>
            <p:cNvSpPr/>
            <p:nvPr/>
          </p:nvSpPr>
          <p:spPr>
            <a:xfrm>
              <a:off x="1170432" y="3982212"/>
              <a:ext cx="4059936" cy="115443"/>
            </a:xfrm>
            <a:prstGeom prst="rect">
              <a:avLst/>
            </a:prstGeom>
            <a:solidFill>
              <a:srgbClr val="A6B7D5"/>
            </a:solidFill>
            <a:ln w="6350">
              <a:solidFill>
                <a:srgbClr val="FFFFFF"/>
              </a:solidFill>
              <a:prstDash val="solid"/>
            </a:ln>
          </p:spPr>
          <p:txBody>
            <a:bodyPr/>
            <a:lstStyle/>
            <a:p>
              <a:endParaRPr lang="it-IT"/>
            </a:p>
          </p:txBody>
        </p:sp>
        <p:sp>
          <p:nvSpPr>
            <p:cNvPr id="56" name="Shape 20">
              <a:extLst>
                <a:ext uri="{FF2B5EF4-FFF2-40B4-BE49-F238E27FC236}">
                  <a16:creationId xmlns:a16="http://schemas.microsoft.com/office/drawing/2014/main" id="{A7348F8C-B6C9-C028-4997-7F676FC2118B}"/>
                </a:ext>
              </a:extLst>
            </p:cNvPr>
            <p:cNvSpPr/>
            <p:nvPr/>
          </p:nvSpPr>
          <p:spPr>
            <a:xfrm>
              <a:off x="1170432" y="4125087"/>
              <a:ext cx="4059936" cy="115443"/>
            </a:xfrm>
            <a:prstGeom prst="rect">
              <a:avLst/>
            </a:prstGeom>
            <a:solidFill>
              <a:srgbClr val="C3CEE3"/>
            </a:solidFill>
            <a:ln w="6350">
              <a:solidFill>
                <a:srgbClr val="FFFFFF"/>
              </a:solidFill>
              <a:prstDash val="solid"/>
            </a:ln>
          </p:spPr>
          <p:txBody>
            <a:bodyPr/>
            <a:lstStyle/>
            <a:p>
              <a:endParaRPr lang="it-IT"/>
            </a:p>
          </p:txBody>
        </p:sp>
        <p:sp>
          <p:nvSpPr>
            <p:cNvPr id="57" name="Shape 21">
              <a:extLst>
                <a:ext uri="{FF2B5EF4-FFF2-40B4-BE49-F238E27FC236}">
                  <a16:creationId xmlns:a16="http://schemas.microsoft.com/office/drawing/2014/main" id="{04DBA872-1E5B-B730-8948-3181A9112F85}"/>
                </a:ext>
              </a:extLst>
            </p:cNvPr>
            <p:cNvSpPr/>
            <p:nvPr/>
          </p:nvSpPr>
          <p:spPr>
            <a:xfrm>
              <a:off x="1170432" y="4267962"/>
              <a:ext cx="4059936" cy="115443"/>
            </a:xfrm>
            <a:prstGeom prst="rect">
              <a:avLst/>
            </a:prstGeom>
            <a:solidFill>
              <a:srgbClr val="A6B7D5"/>
            </a:solidFill>
            <a:ln w="6350">
              <a:solidFill>
                <a:srgbClr val="FFFFFF"/>
              </a:solidFill>
              <a:prstDash val="solid"/>
            </a:ln>
          </p:spPr>
          <p:txBody>
            <a:bodyPr/>
            <a:lstStyle/>
            <a:p>
              <a:endParaRPr lang="it-IT"/>
            </a:p>
          </p:txBody>
        </p:sp>
        <p:sp>
          <p:nvSpPr>
            <p:cNvPr id="58" name="Shape 22">
              <a:extLst>
                <a:ext uri="{FF2B5EF4-FFF2-40B4-BE49-F238E27FC236}">
                  <a16:creationId xmlns:a16="http://schemas.microsoft.com/office/drawing/2014/main" id="{1E355F4A-B2A6-8EA9-8780-BA24B0309169}"/>
                </a:ext>
              </a:extLst>
            </p:cNvPr>
            <p:cNvSpPr/>
            <p:nvPr/>
          </p:nvSpPr>
          <p:spPr>
            <a:xfrm>
              <a:off x="1170432" y="4410837"/>
              <a:ext cx="4059936" cy="115443"/>
            </a:xfrm>
            <a:prstGeom prst="rect">
              <a:avLst/>
            </a:prstGeom>
            <a:solidFill>
              <a:srgbClr val="C3CEE3"/>
            </a:solidFill>
            <a:ln w="6350">
              <a:solidFill>
                <a:srgbClr val="FFFFFF"/>
              </a:solidFill>
              <a:prstDash val="solid"/>
            </a:ln>
          </p:spPr>
          <p:txBody>
            <a:bodyPr/>
            <a:lstStyle/>
            <a:p>
              <a:endParaRPr lang="it-IT"/>
            </a:p>
          </p:txBody>
        </p:sp>
        <p:sp>
          <p:nvSpPr>
            <p:cNvPr id="59" name="Text 33">
              <a:extLst>
                <a:ext uri="{FF2B5EF4-FFF2-40B4-BE49-F238E27FC236}">
                  <a16:creationId xmlns:a16="http://schemas.microsoft.com/office/drawing/2014/main" id="{6CBDA4E2-9372-5040-D22C-C3182BA7DA17}"/>
                </a:ext>
              </a:extLst>
            </p:cNvPr>
            <p:cNvSpPr/>
            <p:nvPr/>
          </p:nvSpPr>
          <p:spPr>
            <a:xfrm>
              <a:off x="1051560" y="5029200"/>
              <a:ext cx="4297680" cy="292608"/>
            </a:xfrm>
            <a:prstGeom prst="rect">
              <a:avLst/>
            </a:prstGeom>
            <a:noFill/>
            <a:ln/>
          </p:spPr>
          <p:txBody>
            <a:bodyPr wrap="square" lIns="0" tIns="0" rIns="0" bIns="0" rtlCol="0" anchor="ctr"/>
            <a:lstStyle/>
            <a:p>
              <a:pPr marL="0" indent="0" algn="ctr">
                <a:buNone/>
              </a:pPr>
              <a:r>
                <a:rPr lang="en-US" sz="1400" b="1" dirty="0">
                  <a:solidFill>
                    <a:srgbClr val="1E6B33"/>
                  </a:solidFill>
                  <a:latin typeface="Segoe UI" pitchFamily="34" charset="0"/>
                  <a:ea typeface="Segoe UI" pitchFamily="34" charset="-122"/>
                  <a:cs typeface="Segoe UI" pitchFamily="34" charset="-120"/>
                </a:rPr>
                <a:t>~230 righe per pagina</a:t>
              </a:r>
              <a:endParaRPr lang="en-US" sz="1400" dirty="0"/>
            </a:p>
          </p:txBody>
        </p:sp>
      </p:grpSp>
      <p:grpSp>
        <p:nvGrpSpPr>
          <p:cNvPr id="72" name="Gruppo 71">
            <a:extLst>
              <a:ext uri="{FF2B5EF4-FFF2-40B4-BE49-F238E27FC236}">
                <a16:creationId xmlns:a16="http://schemas.microsoft.com/office/drawing/2014/main" id="{934DCDE8-8D44-943D-DDB2-1305F1C7C1D0}"/>
              </a:ext>
            </a:extLst>
          </p:cNvPr>
          <p:cNvGrpSpPr/>
          <p:nvPr/>
        </p:nvGrpSpPr>
        <p:grpSpPr>
          <a:xfrm>
            <a:off x="5004048" y="1599641"/>
            <a:ext cx="3456384" cy="3018635"/>
            <a:chOff x="6812280" y="1581912"/>
            <a:chExt cx="4297680" cy="3739896"/>
          </a:xfrm>
        </p:grpSpPr>
        <p:sp>
          <p:nvSpPr>
            <p:cNvPr id="61" name="Text 23">
              <a:extLst>
                <a:ext uri="{FF2B5EF4-FFF2-40B4-BE49-F238E27FC236}">
                  <a16:creationId xmlns:a16="http://schemas.microsoft.com/office/drawing/2014/main" id="{EADD43E7-9001-1B28-65DB-1516FD808C04}"/>
                </a:ext>
              </a:extLst>
            </p:cNvPr>
            <p:cNvSpPr/>
            <p:nvPr/>
          </p:nvSpPr>
          <p:spPr>
            <a:xfrm>
              <a:off x="6812280" y="1581912"/>
              <a:ext cx="4297680" cy="274320"/>
            </a:xfrm>
            <a:prstGeom prst="rect">
              <a:avLst/>
            </a:prstGeom>
            <a:noFill/>
            <a:ln/>
          </p:spPr>
          <p:txBody>
            <a:bodyPr wrap="square" lIns="0" tIns="0" rIns="0" bIns="0" rtlCol="0" anchor="ctr"/>
            <a:lstStyle/>
            <a:p>
              <a:pPr marL="0" indent="0" algn="ctr">
                <a:buNone/>
              </a:pPr>
              <a:r>
                <a:rPr lang="en-US" sz="1300" b="1" dirty="0">
                  <a:solidFill>
                    <a:srgbClr val="1A1A1A"/>
                  </a:solidFill>
                  <a:latin typeface="Segoe UI" pitchFamily="34" charset="0"/>
                  <a:ea typeface="Segoe UI" pitchFamily="34" charset="-122"/>
                  <a:cs typeface="Segoe UI" pitchFamily="34" charset="-120"/>
                </a:rPr>
                <a:t>Definizione larga</a:t>
              </a:r>
              <a:endParaRPr lang="en-US" sz="1300" dirty="0"/>
            </a:p>
          </p:txBody>
        </p:sp>
        <p:sp>
          <p:nvSpPr>
            <p:cNvPr id="62" name="Text 24">
              <a:extLst>
                <a:ext uri="{FF2B5EF4-FFF2-40B4-BE49-F238E27FC236}">
                  <a16:creationId xmlns:a16="http://schemas.microsoft.com/office/drawing/2014/main" id="{F734EAB1-5EF1-489D-7448-FEE0BBF34C08}"/>
                </a:ext>
              </a:extLst>
            </p:cNvPr>
            <p:cNvSpPr/>
            <p:nvPr/>
          </p:nvSpPr>
          <p:spPr>
            <a:xfrm>
              <a:off x="6812280" y="1837944"/>
              <a:ext cx="4297680" cy="256032"/>
            </a:xfrm>
            <a:prstGeom prst="rect">
              <a:avLst/>
            </a:prstGeom>
            <a:noFill/>
            <a:ln/>
          </p:spPr>
          <p:txBody>
            <a:bodyPr wrap="square" lIns="0" tIns="0" rIns="0" bIns="0" rtlCol="0" anchor="ctr"/>
            <a:lstStyle/>
            <a:p>
              <a:pPr marL="0" indent="0" algn="ctr">
                <a:buNone/>
              </a:pPr>
              <a:r>
                <a:rPr lang="en-US" sz="1050" dirty="0">
                  <a:solidFill>
                    <a:srgbClr val="9C0C17"/>
                  </a:solidFill>
                  <a:latin typeface="Consolas" pitchFamily="34" charset="0"/>
                  <a:ea typeface="Consolas" pitchFamily="34" charset="-122"/>
                  <a:cs typeface="Consolas" pitchFamily="34" charset="-120"/>
                </a:rPr>
                <a:t>BIGINT + NVARCHAR(200) + DATETIME   ~120 byte</a:t>
              </a:r>
              <a:endParaRPr lang="en-US" sz="1050" dirty="0"/>
            </a:p>
          </p:txBody>
        </p:sp>
        <p:sp>
          <p:nvSpPr>
            <p:cNvPr id="63" name="Shape 25">
              <a:extLst>
                <a:ext uri="{FF2B5EF4-FFF2-40B4-BE49-F238E27FC236}">
                  <a16:creationId xmlns:a16="http://schemas.microsoft.com/office/drawing/2014/main" id="{E7628B5D-2F65-7CEB-1E5A-B7EEDC768602}"/>
                </a:ext>
              </a:extLst>
            </p:cNvPr>
            <p:cNvSpPr/>
            <p:nvPr/>
          </p:nvSpPr>
          <p:spPr>
            <a:xfrm>
              <a:off x="6812280" y="2148840"/>
              <a:ext cx="4297680" cy="2788920"/>
            </a:xfrm>
            <a:prstGeom prst="rect">
              <a:avLst/>
            </a:prstGeom>
            <a:solidFill>
              <a:srgbClr val="FFFFFF"/>
            </a:solidFill>
            <a:ln w="19050">
              <a:solidFill>
                <a:srgbClr val="C20E1A"/>
              </a:solidFill>
              <a:prstDash val="solid"/>
            </a:ln>
          </p:spPr>
          <p:txBody>
            <a:bodyPr/>
            <a:lstStyle/>
            <a:p>
              <a:endParaRPr lang="it-IT"/>
            </a:p>
          </p:txBody>
        </p:sp>
        <p:sp>
          <p:nvSpPr>
            <p:cNvPr id="64" name="Text 26">
              <a:extLst>
                <a:ext uri="{FF2B5EF4-FFF2-40B4-BE49-F238E27FC236}">
                  <a16:creationId xmlns:a16="http://schemas.microsoft.com/office/drawing/2014/main" id="{4A2AE818-A6AE-A861-B205-BBC0A6338100}"/>
                </a:ext>
              </a:extLst>
            </p:cNvPr>
            <p:cNvSpPr/>
            <p:nvPr/>
          </p:nvSpPr>
          <p:spPr>
            <a:xfrm>
              <a:off x="10012680" y="4626864"/>
              <a:ext cx="1005840" cy="237744"/>
            </a:xfrm>
            <a:prstGeom prst="rect">
              <a:avLst/>
            </a:prstGeom>
            <a:noFill/>
            <a:ln/>
          </p:spPr>
          <p:txBody>
            <a:bodyPr wrap="square" lIns="0" tIns="0" rIns="0" bIns="0" rtlCol="0" anchor="ctr"/>
            <a:lstStyle/>
            <a:p>
              <a:pPr marL="0" indent="0" algn="r">
                <a:buNone/>
              </a:pPr>
              <a:r>
                <a:rPr lang="en-US" sz="900" i="1" dirty="0">
                  <a:solidFill>
                    <a:srgbClr val="595959"/>
                  </a:solidFill>
                  <a:latin typeface="Segoe UI" pitchFamily="34" charset="0"/>
                  <a:ea typeface="Segoe UI" pitchFamily="34" charset="-122"/>
                  <a:cs typeface="Segoe UI" pitchFamily="34" charset="-120"/>
                </a:rPr>
                <a:t>pagina 8 KB</a:t>
              </a:r>
              <a:endParaRPr lang="en-US" sz="900" dirty="0"/>
            </a:p>
          </p:txBody>
        </p:sp>
        <p:sp>
          <p:nvSpPr>
            <p:cNvPr id="65" name="Shape 27">
              <a:extLst>
                <a:ext uri="{FF2B5EF4-FFF2-40B4-BE49-F238E27FC236}">
                  <a16:creationId xmlns:a16="http://schemas.microsoft.com/office/drawing/2014/main" id="{177B2778-9F22-E49B-B64C-CFCA312A10C8}"/>
                </a:ext>
              </a:extLst>
            </p:cNvPr>
            <p:cNvSpPr/>
            <p:nvPr/>
          </p:nvSpPr>
          <p:spPr>
            <a:xfrm>
              <a:off x="6931152" y="2267712"/>
              <a:ext cx="4059936" cy="330708"/>
            </a:xfrm>
            <a:prstGeom prst="rect">
              <a:avLst/>
            </a:prstGeom>
            <a:solidFill>
              <a:srgbClr val="A6B7D5"/>
            </a:solidFill>
            <a:ln w="6350">
              <a:solidFill>
                <a:srgbClr val="FFFFFF"/>
              </a:solidFill>
              <a:prstDash val="solid"/>
            </a:ln>
          </p:spPr>
          <p:txBody>
            <a:bodyPr/>
            <a:lstStyle/>
            <a:p>
              <a:endParaRPr lang="it-IT"/>
            </a:p>
          </p:txBody>
        </p:sp>
        <p:sp>
          <p:nvSpPr>
            <p:cNvPr id="66" name="Shape 28">
              <a:extLst>
                <a:ext uri="{FF2B5EF4-FFF2-40B4-BE49-F238E27FC236}">
                  <a16:creationId xmlns:a16="http://schemas.microsoft.com/office/drawing/2014/main" id="{6BDC8B9A-3247-46BD-3A7F-79D135EDB36D}"/>
                </a:ext>
              </a:extLst>
            </p:cNvPr>
            <p:cNvSpPr/>
            <p:nvPr/>
          </p:nvSpPr>
          <p:spPr>
            <a:xfrm>
              <a:off x="6931152" y="2653284"/>
              <a:ext cx="4059936" cy="330708"/>
            </a:xfrm>
            <a:prstGeom prst="rect">
              <a:avLst/>
            </a:prstGeom>
            <a:solidFill>
              <a:srgbClr val="C3CEE3"/>
            </a:solidFill>
            <a:ln w="6350">
              <a:solidFill>
                <a:srgbClr val="FFFFFF"/>
              </a:solidFill>
              <a:prstDash val="solid"/>
            </a:ln>
          </p:spPr>
          <p:txBody>
            <a:bodyPr/>
            <a:lstStyle/>
            <a:p>
              <a:endParaRPr lang="it-IT"/>
            </a:p>
          </p:txBody>
        </p:sp>
        <p:sp>
          <p:nvSpPr>
            <p:cNvPr id="67" name="Shape 29">
              <a:extLst>
                <a:ext uri="{FF2B5EF4-FFF2-40B4-BE49-F238E27FC236}">
                  <a16:creationId xmlns:a16="http://schemas.microsoft.com/office/drawing/2014/main" id="{4F3ECB13-9AAE-CED9-0BA5-46C1105F504B}"/>
                </a:ext>
              </a:extLst>
            </p:cNvPr>
            <p:cNvSpPr/>
            <p:nvPr/>
          </p:nvSpPr>
          <p:spPr>
            <a:xfrm>
              <a:off x="6931152" y="3038856"/>
              <a:ext cx="4059936" cy="330708"/>
            </a:xfrm>
            <a:prstGeom prst="rect">
              <a:avLst/>
            </a:prstGeom>
            <a:solidFill>
              <a:srgbClr val="A6B7D5"/>
            </a:solidFill>
            <a:ln w="6350">
              <a:solidFill>
                <a:srgbClr val="FFFFFF"/>
              </a:solidFill>
              <a:prstDash val="solid"/>
            </a:ln>
          </p:spPr>
          <p:txBody>
            <a:bodyPr/>
            <a:lstStyle/>
            <a:p>
              <a:endParaRPr lang="it-IT"/>
            </a:p>
          </p:txBody>
        </p:sp>
        <p:sp>
          <p:nvSpPr>
            <p:cNvPr id="68" name="Shape 30">
              <a:extLst>
                <a:ext uri="{FF2B5EF4-FFF2-40B4-BE49-F238E27FC236}">
                  <a16:creationId xmlns:a16="http://schemas.microsoft.com/office/drawing/2014/main" id="{C82FED62-8F37-1705-BBCC-7BE4A9ACC583}"/>
                </a:ext>
              </a:extLst>
            </p:cNvPr>
            <p:cNvSpPr/>
            <p:nvPr/>
          </p:nvSpPr>
          <p:spPr>
            <a:xfrm>
              <a:off x="6931152" y="3424428"/>
              <a:ext cx="4059936" cy="330708"/>
            </a:xfrm>
            <a:prstGeom prst="rect">
              <a:avLst/>
            </a:prstGeom>
            <a:solidFill>
              <a:srgbClr val="C3CEE3"/>
            </a:solidFill>
            <a:ln w="6350">
              <a:solidFill>
                <a:srgbClr val="FFFFFF"/>
              </a:solidFill>
              <a:prstDash val="solid"/>
            </a:ln>
          </p:spPr>
          <p:txBody>
            <a:bodyPr/>
            <a:lstStyle/>
            <a:p>
              <a:endParaRPr lang="it-IT"/>
            </a:p>
          </p:txBody>
        </p:sp>
        <p:sp>
          <p:nvSpPr>
            <p:cNvPr id="69" name="Shape 31">
              <a:extLst>
                <a:ext uri="{FF2B5EF4-FFF2-40B4-BE49-F238E27FC236}">
                  <a16:creationId xmlns:a16="http://schemas.microsoft.com/office/drawing/2014/main" id="{8D23B299-0461-79EF-4875-0BCFCCAEAA1F}"/>
                </a:ext>
              </a:extLst>
            </p:cNvPr>
            <p:cNvSpPr/>
            <p:nvPr/>
          </p:nvSpPr>
          <p:spPr>
            <a:xfrm>
              <a:off x="6931152" y="3810000"/>
              <a:ext cx="4059936" cy="330708"/>
            </a:xfrm>
            <a:prstGeom prst="rect">
              <a:avLst/>
            </a:prstGeom>
            <a:solidFill>
              <a:srgbClr val="A6B7D5"/>
            </a:solidFill>
            <a:ln w="6350">
              <a:solidFill>
                <a:srgbClr val="FFFFFF"/>
              </a:solidFill>
              <a:prstDash val="solid"/>
            </a:ln>
          </p:spPr>
          <p:txBody>
            <a:bodyPr/>
            <a:lstStyle/>
            <a:p>
              <a:endParaRPr lang="it-IT"/>
            </a:p>
          </p:txBody>
        </p:sp>
        <p:sp>
          <p:nvSpPr>
            <p:cNvPr id="70" name="Shape 32">
              <a:extLst>
                <a:ext uri="{FF2B5EF4-FFF2-40B4-BE49-F238E27FC236}">
                  <a16:creationId xmlns:a16="http://schemas.microsoft.com/office/drawing/2014/main" id="{946146FF-6178-7F3A-25C6-C3F0183440AA}"/>
                </a:ext>
              </a:extLst>
            </p:cNvPr>
            <p:cNvSpPr/>
            <p:nvPr/>
          </p:nvSpPr>
          <p:spPr>
            <a:xfrm>
              <a:off x="6931152" y="4195572"/>
              <a:ext cx="4059936" cy="330708"/>
            </a:xfrm>
            <a:prstGeom prst="rect">
              <a:avLst/>
            </a:prstGeom>
            <a:solidFill>
              <a:srgbClr val="C3CEE3"/>
            </a:solidFill>
            <a:ln w="6350">
              <a:solidFill>
                <a:srgbClr val="FFFFFF"/>
              </a:solidFill>
              <a:prstDash val="solid"/>
            </a:ln>
          </p:spPr>
          <p:txBody>
            <a:bodyPr/>
            <a:lstStyle/>
            <a:p>
              <a:endParaRPr lang="it-IT"/>
            </a:p>
          </p:txBody>
        </p:sp>
        <p:sp>
          <p:nvSpPr>
            <p:cNvPr id="71" name="Text 34">
              <a:extLst>
                <a:ext uri="{FF2B5EF4-FFF2-40B4-BE49-F238E27FC236}">
                  <a16:creationId xmlns:a16="http://schemas.microsoft.com/office/drawing/2014/main" id="{8F683F3A-2B0E-C9A0-167B-475FD49796EC}"/>
                </a:ext>
              </a:extLst>
            </p:cNvPr>
            <p:cNvSpPr/>
            <p:nvPr/>
          </p:nvSpPr>
          <p:spPr>
            <a:xfrm>
              <a:off x="6812280" y="5029200"/>
              <a:ext cx="4297680" cy="292608"/>
            </a:xfrm>
            <a:prstGeom prst="rect">
              <a:avLst/>
            </a:prstGeom>
            <a:noFill/>
            <a:ln/>
          </p:spPr>
          <p:txBody>
            <a:bodyPr wrap="square" lIns="0" tIns="0" rIns="0" bIns="0" rtlCol="0" anchor="ctr"/>
            <a:lstStyle/>
            <a:p>
              <a:pPr marL="0" indent="0" algn="ctr">
                <a:buNone/>
              </a:pPr>
              <a:r>
                <a:rPr lang="en-US" sz="1400" b="1" dirty="0">
                  <a:solidFill>
                    <a:srgbClr val="9C0C17"/>
                  </a:solidFill>
                  <a:latin typeface="Segoe UI" pitchFamily="34" charset="0"/>
                  <a:ea typeface="Segoe UI" pitchFamily="34" charset="-122"/>
                  <a:cs typeface="Segoe UI" pitchFamily="34" charset="-120"/>
                </a:rPr>
                <a:t>~67 righe per pagina</a:t>
              </a:r>
              <a:endParaRPr lang="en-US" sz="1400" dirty="0"/>
            </a:p>
          </p:txBody>
        </p:sp>
      </p:grpSp>
    </p:spTree>
    <p:extLst>
      <p:ext uri="{BB962C8B-B14F-4D97-AF65-F5344CB8AC3E}">
        <p14:creationId xmlns:p14="http://schemas.microsoft.com/office/powerpoint/2010/main" val="8906962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94FAFDC-DB8D-F051-74C4-B1BF493CC053}"/>
              </a:ext>
            </a:extLst>
          </p:cNvPr>
          <p:cNvSpPr>
            <a:spLocks noGrp="1"/>
          </p:cNvSpPr>
          <p:nvPr>
            <p:ph type="title"/>
          </p:nvPr>
        </p:nvSpPr>
        <p:spPr/>
        <p:txBody>
          <a:bodyPr/>
          <a:lstStyle/>
          <a:p>
            <a:r>
              <a:rPr lang="it-IT" dirty="0"/>
              <a:t>Proprietà di colonna</a:t>
            </a:r>
          </a:p>
        </p:txBody>
      </p:sp>
      <p:graphicFrame>
        <p:nvGraphicFramePr>
          <p:cNvPr id="14" name="Diagramma 13">
            <a:extLst>
              <a:ext uri="{FF2B5EF4-FFF2-40B4-BE49-F238E27FC236}">
                <a16:creationId xmlns:a16="http://schemas.microsoft.com/office/drawing/2014/main" id="{D158142C-859B-938D-E363-39CD4562A097}"/>
              </a:ext>
            </a:extLst>
          </p:cNvPr>
          <p:cNvGraphicFramePr/>
          <p:nvPr>
            <p:extLst>
              <p:ext uri="{D42A27DB-BD31-4B8C-83A1-F6EECF244321}">
                <p14:modId xmlns:p14="http://schemas.microsoft.com/office/powerpoint/2010/main" val="3843962709"/>
              </p:ext>
            </p:extLst>
          </p:nvPr>
        </p:nvGraphicFramePr>
        <p:xfrm>
          <a:off x="251520" y="1131590"/>
          <a:ext cx="8676964" cy="31748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46996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02DE1-77AB-C238-BB9C-EA624B5A30D7}"/>
            </a:ext>
          </a:extLst>
        </p:cNvPr>
        <p:cNvGrpSpPr/>
        <p:nvPr/>
      </p:nvGrpSpPr>
      <p:grpSpPr>
        <a:xfrm>
          <a:off x="0" y="0"/>
          <a:ext cx="0" cy="0"/>
          <a:chOff x="0" y="0"/>
          <a:chExt cx="0" cy="0"/>
        </a:xfrm>
      </p:grpSpPr>
      <p:sp>
        <p:nvSpPr>
          <p:cNvPr id="4" name="Titolo 3">
            <a:extLst>
              <a:ext uri="{FF2B5EF4-FFF2-40B4-BE49-F238E27FC236}">
                <a16:creationId xmlns:a16="http://schemas.microsoft.com/office/drawing/2014/main" id="{912C24E0-0E03-A3AB-2267-3B8E62D1A342}"/>
              </a:ext>
            </a:extLst>
          </p:cNvPr>
          <p:cNvSpPr>
            <a:spLocks noGrp="1"/>
          </p:cNvSpPr>
          <p:nvPr>
            <p:ph type="ctrTitle"/>
          </p:nvPr>
        </p:nvSpPr>
        <p:spPr>
          <a:xfrm>
            <a:off x="0" y="1802165"/>
            <a:ext cx="9144000" cy="1539171"/>
          </a:xfrm>
        </p:spPr>
        <p:txBody>
          <a:bodyPr anchor="ctr"/>
          <a:lstStyle/>
          <a:p>
            <a:r>
              <a:rPr lang="it-IT" sz="3800" spc="0" dirty="0"/>
              <a:t>ALTER</a:t>
            </a:r>
          </a:p>
        </p:txBody>
      </p:sp>
    </p:spTree>
    <p:extLst>
      <p:ext uri="{BB962C8B-B14F-4D97-AF65-F5344CB8AC3E}">
        <p14:creationId xmlns:p14="http://schemas.microsoft.com/office/powerpoint/2010/main" val="12089927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9A071-B069-536B-E8AC-C997852C34C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46DECDD-DAC8-BAE4-5FAB-29A3D9194688}"/>
              </a:ext>
            </a:extLst>
          </p:cNvPr>
          <p:cNvSpPr>
            <a:spLocks noGrp="1"/>
          </p:cNvSpPr>
          <p:nvPr>
            <p:ph type="title"/>
          </p:nvPr>
        </p:nvSpPr>
        <p:spPr>
          <a:xfrm>
            <a:off x="251520" y="189000"/>
            <a:ext cx="8640960" cy="540000"/>
          </a:xfrm>
        </p:spPr>
        <p:txBody>
          <a:bodyPr anchor="ctr">
            <a:normAutofit/>
          </a:bodyPr>
          <a:lstStyle/>
          <a:p>
            <a:r>
              <a:rPr lang="it-IT" dirty="0"/>
              <a:t>ALTER TABLE </a:t>
            </a:r>
          </a:p>
        </p:txBody>
      </p:sp>
      <p:sp>
        <p:nvSpPr>
          <p:cNvPr id="3" name="Segnaposto contenuto 2">
            <a:extLst>
              <a:ext uri="{FF2B5EF4-FFF2-40B4-BE49-F238E27FC236}">
                <a16:creationId xmlns:a16="http://schemas.microsoft.com/office/drawing/2014/main" id="{2801C898-46EF-91D4-B984-6FECCF338379}"/>
              </a:ext>
            </a:extLst>
          </p:cNvPr>
          <p:cNvSpPr>
            <a:spLocks noGrp="1"/>
          </p:cNvSpPr>
          <p:nvPr>
            <p:ph sz="half" idx="1"/>
          </p:nvPr>
        </p:nvSpPr>
        <p:spPr>
          <a:xfrm>
            <a:off x="251520" y="843907"/>
            <a:ext cx="6048672" cy="3888083"/>
          </a:xfrm>
        </p:spPr>
        <p:txBody>
          <a:bodyPr>
            <a:normAutofit/>
          </a:bodyPr>
          <a:lstStyle/>
          <a:p>
            <a:pPr marL="342900" indent="-342900">
              <a:buSzPct val="100000"/>
            </a:pPr>
            <a:r>
              <a:rPr lang="en-US" dirty="0">
                <a:solidFill>
                  <a:srgbClr val="1A1A1A"/>
                </a:solidFill>
                <a:latin typeface="Calibri" pitchFamily="34" charset="0"/>
                <a:ea typeface="Calibri" pitchFamily="34" charset="-122"/>
                <a:cs typeface="Calibri" pitchFamily="34" charset="-120"/>
              </a:rPr>
              <a:t>ADD</a:t>
            </a:r>
            <a:endParaRPr lang="en-US" dirty="0"/>
          </a:p>
          <a:p>
            <a:pPr marL="342900" indent="-342900">
              <a:buSzPct val="100000"/>
            </a:pPr>
            <a:r>
              <a:rPr lang="en-US" dirty="0">
                <a:solidFill>
                  <a:srgbClr val="1A1A1A"/>
                </a:solidFill>
                <a:latin typeface="Calibri" pitchFamily="34" charset="0"/>
                <a:ea typeface="Calibri" pitchFamily="34" charset="-122"/>
                <a:cs typeface="Calibri" pitchFamily="34" charset="-120"/>
              </a:rPr>
              <a:t>ALTER COLUMN </a:t>
            </a:r>
            <a:r>
              <a:rPr lang="en-US" dirty="0" err="1">
                <a:solidFill>
                  <a:srgbClr val="1A1A1A"/>
                </a:solidFill>
                <a:latin typeface="Calibri" pitchFamily="34" charset="0"/>
                <a:ea typeface="Calibri" pitchFamily="34" charset="-122"/>
                <a:cs typeface="Calibri" pitchFamily="34" charset="-120"/>
              </a:rPr>
              <a:t>cambio</a:t>
            </a:r>
            <a:r>
              <a:rPr lang="en-US" dirty="0">
                <a:solidFill>
                  <a:srgbClr val="1A1A1A"/>
                </a:solidFill>
                <a:latin typeface="Calibri" pitchFamily="34" charset="0"/>
                <a:ea typeface="Calibri" pitchFamily="34" charset="-122"/>
                <a:cs typeface="Calibri" pitchFamily="34" charset="-120"/>
              </a:rPr>
              <a:t> </a:t>
            </a:r>
            <a:r>
              <a:rPr lang="en-US" dirty="0" err="1">
                <a:solidFill>
                  <a:srgbClr val="1A1A1A"/>
                </a:solidFill>
                <a:latin typeface="Calibri" pitchFamily="34" charset="0"/>
                <a:ea typeface="Calibri" pitchFamily="34" charset="-122"/>
                <a:cs typeface="Calibri" pitchFamily="34" charset="-120"/>
              </a:rPr>
              <a:t>tipo</a:t>
            </a:r>
            <a:r>
              <a:rPr lang="en-US" dirty="0">
                <a:solidFill>
                  <a:srgbClr val="1A1A1A"/>
                </a:solidFill>
                <a:latin typeface="Calibri" pitchFamily="34" charset="0"/>
                <a:ea typeface="Calibri" pitchFamily="34" charset="-122"/>
                <a:cs typeface="Calibri" pitchFamily="34" charset="-120"/>
              </a:rPr>
              <a:t>, </a:t>
            </a:r>
            <a:r>
              <a:rPr lang="en-US" dirty="0" err="1">
                <a:solidFill>
                  <a:srgbClr val="1A1A1A"/>
                </a:solidFill>
                <a:latin typeface="Calibri" pitchFamily="34" charset="0"/>
                <a:ea typeface="Calibri" pitchFamily="34" charset="-122"/>
                <a:cs typeface="Calibri" pitchFamily="34" charset="-120"/>
              </a:rPr>
              <a:t>dimensione</a:t>
            </a:r>
            <a:r>
              <a:rPr lang="en-US" dirty="0">
                <a:solidFill>
                  <a:srgbClr val="1A1A1A"/>
                </a:solidFill>
                <a:latin typeface="Calibri" pitchFamily="34" charset="0"/>
                <a:ea typeface="Calibri" pitchFamily="34" charset="-122"/>
                <a:cs typeface="Calibri" pitchFamily="34" charset="-120"/>
              </a:rPr>
              <a:t> o nullability</a:t>
            </a:r>
          </a:p>
          <a:p>
            <a:pPr marL="342900" indent="-342900">
              <a:buSzPct val="100000"/>
            </a:pPr>
            <a:r>
              <a:rPr lang="en-US" dirty="0">
                <a:solidFill>
                  <a:srgbClr val="1A1A1A"/>
                </a:solidFill>
                <a:latin typeface="Calibri" pitchFamily="34" charset="0"/>
                <a:ea typeface="Calibri" pitchFamily="34" charset="-122"/>
                <a:cs typeface="Calibri" pitchFamily="34" charset="-120"/>
              </a:rPr>
              <a:t>DROP COLUMN </a:t>
            </a:r>
            <a:endParaRPr lang="en-US" dirty="0"/>
          </a:p>
          <a:p>
            <a:pPr marL="342900" indent="-342900">
              <a:buSzPct val="100000"/>
            </a:pPr>
            <a:r>
              <a:rPr lang="en-US" dirty="0">
                <a:solidFill>
                  <a:srgbClr val="1A1A1A"/>
                </a:solidFill>
                <a:latin typeface="Calibri" pitchFamily="34" charset="0"/>
                <a:ea typeface="Calibri" pitchFamily="34" charset="-122"/>
                <a:cs typeface="Calibri" pitchFamily="34" charset="-120"/>
              </a:rPr>
              <a:t>Non è </a:t>
            </a:r>
            <a:r>
              <a:rPr lang="en-US" dirty="0" err="1">
                <a:solidFill>
                  <a:srgbClr val="1A1A1A"/>
                </a:solidFill>
                <a:latin typeface="Calibri" pitchFamily="34" charset="0"/>
                <a:ea typeface="Calibri" pitchFamily="34" charset="-122"/>
                <a:cs typeface="Calibri" pitchFamily="34" charset="-120"/>
              </a:rPr>
              <a:t>ammesso</a:t>
            </a:r>
            <a:r>
              <a:rPr lang="en-US" dirty="0">
                <a:solidFill>
                  <a:srgbClr val="1A1A1A"/>
                </a:solidFill>
                <a:latin typeface="Calibri" pitchFamily="34" charset="0"/>
                <a:ea typeface="Calibri" pitchFamily="34" charset="-122"/>
                <a:cs typeface="Calibri" pitchFamily="34" charset="-120"/>
              </a:rPr>
              <a:t> ADD e DROP </a:t>
            </a:r>
            <a:r>
              <a:rPr lang="en-US" dirty="0" err="1">
                <a:solidFill>
                  <a:srgbClr val="1A1A1A"/>
                </a:solidFill>
                <a:latin typeface="Calibri" pitchFamily="34" charset="0"/>
                <a:ea typeface="Calibri" pitchFamily="34" charset="-122"/>
                <a:cs typeface="Calibri" pitchFamily="34" charset="-120"/>
              </a:rPr>
              <a:t>nello</a:t>
            </a:r>
            <a:r>
              <a:rPr lang="en-US" dirty="0">
                <a:solidFill>
                  <a:srgbClr val="1A1A1A"/>
                </a:solidFill>
                <a:latin typeface="Calibri" pitchFamily="34" charset="0"/>
                <a:ea typeface="Calibri" pitchFamily="34" charset="-122"/>
                <a:cs typeface="Calibri" pitchFamily="34" charset="-120"/>
              </a:rPr>
              <a:t> </a:t>
            </a:r>
            <a:r>
              <a:rPr lang="en-US" dirty="0" err="1">
                <a:solidFill>
                  <a:srgbClr val="1A1A1A"/>
                </a:solidFill>
                <a:latin typeface="Calibri" pitchFamily="34" charset="0"/>
                <a:ea typeface="Calibri" pitchFamily="34" charset="-122"/>
                <a:cs typeface="Calibri" pitchFamily="34" charset="-120"/>
              </a:rPr>
              <a:t>stesso</a:t>
            </a:r>
            <a:r>
              <a:rPr lang="en-US" dirty="0">
                <a:solidFill>
                  <a:srgbClr val="1A1A1A"/>
                </a:solidFill>
                <a:latin typeface="Calibri" pitchFamily="34" charset="0"/>
                <a:ea typeface="Calibri" pitchFamily="34" charset="-122"/>
                <a:cs typeface="Calibri" pitchFamily="34" charset="-120"/>
              </a:rPr>
              <a:t> commando ALTER TABLE</a:t>
            </a:r>
          </a:p>
          <a:p>
            <a:pPr marL="342900" indent="-342900">
              <a:buSzPct val="100000"/>
            </a:pPr>
            <a:r>
              <a:rPr lang="en-US" dirty="0">
                <a:solidFill>
                  <a:srgbClr val="1A1A1A"/>
                </a:solidFill>
                <a:latin typeface="Calibri" pitchFamily="34" charset="0"/>
                <a:ea typeface="Calibri" pitchFamily="34" charset="-122"/>
                <a:cs typeface="Calibri" pitchFamily="34" charset="-120"/>
              </a:rPr>
              <a:t>ALTER </a:t>
            </a:r>
            <a:r>
              <a:rPr lang="en-US" dirty="0" err="1">
                <a:solidFill>
                  <a:srgbClr val="1A1A1A"/>
                </a:solidFill>
                <a:latin typeface="Calibri" pitchFamily="34" charset="0"/>
                <a:ea typeface="Calibri" pitchFamily="34" charset="-122"/>
                <a:cs typeface="Calibri" pitchFamily="34" charset="-120"/>
              </a:rPr>
              <a:t>una</a:t>
            </a:r>
            <a:r>
              <a:rPr lang="en-US" dirty="0">
                <a:solidFill>
                  <a:srgbClr val="1A1A1A"/>
                </a:solidFill>
                <a:latin typeface="Calibri" pitchFamily="34" charset="0"/>
                <a:ea typeface="Calibri" pitchFamily="34" charset="-122"/>
                <a:cs typeface="Calibri" pitchFamily="34" charset="-120"/>
              </a:rPr>
              <a:t> </a:t>
            </a:r>
            <a:r>
              <a:rPr lang="en-US" dirty="0" err="1">
                <a:solidFill>
                  <a:srgbClr val="1A1A1A"/>
                </a:solidFill>
                <a:latin typeface="Calibri" pitchFamily="34" charset="0"/>
                <a:ea typeface="Calibri" pitchFamily="34" charset="-122"/>
                <a:cs typeface="Calibri" pitchFamily="34" charset="-120"/>
              </a:rPr>
              <a:t>colonna</a:t>
            </a:r>
            <a:r>
              <a:rPr lang="en-US" dirty="0">
                <a:solidFill>
                  <a:srgbClr val="1A1A1A"/>
                </a:solidFill>
                <a:latin typeface="Calibri" pitchFamily="34" charset="0"/>
                <a:ea typeface="Calibri" pitchFamily="34" charset="-122"/>
                <a:cs typeface="Calibri" pitchFamily="34" charset="-120"/>
              </a:rPr>
              <a:t> alla volta</a:t>
            </a:r>
            <a:br>
              <a:rPr lang="en-US" dirty="0">
                <a:solidFill>
                  <a:srgbClr val="1A1A1A"/>
                </a:solidFill>
                <a:latin typeface="Calibri" pitchFamily="34" charset="0"/>
                <a:ea typeface="Calibri" pitchFamily="34" charset="-122"/>
                <a:cs typeface="Calibri" pitchFamily="34" charset="-120"/>
              </a:rPr>
            </a:br>
            <a:endParaRPr lang="en-US" dirty="0">
              <a:solidFill>
                <a:srgbClr val="1A1A1A"/>
              </a:solidFill>
              <a:latin typeface="Calibri" pitchFamily="34" charset="0"/>
              <a:ea typeface="Calibri" pitchFamily="34" charset="-122"/>
              <a:cs typeface="Calibri" pitchFamily="34" charset="-120"/>
            </a:endParaRPr>
          </a:p>
        </p:txBody>
      </p:sp>
      <p:sp>
        <p:nvSpPr>
          <p:cNvPr id="4" name="CasellaDiTesto 3">
            <a:extLst>
              <a:ext uri="{FF2B5EF4-FFF2-40B4-BE49-F238E27FC236}">
                <a16:creationId xmlns:a16="http://schemas.microsoft.com/office/drawing/2014/main" id="{D4B5B36D-6C80-3A06-2443-C346F647D5D4}"/>
              </a:ext>
            </a:extLst>
          </p:cNvPr>
          <p:cNvSpPr txBox="1"/>
          <p:nvPr/>
        </p:nvSpPr>
        <p:spPr>
          <a:xfrm>
            <a:off x="4463988" y="2647380"/>
            <a:ext cx="4618311" cy="2084610"/>
          </a:xfrm>
          <a:prstGeom prst="rect">
            <a:avLst/>
          </a:prstGeom>
          <a:solidFill>
            <a:schemeClr val="tx1"/>
          </a:solidFill>
        </p:spPr>
        <p:style>
          <a:lnRef idx="3">
            <a:schemeClr val="lt1"/>
          </a:lnRef>
          <a:fillRef idx="1">
            <a:schemeClr val="dk1"/>
          </a:fillRef>
          <a:effectRef idx="1">
            <a:schemeClr val="dk1"/>
          </a:effectRef>
          <a:fontRef idx="minor">
            <a:schemeClr val="lt1"/>
          </a:fontRef>
        </p:style>
        <p:txBody>
          <a:bodyPr vert="horz" lIns="72000" tIns="45720" rIns="72000" bIns="45720" rtlCol="0">
            <a:noAutofit/>
          </a:bodyPr>
          <a:lstStyle/>
          <a:p>
            <a:r>
              <a:rPr lang="en-US" sz="1600" dirty="0">
                <a:solidFill>
                  <a:srgbClr val="E8543F"/>
                </a:solidFill>
                <a:latin typeface="Consolas" pitchFamily="34" charset="0"/>
                <a:ea typeface="Consolas" pitchFamily="34" charset="-122"/>
                <a:cs typeface="Consolas" pitchFamily="34" charset="-120"/>
              </a:rPr>
              <a:t>ALTER</a:t>
            </a:r>
            <a:r>
              <a:rPr lang="en-US" sz="1600" dirty="0">
                <a:solidFill>
                  <a:srgbClr val="F2F2F2"/>
                </a:solidFill>
                <a:latin typeface="Consolas" pitchFamily="34" charset="0"/>
                <a:ea typeface="Consolas" pitchFamily="34" charset="-122"/>
                <a:cs typeface="Consolas" pitchFamily="34" charset="-120"/>
              </a:rPr>
              <a:t> </a:t>
            </a:r>
            <a:r>
              <a:rPr lang="en-US" sz="1600" dirty="0">
                <a:solidFill>
                  <a:srgbClr val="E8543F"/>
                </a:solidFill>
                <a:latin typeface="Consolas" pitchFamily="34" charset="0"/>
                <a:ea typeface="Consolas" pitchFamily="34" charset="-122"/>
                <a:cs typeface="Consolas" pitchFamily="34" charset="-120"/>
              </a:rPr>
              <a:t>TABLE </a:t>
            </a:r>
            <a:r>
              <a:rPr lang="en-US" sz="1600" dirty="0" err="1">
                <a:solidFill>
                  <a:schemeClr val="bg1"/>
                </a:solidFill>
                <a:latin typeface="Consolas" pitchFamily="34" charset="0"/>
                <a:ea typeface="Consolas" pitchFamily="34" charset="-122"/>
                <a:cs typeface="Consolas" pitchFamily="34" charset="-120"/>
              </a:rPr>
              <a:t>dbo</a:t>
            </a:r>
            <a:r>
              <a:rPr lang="en-US" sz="1600" dirty="0" err="1">
                <a:solidFill>
                  <a:srgbClr val="F2F2F2"/>
                </a:solidFill>
                <a:latin typeface="Consolas" pitchFamily="34" charset="0"/>
                <a:ea typeface="Consolas" pitchFamily="34" charset="-122"/>
                <a:cs typeface="Consolas" pitchFamily="34" charset="-120"/>
              </a:rPr>
              <a:t>.Articoli</a:t>
            </a:r>
            <a:r>
              <a:rPr lang="en-US" sz="1600" dirty="0">
                <a:solidFill>
                  <a:srgbClr val="F2F2F2"/>
                </a:solidFill>
                <a:latin typeface="Consolas" pitchFamily="34" charset="0"/>
                <a:ea typeface="Consolas" pitchFamily="34" charset="-122"/>
                <a:cs typeface="Consolas" pitchFamily="34" charset="-120"/>
              </a:rPr>
              <a:t> </a:t>
            </a:r>
            <a:br>
              <a:rPr lang="en-US" sz="1600" dirty="0">
                <a:solidFill>
                  <a:srgbClr val="F2F2F2"/>
                </a:solidFill>
                <a:latin typeface="Consolas" pitchFamily="34" charset="0"/>
                <a:ea typeface="Consolas" pitchFamily="34" charset="-122"/>
                <a:cs typeface="Consolas" pitchFamily="34" charset="-120"/>
              </a:rPr>
            </a:br>
            <a:r>
              <a:rPr lang="en-US" sz="1600" dirty="0">
                <a:solidFill>
                  <a:srgbClr val="E8543F"/>
                </a:solidFill>
                <a:latin typeface="Consolas" pitchFamily="34" charset="0"/>
                <a:ea typeface="Consolas" pitchFamily="34" charset="-122"/>
                <a:cs typeface="Consolas" pitchFamily="34" charset="-120"/>
              </a:rPr>
              <a:t>ADD</a:t>
            </a:r>
            <a:r>
              <a:rPr lang="en-US" sz="1600" dirty="0">
                <a:solidFill>
                  <a:srgbClr val="F2F2F2"/>
                </a:solidFill>
                <a:latin typeface="Consolas" pitchFamily="34" charset="0"/>
                <a:ea typeface="Consolas" pitchFamily="34" charset="-122"/>
                <a:cs typeface="Consolas" pitchFamily="34" charset="-120"/>
              </a:rPr>
              <a:t> Stato </a:t>
            </a:r>
            <a:r>
              <a:rPr lang="en-US" sz="1600" dirty="0">
                <a:solidFill>
                  <a:srgbClr val="E8543F"/>
                </a:solidFill>
                <a:latin typeface="Consolas" pitchFamily="34" charset="0"/>
                <a:ea typeface="Consolas" pitchFamily="34" charset="-122"/>
                <a:cs typeface="Consolas" pitchFamily="34" charset="-120"/>
              </a:rPr>
              <a:t>TINYINT</a:t>
            </a:r>
            <a:r>
              <a:rPr lang="en-US" sz="1600" dirty="0">
                <a:solidFill>
                  <a:srgbClr val="F2F2F2"/>
                </a:solidFill>
                <a:latin typeface="Consolas" pitchFamily="34" charset="0"/>
                <a:ea typeface="Consolas" pitchFamily="34" charset="-122"/>
                <a:cs typeface="Consolas" pitchFamily="34" charset="-120"/>
              </a:rPr>
              <a:t> </a:t>
            </a:r>
            <a:r>
              <a:rPr lang="en-US" sz="1600" dirty="0">
                <a:solidFill>
                  <a:srgbClr val="E8543F"/>
                </a:solidFill>
                <a:latin typeface="Consolas" pitchFamily="34" charset="0"/>
                <a:ea typeface="Consolas" pitchFamily="34" charset="-122"/>
                <a:cs typeface="Consolas" pitchFamily="34" charset="-120"/>
              </a:rPr>
              <a:t>NOT</a:t>
            </a:r>
            <a:r>
              <a:rPr lang="en-US" sz="1600" dirty="0">
                <a:solidFill>
                  <a:srgbClr val="F2F2F2"/>
                </a:solidFill>
                <a:latin typeface="Consolas" pitchFamily="34" charset="0"/>
                <a:ea typeface="Consolas" pitchFamily="34" charset="-122"/>
                <a:cs typeface="Consolas" pitchFamily="34" charset="-120"/>
              </a:rPr>
              <a:t> </a:t>
            </a:r>
            <a:r>
              <a:rPr lang="en-US" sz="1600" dirty="0">
                <a:solidFill>
                  <a:srgbClr val="E8543F"/>
                </a:solidFill>
                <a:latin typeface="Consolas" pitchFamily="34" charset="0"/>
                <a:ea typeface="Consolas" pitchFamily="34" charset="-122"/>
                <a:cs typeface="Consolas" pitchFamily="34" charset="-120"/>
              </a:rPr>
              <a:t>NULL</a:t>
            </a:r>
            <a:r>
              <a:rPr lang="en-US" sz="1600" dirty="0">
                <a:solidFill>
                  <a:srgbClr val="F2F2F2"/>
                </a:solidFill>
                <a:latin typeface="Consolas" pitchFamily="34" charset="0"/>
                <a:ea typeface="Consolas" pitchFamily="34" charset="-122"/>
                <a:cs typeface="Consolas" pitchFamily="34" charset="-120"/>
              </a:rPr>
              <a:t> </a:t>
            </a:r>
            <a:r>
              <a:rPr lang="en-US" sz="1600" dirty="0">
                <a:solidFill>
                  <a:srgbClr val="E8543F"/>
                </a:solidFill>
                <a:latin typeface="Consolas" pitchFamily="34" charset="0"/>
                <a:ea typeface="Consolas" pitchFamily="34" charset="-122"/>
                <a:cs typeface="Consolas" pitchFamily="34" charset="-120"/>
              </a:rPr>
              <a:t>DEFAULT</a:t>
            </a:r>
            <a:r>
              <a:rPr lang="en-US" sz="1600" dirty="0">
                <a:solidFill>
                  <a:srgbClr val="D8A657"/>
                </a:solidFill>
                <a:latin typeface="Consolas" pitchFamily="34" charset="0"/>
                <a:ea typeface="Consolas" pitchFamily="34" charset="-122"/>
                <a:cs typeface="Consolas" pitchFamily="34" charset="-120"/>
              </a:rPr>
              <a:t> 0;</a:t>
            </a:r>
            <a:endParaRPr lang="en-US" sz="1600" dirty="0"/>
          </a:p>
          <a:p>
            <a:br>
              <a:rPr lang="en-US" sz="1600" dirty="0">
                <a:solidFill>
                  <a:srgbClr val="E8543F"/>
                </a:solidFill>
                <a:latin typeface="Consolas" pitchFamily="34" charset="0"/>
                <a:ea typeface="Consolas" pitchFamily="34" charset="-122"/>
                <a:cs typeface="Consolas" pitchFamily="34" charset="-120"/>
              </a:rPr>
            </a:br>
            <a:r>
              <a:rPr lang="en-US" sz="1600" dirty="0">
                <a:solidFill>
                  <a:srgbClr val="E8543F"/>
                </a:solidFill>
                <a:latin typeface="Consolas" pitchFamily="34" charset="0"/>
                <a:ea typeface="Consolas" pitchFamily="34" charset="-122"/>
                <a:cs typeface="Consolas" pitchFamily="34" charset="-120"/>
              </a:rPr>
              <a:t>ALTER</a:t>
            </a:r>
            <a:r>
              <a:rPr lang="en-US" sz="1600" dirty="0">
                <a:solidFill>
                  <a:srgbClr val="F2F2F2"/>
                </a:solidFill>
                <a:latin typeface="Consolas" pitchFamily="34" charset="0"/>
                <a:ea typeface="Consolas" pitchFamily="34" charset="-122"/>
                <a:cs typeface="Consolas" pitchFamily="34" charset="-120"/>
              </a:rPr>
              <a:t> </a:t>
            </a:r>
            <a:r>
              <a:rPr lang="en-US" sz="1600" dirty="0">
                <a:solidFill>
                  <a:srgbClr val="E8543F"/>
                </a:solidFill>
                <a:latin typeface="Consolas" pitchFamily="34" charset="0"/>
                <a:ea typeface="Consolas" pitchFamily="34" charset="-122"/>
                <a:cs typeface="Consolas" pitchFamily="34" charset="-120"/>
              </a:rPr>
              <a:t>TABLE</a:t>
            </a:r>
            <a:r>
              <a:rPr lang="en-US" sz="1600" dirty="0">
                <a:solidFill>
                  <a:srgbClr val="F2F2F2"/>
                </a:solidFill>
                <a:latin typeface="Consolas" pitchFamily="34" charset="0"/>
                <a:ea typeface="Consolas" pitchFamily="34" charset="-122"/>
                <a:cs typeface="Consolas" pitchFamily="34" charset="-120"/>
              </a:rPr>
              <a:t> </a:t>
            </a:r>
            <a:r>
              <a:rPr lang="en-US" sz="1600" dirty="0" err="1">
                <a:solidFill>
                  <a:schemeClr val="bg1"/>
                </a:solidFill>
                <a:latin typeface="Consolas" pitchFamily="34" charset="0"/>
                <a:ea typeface="Consolas" pitchFamily="34" charset="-122"/>
                <a:cs typeface="Consolas" pitchFamily="34" charset="-120"/>
              </a:rPr>
              <a:t>dbo</a:t>
            </a:r>
            <a:r>
              <a:rPr lang="en-US" sz="1600" dirty="0" err="1">
                <a:solidFill>
                  <a:srgbClr val="F2F2F2"/>
                </a:solidFill>
                <a:latin typeface="Consolas" pitchFamily="34" charset="0"/>
                <a:ea typeface="Consolas" pitchFamily="34" charset="-122"/>
                <a:cs typeface="Consolas" pitchFamily="34" charset="-120"/>
              </a:rPr>
              <a:t>.Articoli</a:t>
            </a:r>
            <a:r>
              <a:rPr lang="en-US" sz="1600" dirty="0">
                <a:solidFill>
                  <a:srgbClr val="F2F2F2"/>
                </a:solidFill>
                <a:latin typeface="Consolas" pitchFamily="34" charset="0"/>
                <a:ea typeface="Consolas" pitchFamily="34" charset="-122"/>
                <a:cs typeface="Consolas" pitchFamily="34" charset="-120"/>
              </a:rPr>
              <a:t> </a:t>
            </a:r>
            <a:br>
              <a:rPr lang="en-US" sz="1600" dirty="0">
                <a:solidFill>
                  <a:srgbClr val="F2F2F2"/>
                </a:solidFill>
                <a:latin typeface="Consolas" pitchFamily="34" charset="0"/>
                <a:ea typeface="Consolas" pitchFamily="34" charset="-122"/>
                <a:cs typeface="Consolas" pitchFamily="34" charset="-120"/>
              </a:rPr>
            </a:br>
            <a:r>
              <a:rPr lang="en-US" sz="1600" dirty="0">
                <a:solidFill>
                  <a:srgbClr val="E8543F"/>
                </a:solidFill>
                <a:latin typeface="Consolas" pitchFamily="34" charset="0"/>
                <a:ea typeface="Consolas" pitchFamily="34" charset="-122"/>
                <a:cs typeface="Consolas" pitchFamily="34" charset="-120"/>
              </a:rPr>
              <a:t>ALTER</a:t>
            </a:r>
            <a:r>
              <a:rPr lang="en-US" sz="1600" dirty="0">
                <a:solidFill>
                  <a:srgbClr val="F2F2F2"/>
                </a:solidFill>
                <a:latin typeface="Consolas" pitchFamily="34" charset="0"/>
                <a:ea typeface="Consolas" pitchFamily="34" charset="-122"/>
                <a:cs typeface="Consolas" pitchFamily="34" charset="-120"/>
              </a:rPr>
              <a:t> </a:t>
            </a:r>
            <a:r>
              <a:rPr lang="en-US" sz="1600" dirty="0">
                <a:solidFill>
                  <a:srgbClr val="E8543F"/>
                </a:solidFill>
                <a:latin typeface="Consolas" pitchFamily="34" charset="0"/>
                <a:ea typeface="Consolas" pitchFamily="34" charset="-122"/>
                <a:cs typeface="Consolas" pitchFamily="34" charset="-120"/>
              </a:rPr>
              <a:t>COLUMN</a:t>
            </a:r>
            <a:r>
              <a:rPr lang="en-US" sz="1600" dirty="0">
                <a:solidFill>
                  <a:srgbClr val="F2F2F2"/>
                </a:solidFill>
                <a:latin typeface="Consolas" pitchFamily="34" charset="0"/>
                <a:ea typeface="Consolas" pitchFamily="34" charset="-122"/>
                <a:cs typeface="Consolas" pitchFamily="34" charset="-120"/>
              </a:rPr>
              <a:t> Stato </a:t>
            </a:r>
            <a:r>
              <a:rPr lang="en-US" sz="1600" dirty="0">
                <a:solidFill>
                  <a:srgbClr val="E8543F"/>
                </a:solidFill>
                <a:latin typeface="Consolas" pitchFamily="34" charset="0"/>
                <a:ea typeface="Consolas" pitchFamily="34" charset="-122"/>
                <a:cs typeface="Consolas" pitchFamily="34" charset="-120"/>
              </a:rPr>
              <a:t>VARCHAR</a:t>
            </a:r>
            <a:r>
              <a:rPr lang="en-US" sz="1600" dirty="0">
                <a:solidFill>
                  <a:srgbClr val="F2F2F2"/>
                </a:solidFill>
                <a:latin typeface="Consolas" pitchFamily="34" charset="0"/>
                <a:ea typeface="Consolas" pitchFamily="34" charset="-122"/>
                <a:cs typeface="Consolas" pitchFamily="34" charset="-120"/>
              </a:rPr>
              <a:t>(30) </a:t>
            </a:r>
            <a:r>
              <a:rPr lang="en-US" sz="1600" dirty="0">
                <a:solidFill>
                  <a:srgbClr val="E8543F"/>
                </a:solidFill>
                <a:latin typeface="Consolas" pitchFamily="34" charset="0"/>
                <a:ea typeface="Consolas" pitchFamily="34" charset="-122"/>
                <a:cs typeface="Consolas" pitchFamily="34" charset="-120"/>
              </a:rPr>
              <a:t>NOT</a:t>
            </a:r>
            <a:r>
              <a:rPr lang="en-US" sz="1600" dirty="0">
                <a:solidFill>
                  <a:srgbClr val="F2F2F2"/>
                </a:solidFill>
                <a:latin typeface="Consolas" pitchFamily="34" charset="0"/>
                <a:ea typeface="Consolas" pitchFamily="34" charset="-122"/>
                <a:cs typeface="Consolas" pitchFamily="34" charset="-120"/>
              </a:rPr>
              <a:t> </a:t>
            </a:r>
            <a:r>
              <a:rPr lang="en-US" sz="1600" dirty="0">
                <a:solidFill>
                  <a:srgbClr val="E8543F"/>
                </a:solidFill>
                <a:latin typeface="Consolas" pitchFamily="34" charset="0"/>
                <a:ea typeface="Consolas" pitchFamily="34" charset="-122"/>
                <a:cs typeface="Consolas" pitchFamily="34" charset="-120"/>
              </a:rPr>
              <a:t>NULL</a:t>
            </a:r>
            <a:r>
              <a:rPr lang="en-US" sz="1600" dirty="0">
                <a:solidFill>
                  <a:srgbClr val="F2F2F2"/>
                </a:solidFill>
                <a:latin typeface="Consolas" pitchFamily="34" charset="0"/>
                <a:ea typeface="Consolas" pitchFamily="34" charset="-122"/>
                <a:cs typeface="Consolas" pitchFamily="34" charset="-120"/>
              </a:rPr>
              <a:t>;</a:t>
            </a:r>
            <a:br>
              <a:rPr lang="en-US" sz="1600" dirty="0">
                <a:solidFill>
                  <a:srgbClr val="F2F2F2"/>
                </a:solidFill>
                <a:latin typeface="Consolas" pitchFamily="34" charset="0"/>
                <a:ea typeface="Consolas" pitchFamily="34" charset="-122"/>
                <a:cs typeface="Consolas" pitchFamily="34" charset="-120"/>
              </a:rPr>
            </a:br>
            <a:r>
              <a:rPr lang="en-US" sz="1600" dirty="0">
                <a:solidFill>
                  <a:srgbClr val="F2F2F2"/>
                </a:solidFill>
                <a:latin typeface="Consolas" pitchFamily="34" charset="0"/>
                <a:ea typeface="Consolas" pitchFamily="34" charset="-122"/>
                <a:cs typeface="Consolas" pitchFamily="34" charset="-120"/>
              </a:rPr>
              <a:t> </a:t>
            </a:r>
            <a:br>
              <a:rPr lang="en-US" sz="1600" dirty="0">
                <a:solidFill>
                  <a:srgbClr val="F2F2F2"/>
                </a:solidFill>
                <a:latin typeface="Consolas" pitchFamily="34" charset="0"/>
                <a:ea typeface="Consolas" pitchFamily="34" charset="-122"/>
                <a:cs typeface="Consolas" pitchFamily="34" charset="-120"/>
              </a:rPr>
            </a:br>
            <a:r>
              <a:rPr lang="en-US" sz="1600" dirty="0">
                <a:solidFill>
                  <a:srgbClr val="E8543F"/>
                </a:solidFill>
                <a:latin typeface="Consolas" pitchFamily="34" charset="0"/>
                <a:ea typeface="Consolas" pitchFamily="34" charset="-122"/>
                <a:cs typeface="Consolas" pitchFamily="34" charset="-120"/>
              </a:rPr>
              <a:t>ALTER</a:t>
            </a:r>
            <a:r>
              <a:rPr lang="en-US" sz="1600" dirty="0">
                <a:solidFill>
                  <a:srgbClr val="F2F2F2"/>
                </a:solidFill>
                <a:latin typeface="Consolas" pitchFamily="34" charset="0"/>
                <a:ea typeface="Consolas" pitchFamily="34" charset="-122"/>
                <a:cs typeface="Consolas" pitchFamily="34" charset="-120"/>
              </a:rPr>
              <a:t> </a:t>
            </a:r>
            <a:r>
              <a:rPr lang="en-US" sz="1600" dirty="0">
                <a:solidFill>
                  <a:srgbClr val="E8543F"/>
                </a:solidFill>
                <a:latin typeface="Consolas" pitchFamily="34" charset="0"/>
                <a:ea typeface="Consolas" pitchFamily="34" charset="-122"/>
                <a:cs typeface="Consolas" pitchFamily="34" charset="-120"/>
              </a:rPr>
              <a:t>TABLE</a:t>
            </a:r>
            <a:r>
              <a:rPr lang="en-US" sz="1600" dirty="0">
                <a:solidFill>
                  <a:srgbClr val="F2F2F2"/>
                </a:solidFill>
                <a:latin typeface="Consolas" pitchFamily="34" charset="0"/>
                <a:ea typeface="Consolas" pitchFamily="34" charset="-122"/>
                <a:cs typeface="Consolas" pitchFamily="34" charset="-120"/>
              </a:rPr>
              <a:t> </a:t>
            </a:r>
            <a:r>
              <a:rPr lang="en-US" sz="1600" dirty="0" err="1">
                <a:solidFill>
                  <a:schemeClr val="bg1"/>
                </a:solidFill>
                <a:latin typeface="Consolas" pitchFamily="34" charset="0"/>
                <a:ea typeface="Consolas" pitchFamily="34" charset="-122"/>
                <a:cs typeface="Consolas" pitchFamily="34" charset="-120"/>
              </a:rPr>
              <a:t>dbo</a:t>
            </a:r>
            <a:r>
              <a:rPr lang="en-US" sz="1600" dirty="0" err="1">
                <a:solidFill>
                  <a:srgbClr val="F2F2F2"/>
                </a:solidFill>
                <a:latin typeface="Consolas" pitchFamily="34" charset="0"/>
                <a:ea typeface="Consolas" pitchFamily="34" charset="-122"/>
                <a:cs typeface="Consolas" pitchFamily="34" charset="-120"/>
              </a:rPr>
              <a:t>.Articoli</a:t>
            </a:r>
            <a:r>
              <a:rPr lang="en-US" sz="1600" dirty="0">
                <a:solidFill>
                  <a:srgbClr val="F2F2F2"/>
                </a:solidFill>
                <a:latin typeface="Consolas" pitchFamily="34" charset="0"/>
                <a:ea typeface="Consolas" pitchFamily="34" charset="-122"/>
                <a:cs typeface="Consolas" pitchFamily="34" charset="-120"/>
              </a:rPr>
              <a:t> </a:t>
            </a:r>
            <a:br>
              <a:rPr lang="en-US" sz="1600" dirty="0">
                <a:solidFill>
                  <a:srgbClr val="F2F2F2"/>
                </a:solidFill>
                <a:latin typeface="Consolas" pitchFamily="34" charset="0"/>
                <a:ea typeface="Consolas" pitchFamily="34" charset="-122"/>
                <a:cs typeface="Consolas" pitchFamily="34" charset="-120"/>
              </a:rPr>
            </a:br>
            <a:r>
              <a:rPr lang="en-US" sz="1600" dirty="0">
                <a:solidFill>
                  <a:srgbClr val="E8543F"/>
                </a:solidFill>
                <a:latin typeface="Consolas" pitchFamily="34" charset="0"/>
                <a:ea typeface="Consolas" pitchFamily="34" charset="-122"/>
                <a:cs typeface="Consolas" pitchFamily="34" charset="-120"/>
              </a:rPr>
              <a:t>DROP</a:t>
            </a:r>
            <a:r>
              <a:rPr lang="en-US" sz="1600" dirty="0">
                <a:solidFill>
                  <a:srgbClr val="F2F2F2"/>
                </a:solidFill>
                <a:latin typeface="Consolas" pitchFamily="34" charset="0"/>
                <a:ea typeface="Consolas" pitchFamily="34" charset="-122"/>
                <a:cs typeface="Consolas" pitchFamily="34" charset="-120"/>
              </a:rPr>
              <a:t> </a:t>
            </a:r>
            <a:r>
              <a:rPr lang="en-US" sz="1600" dirty="0">
                <a:solidFill>
                  <a:srgbClr val="E8543F"/>
                </a:solidFill>
                <a:latin typeface="Consolas" pitchFamily="34" charset="0"/>
                <a:ea typeface="Consolas" pitchFamily="34" charset="-122"/>
                <a:cs typeface="Consolas" pitchFamily="34" charset="-120"/>
              </a:rPr>
              <a:t>COLUMN</a:t>
            </a:r>
            <a:r>
              <a:rPr lang="en-US" sz="1600" dirty="0">
                <a:solidFill>
                  <a:srgbClr val="F2F2F2"/>
                </a:solidFill>
                <a:latin typeface="Consolas" pitchFamily="34" charset="0"/>
                <a:ea typeface="Consolas" pitchFamily="34" charset="-122"/>
                <a:cs typeface="Consolas" pitchFamily="34" charset="-120"/>
              </a:rPr>
              <a:t> Note;</a:t>
            </a:r>
            <a:endParaRPr lang="en-US" sz="1600" dirty="0"/>
          </a:p>
          <a:p>
            <a:r>
              <a:rPr lang="en-US" sz="1600" dirty="0">
                <a:solidFill>
                  <a:srgbClr val="CE9178"/>
                </a:solidFill>
                <a:ea typeface="Courier New" pitchFamily="34" charset="-122"/>
                <a:cs typeface="Courier New" pitchFamily="34" charset="-120"/>
              </a:rPr>
              <a:t>
</a:t>
            </a:r>
            <a:endParaRPr lang="en-US" sz="1600" dirty="0"/>
          </a:p>
        </p:txBody>
      </p:sp>
      <p:pic>
        <p:nvPicPr>
          <p:cNvPr id="6" name="Elemento grafico 5" descr="Programmatore (maschile) con riempimento a tinta unita">
            <a:extLst>
              <a:ext uri="{FF2B5EF4-FFF2-40B4-BE49-F238E27FC236}">
                <a16:creationId xmlns:a16="http://schemas.microsoft.com/office/drawing/2014/main" id="{211D8310-64B4-05CB-1A45-78FF99E99D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78243" y="4083918"/>
            <a:ext cx="446348" cy="446348"/>
          </a:xfrm>
          <a:prstGeom prst="rect">
            <a:avLst/>
          </a:prstGeom>
        </p:spPr>
      </p:pic>
    </p:spTree>
    <p:extLst>
      <p:ext uri="{BB962C8B-B14F-4D97-AF65-F5344CB8AC3E}">
        <p14:creationId xmlns:p14="http://schemas.microsoft.com/office/powerpoint/2010/main" val="3747436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3A74F-8CC2-1E44-9AC9-F55B6604D81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75E04CC-E354-AB7C-512F-756B30F75D05}"/>
              </a:ext>
            </a:extLst>
          </p:cNvPr>
          <p:cNvSpPr>
            <a:spLocks noGrp="1"/>
          </p:cNvSpPr>
          <p:nvPr>
            <p:ph type="title"/>
          </p:nvPr>
        </p:nvSpPr>
        <p:spPr>
          <a:xfrm>
            <a:off x="251520" y="189000"/>
            <a:ext cx="8640960" cy="540000"/>
          </a:xfrm>
        </p:spPr>
        <p:txBody>
          <a:bodyPr anchor="ctr">
            <a:normAutofit/>
          </a:bodyPr>
          <a:lstStyle/>
          <a:p>
            <a:r>
              <a:rPr lang="it-IT" dirty="0"/>
              <a:t>Meta data </a:t>
            </a:r>
            <a:r>
              <a:rPr lang="it-IT" dirty="0" err="1"/>
              <a:t>only</a:t>
            </a:r>
            <a:r>
              <a:rPr lang="it-IT" dirty="0"/>
              <a:t> vs riscrittura</a:t>
            </a:r>
          </a:p>
        </p:txBody>
      </p:sp>
      <p:sp>
        <p:nvSpPr>
          <p:cNvPr id="4" name="Segnaposto contenuto 2">
            <a:extLst>
              <a:ext uri="{FF2B5EF4-FFF2-40B4-BE49-F238E27FC236}">
                <a16:creationId xmlns:a16="http://schemas.microsoft.com/office/drawing/2014/main" id="{53899315-835A-A378-E49B-D4213CB0844A}"/>
              </a:ext>
            </a:extLst>
          </p:cNvPr>
          <p:cNvSpPr txBox="1">
            <a:spLocks/>
          </p:cNvSpPr>
          <p:nvPr/>
        </p:nvSpPr>
        <p:spPr>
          <a:xfrm>
            <a:off x="4648200" y="809883"/>
            <a:ext cx="4244280" cy="402742"/>
          </a:xfrm>
          <a:prstGeom prst="rect">
            <a:avLst/>
          </a:prstGeom>
        </p:spPr>
        <p:txBody>
          <a:bodyPr vert="horz" lIns="72000" tIns="45720" rIns="72000" bIns="45720" rtlCol="0">
            <a:normAutofit/>
          </a:bodyPr>
          <a:lstStyle>
            <a:lvl1pPr marL="361950" indent="-361950" algn="l" defTabSz="914400" rtl="0" eaLnBrk="1" latinLnBrk="0" hangingPunct="1">
              <a:lnSpc>
                <a:spcPct val="80000"/>
              </a:lnSpc>
              <a:spcBef>
                <a:spcPts val="0"/>
              </a:spcBef>
              <a:spcAft>
                <a:spcPts val="600"/>
              </a:spcAft>
              <a:buClr>
                <a:srgbClr val="C20E1A"/>
              </a:buClr>
              <a:buFont typeface="Arial" panose="020B0604020202020204" pitchFamily="34" charset="0"/>
              <a:buChar char="•"/>
              <a:defRPr lang="it-IT" sz="2400" kern="1200">
                <a:solidFill>
                  <a:schemeClr val="tx1"/>
                </a:solidFill>
                <a:latin typeface="+mj-lt"/>
                <a:ea typeface="+mn-ea"/>
                <a:cs typeface="+mn-cs"/>
              </a:defRPr>
            </a:lvl1pPr>
            <a:lvl2pPr marL="742950" indent="-285750" algn="l" defTabSz="914400" rtl="0" eaLnBrk="1" latinLnBrk="0" hangingPunct="1">
              <a:lnSpc>
                <a:spcPct val="80000"/>
              </a:lnSpc>
              <a:spcBef>
                <a:spcPct val="20000"/>
              </a:spcBef>
              <a:spcAft>
                <a:spcPts val="600"/>
              </a:spcAft>
              <a:buClr>
                <a:srgbClr val="C20E1A"/>
              </a:buClr>
              <a:buFont typeface="Arial" panose="020B0604020202020204" pitchFamily="34" charset="0"/>
              <a:buChar char="•"/>
              <a:defRPr lang="it-IT" sz="2000" kern="1200">
                <a:solidFill>
                  <a:schemeClr val="tx1"/>
                </a:solidFill>
                <a:latin typeface="+mj-lt"/>
                <a:ea typeface="+mn-ea"/>
                <a:cs typeface="+mn-cs"/>
              </a:defRPr>
            </a:lvl2pPr>
            <a:lvl3pPr marL="1143000" indent="-228600" algn="l" defTabSz="914400" rtl="0" eaLnBrk="1" latinLnBrk="0" hangingPunct="1">
              <a:lnSpc>
                <a:spcPct val="80000"/>
              </a:lnSpc>
              <a:spcBef>
                <a:spcPct val="20000"/>
              </a:spcBef>
              <a:spcAft>
                <a:spcPts val="600"/>
              </a:spcAft>
              <a:buClr>
                <a:srgbClr val="C20E1A"/>
              </a:buClr>
              <a:buFont typeface="Arial" panose="020B0604020202020204" pitchFamily="34" charset="0"/>
              <a:buChar char="•"/>
              <a:defRPr lang="it-IT" sz="1800" kern="1200">
                <a:solidFill>
                  <a:schemeClr val="tx1"/>
                </a:solidFill>
                <a:latin typeface="+mj-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solidFill>
                  <a:srgbClr val="C20E1A"/>
                </a:solidFill>
              </a:rPr>
              <a:t>RISCRITTURA</a:t>
            </a:r>
            <a:endParaRPr lang="en-US" dirty="0"/>
          </a:p>
        </p:txBody>
      </p:sp>
      <p:sp>
        <p:nvSpPr>
          <p:cNvPr id="5" name="Segnaposto contenuto 2">
            <a:extLst>
              <a:ext uri="{FF2B5EF4-FFF2-40B4-BE49-F238E27FC236}">
                <a16:creationId xmlns:a16="http://schemas.microsoft.com/office/drawing/2014/main" id="{188E4DDE-7ED5-34DB-B97F-6491DD99B47B}"/>
              </a:ext>
            </a:extLst>
          </p:cNvPr>
          <p:cNvSpPr txBox="1">
            <a:spLocks/>
          </p:cNvSpPr>
          <p:nvPr/>
        </p:nvSpPr>
        <p:spPr>
          <a:xfrm>
            <a:off x="65129" y="809883"/>
            <a:ext cx="4244280" cy="402742"/>
          </a:xfrm>
          <a:prstGeom prst="rect">
            <a:avLst/>
          </a:prstGeom>
        </p:spPr>
        <p:txBody>
          <a:bodyPr vert="horz" lIns="72000" tIns="45720" rIns="72000" bIns="45720" rtlCol="0">
            <a:normAutofit/>
          </a:bodyPr>
          <a:lstStyle>
            <a:lvl1pPr marL="361950" indent="-361950" algn="l" defTabSz="914400" rtl="0" eaLnBrk="1" latinLnBrk="0" hangingPunct="1">
              <a:lnSpc>
                <a:spcPct val="80000"/>
              </a:lnSpc>
              <a:spcBef>
                <a:spcPts val="0"/>
              </a:spcBef>
              <a:spcAft>
                <a:spcPts val="600"/>
              </a:spcAft>
              <a:buClr>
                <a:srgbClr val="C20E1A"/>
              </a:buClr>
              <a:buFont typeface="Arial" panose="020B0604020202020204" pitchFamily="34" charset="0"/>
              <a:buChar char="•"/>
              <a:defRPr lang="it-IT" sz="2400" kern="1200">
                <a:solidFill>
                  <a:schemeClr val="tx1"/>
                </a:solidFill>
                <a:latin typeface="+mj-lt"/>
                <a:ea typeface="+mn-ea"/>
                <a:cs typeface="+mn-cs"/>
              </a:defRPr>
            </a:lvl1pPr>
            <a:lvl2pPr marL="742950" indent="-285750" algn="l" defTabSz="914400" rtl="0" eaLnBrk="1" latinLnBrk="0" hangingPunct="1">
              <a:lnSpc>
                <a:spcPct val="80000"/>
              </a:lnSpc>
              <a:spcBef>
                <a:spcPct val="20000"/>
              </a:spcBef>
              <a:spcAft>
                <a:spcPts val="600"/>
              </a:spcAft>
              <a:buClr>
                <a:srgbClr val="C20E1A"/>
              </a:buClr>
              <a:buFont typeface="Arial" panose="020B0604020202020204" pitchFamily="34" charset="0"/>
              <a:buChar char="•"/>
              <a:defRPr lang="it-IT" sz="2000" kern="1200">
                <a:solidFill>
                  <a:schemeClr val="tx1"/>
                </a:solidFill>
                <a:latin typeface="+mj-lt"/>
                <a:ea typeface="+mn-ea"/>
                <a:cs typeface="+mn-cs"/>
              </a:defRPr>
            </a:lvl2pPr>
            <a:lvl3pPr marL="1143000" indent="-228600" algn="l" defTabSz="914400" rtl="0" eaLnBrk="1" latinLnBrk="0" hangingPunct="1">
              <a:lnSpc>
                <a:spcPct val="80000"/>
              </a:lnSpc>
              <a:spcBef>
                <a:spcPct val="20000"/>
              </a:spcBef>
              <a:spcAft>
                <a:spcPts val="600"/>
              </a:spcAft>
              <a:buClr>
                <a:srgbClr val="C20E1A"/>
              </a:buClr>
              <a:buFont typeface="Arial" panose="020B0604020202020204" pitchFamily="34" charset="0"/>
              <a:buChar char="•"/>
              <a:defRPr lang="it-IT" sz="1800" kern="1200">
                <a:solidFill>
                  <a:schemeClr val="tx1"/>
                </a:solidFill>
                <a:latin typeface="+mj-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lgn="ctr">
              <a:buNone/>
            </a:pPr>
            <a:r>
              <a:rPr lang="en-US" dirty="0">
                <a:solidFill>
                  <a:srgbClr val="C20E1A"/>
                </a:solidFill>
              </a:rPr>
              <a:t>METADATA-ONLY</a:t>
            </a:r>
          </a:p>
        </p:txBody>
      </p:sp>
      <p:cxnSp>
        <p:nvCxnSpPr>
          <p:cNvPr id="6" name="Connettore diritto 5">
            <a:extLst>
              <a:ext uri="{FF2B5EF4-FFF2-40B4-BE49-F238E27FC236}">
                <a16:creationId xmlns:a16="http://schemas.microsoft.com/office/drawing/2014/main" id="{C8E6FE8C-6E1A-AFFC-8A11-6F325B37D0E1}"/>
              </a:ext>
            </a:extLst>
          </p:cNvPr>
          <p:cNvCxnSpPr/>
          <p:nvPr/>
        </p:nvCxnSpPr>
        <p:spPr>
          <a:xfrm>
            <a:off x="4542852" y="843905"/>
            <a:ext cx="0" cy="3888083"/>
          </a:xfrm>
          <a:prstGeom prst="line">
            <a:avLst/>
          </a:prstGeom>
          <a:ln w="28575" cmpd="sng">
            <a:solidFill>
              <a:srgbClr val="C20E1A"/>
            </a:solidFill>
          </a:ln>
        </p:spPr>
        <p:style>
          <a:lnRef idx="1">
            <a:schemeClr val="accent2"/>
          </a:lnRef>
          <a:fillRef idx="0">
            <a:schemeClr val="accent2"/>
          </a:fillRef>
          <a:effectRef idx="0">
            <a:schemeClr val="accent2"/>
          </a:effectRef>
          <a:fontRef idx="minor">
            <a:schemeClr val="tx1"/>
          </a:fontRef>
        </p:style>
      </p:cxnSp>
      <p:sp>
        <p:nvSpPr>
          <p:cNvPr id="9" name="CasellaDiTesto 8">
            <a:extLst>
              <a:ext uri="{FF2B5EF4-FFF2-40B4-BE49-F238E27FC236}">
                <a16:creationId xmlns:a16="http://schemas.microsoft.com/office/drawing/2014/main" id="{AB999493-110C-50BB-E113-F7407952FA7B}"/>
              </a:ext>
            </a:extLst>
          </p:cNvPr>
          <p:cNvSpPr txBox="1"/>
          <p:nvPr/>
        </p:nvSpPr>
        <p:spPr>
          <a:xfrm>
            <a:off x="65129" y="1131590"/>
            <a:ext cx="4401261" cy="3822909"/>
          </a:xfrm>
          <a:prstGeom prst="rect">
            <a:avLst/>
          </a:prstGeom>
          <a:solidFill>
            <a:schemeClr val="tx1"/>
          </a:solidFill>
        </p:spPr>
        <p:style>
          <a:lnRef idx="3">
            <a:schemeClr val="lt1"/>
          </a:lnRef>
          <a:fillRef idx="1">
            <a:schemeClr val="dk1"/>
          </a:fillRef>
          <a:effectRef idx="1">
            <a:schemeClr val="dk1"/>
          </a:effectRef>
          <a:fontRef idx="minor">
            <a:schemeClr val="lt1"/>
          </a:fontRef>
        </p:style>
        <p:txBody>
          <a:bodyPr vert="horz" lIns="72000" tIns="45720" rIns="72000" bIns="45720" rtlCol="0">
            <a:noAutofit/>
          </a:bodyPr>
          <a:lstStyle/>
          <a:p>
            <a:r>
              <a:rPr lang="en-US" sz="1400" dirty="0">
                <a:solidFill>
                  <a:srgbClr val="E8543F"/>
                </a:solidFill>
                <a:latin typeface="Consolas" pitchFamily="34" charset="0"/>
                <a:ea typeface="Consolas" pitchFamily="34" charset="-122"/>
                <a:cs typeface="Consolas" pitchFamily="34" charset="-120"/>
              </a:rPr>
              <a:t>ALTER</a:t>
            </a:r>
            <a:r>
              <a:rPr lang="en-US" sz="1400" dirty="0">
                <a:solidFill>
                  <a:srgbClr val="F2F2F2"/>
                </a:solidFill>
                <a:latin typeface="Consolas" pitchFamily="34" charset="0"/>
                <a:ea typeface="Consolas" pitchFamily="34" charset="-122"/>
                <a:cs typeface="Consolas" pitchFamily="34" charset="-120"/>
              </a:rPr>
              <a:t> </a:t>
            </a:r>
            <a:r>
              <a:rPr lang="en-US" sz="1400" dirty="0">
                <a:solidFill>
                  <a:srgbClr val="E8543F"/>
                </a:solidFill>
                <a:latin typeface="Consolas" pitchFamily="34" charset="0"/>
                <a:ea typeface="Consolas" pitchFamily="34" charset="-122"/>
                <a:cs typeface="Consolas" pitchFamily="34" charset="-120"/>
              </a:rPr>
              <a:t>TABLE</a:t>
            </a:r>
            <a:r>
              <a:rPr lang="en-US" sz="1400" dirty="0">
                <a:solidFill>
                  <a:srgbClr val="F2F2F2"/>
                </a:solidFill>
                <a:latin typeface="Consolas" pitchFamily="34" charset="0"/>
                <a:ea typeface="Consolas" pitchFamily="34" charset="-122"/>
                <a:cs typeface="Consolas" pitchFamily="34" charset="-120"/>
              </a:rPr>
              <a:t> </a:t>
            </a:r>
            <a:r>
              <a:rPr lang="en-US" sz="1400" dirty="0" err="1">
                <a:solidFill>
                  <a:srgbClr val="F2F2F2"/>
                </a:solidFill>
                <a:latin typeface="Consolas" pitchFamily="34" charset="0"/>
                <a:ea typeface="Consolas" pitchFamily="34" charset="-122"/>
                <a:cs typeface="Consolas" pitchFamily="34" charset="-120"/>
              </a:rPr>
              <a:t>dbo.Articoli</a:t>
            </a:r>
            <a:r>
              <a:rPr lang="en-US" sz="1400" dirty="0">
                <a:solidFill>
                  <a:srgbClr val="F2F2F2"/>
                </a:solidFill>
                <a:latin typeface="Consolas" pitchFamily="34" charset="0"/>
                <a:ea typeface="Consolas" pitchFamily="34" charset="-122"/>
                <a:cs typeface="Consolas" pitchFamily="34" charset="-120"/>
              </a:rPr>
              <a:t> </a:t>
            </a:r>
            <a:br>
              <a:rPr lang="en-US" sz="1400" dirty="0">
                <a:solidFill>
                  <a:srgbClr val="F2F2F2"/>
                </a:solidFill>
                <a:latin typeface="Consolas" pitchFamily="34" charset="0"/>
                <a:ea typeface="Consolas" pitchFamily="34" charset="-122"/>
                <a:cs typeface="Consolas" pitchFamily="34" charset="-120"/>
              </a:rPr>
            </a:br>
            <a:r>
              <a:rPr lang="en-US" sz="1400" dirty="0">
                <a:solidFill>
                  <a:srgbClr val="E8543F"/>
                </a:solidFill>
                <a:latin typeface="Consolas" pitchFamily="34" charset="0"/>
                <a:ea typeface="Consolas" pitchFamily="34" charset="-122"/>
                <a:cs typeface="Consolas" pitchFamily="34" charset="-120"/>
              </a:rPr>
              <a:t>ADD</a:t>
            </a:r>
            <a:r>
              <a:rPr lang="en-US" sz="1400" dirty="0">
                <a:solidFill>
                  <a:srgbClr val="F2F2F2"/>
                </a:solidFill>
                <a:latin typeface="Consolas" pitchFamily="34" charset="0"/>
                <a:ea typeface="Consolas" pitchFamily="34" charset="-122"/>
                <a:cs typeface="Consolas" pitchFamily="34" charset="-120"/>
              </a:rPr>
              <a:t> Famiglia </a:t>
            </a:r>
            <a:r>
              <a:rPr lang="en-US" sz="1400" dirty="0">
                <a:solidFill>
                  <a:srgbClr val="E8543F"/>
                </a:solidFill>
                <a:latin typeface="Consolas" pitchFamily="34" charset="0"/>
                <a:ea typeface="Consolas" pitchFamily="34" charset="-122"/>
                <a:cs typeface="Consolas" pitchFamily="34" charset="-120"/>
              </a:rPr>
              <a:t>VARCHAR</a:t>
            </a:r>
            <a:r>
              <a:rPr lang="en-US" sz="1400" dirty="0">
                <a:solidFill>
                  <a:srgbClr val="F2F2F2"/>
                </a:solidFill>
                <a:latin typeface="Consolas" pitchFamily="34" charset="0"/>
                <a:ea typeface="Consolas" pitchFamily="34" charset="-122"/>
                <a:cs typeface="Consolas" pitchFamily="34" charset="-120"/>
              </a:rPr>
              <a:t>(10) </a:t>
            </a:r>
            <a:r>
              <a:rPr lang="en-US" sz="1400" dirty="0">
                <a:solidFill>
                  <a:srgbClr val="E8543F"/>
                </a:solidFill>
                <a:latin typeface="Consolas" pitchFamily="34" charset="0"/>
                <a:ea typeface="Consolas" pitchFamily="34" charset="-122"/>
                <a:cs typeface="Consolas" pitchFamily="34" charset="-120"/>
              </a:rPr>
              <a:t>NULL</a:t>
            </a:r>
            <a:r>
              <a:rPr lang="en-US" sz="1400" dirty="0">
                <a:solidFill>
                  <a:srgbClr val="F2F2F2"/>
                </a:solidFill>
                <a:latin typeface="Consolas" pitchFamily="34" charset="0"/>
                <a:ea typeface="Consolas" pitchFamily="34" charset="-122"/>
                <a:cs typeface="Consolas" pitchFamily="34" charset="-120"/>
              </a:rPr>
              <a:t>;</a:t>
            </a:r>
            <a:endParaRPr lang="en-US" sz="1400" dirty="0"/>
          </a:p>
          <a:p>
            <a:r>
              <a:rPr lang="en-US" sz="1400" dirty="0">
                <a:solidFill>
                  <a:srgbClr val="F2F2F2"/>
                </a:solidFill>
                <a:latin typeface="Consolas" pitchFamily="34" charset="0"/>
                <a:ea typeface="Consolas" pitchFamily="34" charset="-122"/>
                <a:cs typeface="Consolas" pitchFamily="34" charset="-120"/>
              </a:rPr>
              <a:t> </a:t>
            </a:r>
            <a:endParaRPr lang="en-US" sz="1400" dirty="0"/>
          </a:p>
          <a:p>
            <a:r>
              <a:rPr lang="en-US" sz="1400" dirty="0">
                <a:solidFill>
                  <a:srgbClr val="E8543F"/>
                </a:solidFill>
                <a:latin typeface="Consolas" pitchFamily="34" charset="0"/>
                <a:ea typeface="Consolas" pitchFamily="34" charset="-122"/>
                <a:cs typeface="Consolas" pitchFamily="34" charset="-120"/>
              </a:rPr>
              <a:t>ALTER</a:t>
            </a:r>
            <a:r>
              <a:rPr lang="en-US" sz="1400" dirty="0">
                <a:solidFill>
                  <a:srgbClr val="F2F2F2"/>
                </a:solidFill>
                <a:latin typeface="Consolas" pitchFamily="34" charset="0"/>
                <a:ea typeface="Consolas" pitchFamily="34" charset="-122"/>
                <a:cs typeface="Consolas" pitchFamily="34" charset="-120"/>
              </a:rPr>
              <a:t> </a:t>
            </a:r>
            <a:r>
              <a:rPr lang="en-US" sz="1400" dirty="0">
                <a:solidFill>
                  <a:srgbClr val="E8543F"/>
                </a:solidFill>
                <a:latin typeface="Consolas" pitchFamily="34" charset="0"/>
                <a:ea typeface="Consolas" pitchFamily="34" charset="-122"/>
                <a:cs typeface="Consolas" pitchFamily="34" charset="-120"/>
              </a:rPr>
              <a:t>TABLE</a:t>
            </a:r>
            <a:r>
              <a:rPr lang="en-US" sz="1400" dirty="0">
                <a:solidFill>
                  <a:srgbClr val="F2F2F2"/>
                </a:solidFill>
                <a:latin typeface="Consolas" pitchFamily="34" charset="0"/>
                <a:ea typeface="Consolas" pitchFamily="34" charset="-122"/>
                <a:cs typeface="Consolas" pitchFamily="34" charset="-120"/>
              </a:rPr>
              <a:t> </a:t>
            </a:r>
            <a:r>
              <a:rPr lang="en-US" sz="1400" dirty="0" err="1">
                <a:solidFill>
                  <a:srgbClr val="F2F2F2"/>
                </a:solidFill>
                <a:latin typeface="Consolas" pitchFamily="34" charset="0"/>
                <a:ea typeface="Consolas" pitchFamily="34" charset="-122"/>
                <a:cs typeface="Consolas" pitchFamily="34" charset="-120"/>
              </a:rPr>
              <a:t>dbo.Articoli</a:t>
            </a:r>
            <a:r>
              <a:rPr lang="en-US" sz="1400" dirty="0">
                <a:solidFill>
                  <a:srgbClr val="F2F2F2"/>
                </a:solidFill>
                <a:latin typeface="Consolas" pitchFamily="34" charset="0"/>
                <a:ea typeface="Consolas" pitchFamily="34" charset="-122"/>
                <a:cs typeface="Consolas" pitchFamily="34" charset="-120"/>
              </a:rPr>
              <a:t> </a:t>
            </a:r>
            <a:br>
              <a:rPr lang="en-US" sz="1400" dirty="0">
                <a:solidFill>
                  <a:srgbClr val="F2F2F2"/>
                </a:solidFill>
                <a:latin typeface="Consolas" pitchFamily="34" charset="0"/>
                <a:ea typeface="Consolas" pitchFamily="34" charset="-122"/>
                <a:cs typeface="Consolas" pitchFamily="34" charset="-120"/>
              </a:rPr>
            </a:br>
            <a:r>
              <a:rPr lang="en-US" sz="1400" dirty="0">
                <a:solidFill>
                  <a:srgbClr val="E8543F"/>
                </a:solidFill>
                <a:latin typeface="Consolas" pitchFamily="34" charset="0"/>
                <a:ea typeface="Consolas" pitchFamily="34" charset="-122"/>
                <a:cs typeface="Consolas" pitchFamily="34" charset="-120"/>
              </a:rPr>
              <a:t>ADD</a:t>
            </a:r>
            <a:r>
              <a:rPr lang="en-US" sz="1400" dirty="0">
                <a:solidFill>
                  <a:srgbClr val="F2F2F2"/>
                </a:solidFill>
                <a:latin typeface="Consolas" pitchFamily="34" charset="0"/>
                <a:ea typeface="Consolas" pitchFamily="34" charset="-122"/>
                <a:cs typeface="Consolas" pitchFamily="34" charset="-120"/>
              </a:rPr>
              <a:t> Sigla </a:t>
            </a:r>
            <a:r>
              <a:rPr lang="en-US" sz="1400" dirty="0">
                <a:solidFill>
                  <a:srgbClr val="E8543F"/>
                </a:solidFill>
                <a:latin typeface="Consolas" pitchFamily="34" charset="0"/>
                <a:ea typeface="Consolas" pitchFamily="34" charset="-122"/>
                <a:cs typeface="Consolas" pitchFamily="34" charset="-120"/>
              </a:rPr>
              <a:t>VARCHAR</a:t>
            </a:r>
            <a:r>
              <a:rPr lang="en-US" sz="1400" dirty="0">
                <a:solidFill>
                  <a:srgbClr val="F2F2F2"/>
                </a:solidFill>
                <a:latin typeface="Consolas" pitchFamily="34" charset="0"/>
                <a:ea typeface="Consolas" pitchFamily="34" charset="-122"/>
                <a:cs typeface="Consolas" pitchFamily="34" charset="-120"/>
              </a:rPr>
              <a:t>(10) </a:t>
            </a:r>
            <a:r>
              <a:rPr lang="en-US" sz="1400" dirty="0">
                <a:solidFill>
                  <a:srgbClr val="E8543F"/>
                </a:solidFill>
                <a:latin typeface="Consolas" pitchFamily="34" charset="0"/>
                <a:ea typeface="Consolas" pitchFamily="34" charset="-122"/>
                <a:cs typeface="Consolas" pitchFamily="34" charset="-120"/>
              </a:rPr>
              <a:t>NOT</a:t>
            </a:r>
            <a:r>
              <a:rPr lang="en-US" sz="1400" dirty="0">
                <a:solidFill>
                  <a:srgbClr val="F2F2F2"/>
                </a:solidFill>
                <a:latin typeface="Consolas" pitchFamily="34" charset="0"/>
                <a:ea typeface="Consolas" pitchFamily="34" charset="-122"/>
                <a:cs typeface="Consolas" pitchFamily="34" charset="-120"/>
              </a:rPr>
              <a:t> </a:t>
            </a:r>
            <a:r>
              <a:rPr lang="en-US" sz="1400" dirty="0">
                <a:solidFill>
                  <a:srgbClr val="E8543F"/>
                </a:solidFill>
                <a:latin typeface="Consolas" pitchFamily="34" charset="0"/>
                <a:ea typeface="Consolas" pitchFamily="34" charset="-122"/>
                <a:cs typeface="Consolas" pitchFamily="34" charset="-120"/>
              </a:rPr>
              <a:t>NULL</a:t>
            </a:r>
            <a:r>
              <a:rPr lang="en-US" sz="1400" dirty="0">
                <a:solidFill>
                  <a:srgbClr val="F2F2F2"/>
                </a:solidFill>
                <a:latin typeface="Consolas" pitchFamily="34" charset="0"/>
                <a:ea typeface="Consolas" pitchFamily="34" charset="-122"/>
                <a:cs typeface="Consolas" pitchFamily="34" charset="-120"/>
              </a:rPr>
              <a:t> </a:t>
            </a:r>
            <a:r>
              <a:rPr lang="en-US" sz="1400" dirty="0">
                <a:solidFill>
                  <a:srgbClr val="E8543F"/>
                </a:solidFill>
                <a:latin typeface="Consolas" pitchFamily="34" charset="0"/>
                <a:ea typeface="Consolas" pitchFamily="34" charset="-122"/>
                <a:cs typeface="Consolas" pitchFamily="34" charset="-120"/>
              </a:rPr>
              <a:t>DEFAULT</a:t>
            </a:r>
            <a:r>
              <a:rPr lang="en-US" sz="1400" dirty="0">
                <a:solidFill>
                  <a:srgbClr val="D8A657"/>
                </a:solidFill>
                <a:latin typeface="Consolas" pitchFamily="34" charset="0"/>
                <a:ea typeface="Consolas" pitchFamily="34" charset="-122"/>
                <a:cs typeface="Consolas" pitchFamily="34" charset="-120"/>
              </a:rPr>
              <a:t> '';</a:t>
            </a:r>
            <a:endParaRPr lang="en-US" sz="1400" dirty="0"/>
          </a:p>
          <a:p>
            <a:r>
              <a:rPr lang="en-US" sz="1400" dirty="0">
                <a:solidFill>
                  <a:srgbClr val="F2F2F2"/>
                </a:solidFill>
                <a:latin typeface="Consolas" pitchFamily="34" charset="0"/>
                <a:ea typeface="Consolas" pitchFamily="34" charset="-122"/>
                <a:cs typeface="Consolas" pitchFamily="34" charset="-120"/>
              </a:rPr>
              <a:t> </a:t>
            </a:r>
            <a:endParaRPr lang="en-US" sz="1400" dirty="0"/>
          </a:p>
          <a:p>
            <a:r>
              <a:rPr lang="en-US" sz="1400" dirty="0">
                <a:solidFill>
                  <a:srgbClr val="E8543F"/>
                </a:solidFill>
                <a:latin typeface="Consolas" pitchFamily="34" charset="0"/>
                <a:ea typeface="Consolas" pitchFamily="34" charset="-122"/>
                <a:cs typeface="Consolas" pitchFamily="34" charset="-120"/>
              </a:rPr>
              <a:t>ALTER</a:t>
            </a:r>
            <a:r>
              <a:rPr lang="en-US" sz="1400" dirty="0">
                <a:solidFill>
                  <a:srgbClr val="F2F2F2"/>
                </a:solidFill>
                <a:latin typeface="Consolas" pitchFamily="34" charset="0"/>
                <a:ea typeface="Consolas" pitchFamily="34" charset="-122"/>
                <a:cs typeface="Consolas" pitchFamily="34" charset="-120"/>
              </a:rPr>
              <a:t> </a:t>
            </a:r>
            <a:r>
              <a:rPr lang="en-US" sz="1400" dirty="0">
                <a:solidFill>
                  <a:srgbClr val="E8543F"/>
                </a:solidFill>
                <a:latin typeface="Consolas" pitchFamily="34" charset="0"/>
                <a:ea typeface="Consolas" pitchFamily="34" charset="-122"/>
                <a:cs typeface="Consolas" pitchFamily="34" charset="-120"/>
              </a:rPr>
              <a:t>TABLE</a:t>
            </a:r>
            <a:r>
              <a:rPr lang="en-US" sz="1400" dirty="0">
                <a:solidFill>
                  <a:srgbClr val="F2F2F2"/>
                </a:solidFill>
                <a:latin typeface="Consolas" pitchFamily="34" charset="0"/>
                <a:ea typeface="Consolas" pitchFamily="34" charset="-122"/>
                <a:cs typeface="Consolas" pitchFamily="34" charset="-120"/>
              </a:rPr>
              <a:t> </a:t>
            </a:r>
            <a:r>
              <a:rPr lang="en-US" sz="1400" dirty="0" err="1">
                <a:solidFill>
                  <a:srgbClr val="F2F2F2"/>
                </a:solidFill>
                <a:latin typeface="Consolas" pitchFamily="34" charset="0"/>
                <a:ea typeface="Consolas" pitchFamily="34" charset="-122"/>
                <a:cs typeface="Consolas" pitchFamily="34" charset="-120"/>
              </a:rPr>
              <a:t>dbo.Articoli</a:t>
            </a:r>
            <a:r>
              <a:rPr lang="en-US" sz="1400" dirty="0">
                <a:solidFill>
                  <a:srgbClr val="F2F2F2"/>
                </a:solidFill>
                <a:latin typeface="Consolas" pitchFamily="34" charset="0"/>
                <a:ea typeface="Consolas" pitchFamily="34" charset="-122"/>
                <a:cs typeface="Consolas" pitchFamily="34" charset="-120"/>
              </a:rPr>
              <a:t> </a:t>
            </a:r>
            <a:br>
              <a:rPr lang="en-US" sz="1400" dirty="0">
                <a:solidFill>
                  <a:srgbClr val="F2F2F2"/>
                </a:solidFill>
                <a:latin typeface="Consolas" pitchFamily="34" charset="0"/>
                <a:ea typeface="Consolas" pitchFamily="34" charset="-122"/>
                <a:cs typeface="Consolas" pitchFamily="34" charset="-120"/>
              </a:rPr>
            </a:br>
            <a:r>
              <a:rPr lang="en-US" sz="1400" dirty="0">
                <a:solidFill>
                  <a:srgbClr val="E8543F"/>
                </a:solidFill>
                <a:latin typeface="Consolas" pitchFamily="34" charset="0"/>
                <a:ea typeface="Consolas" pitchFamily="34" charset="-122"/>
                <a:cs typeface="Consolas" pitchFamily="34" charset="-120"/>
              </a:rPr>
              <a:t>ALTER</a:t>
            </a:r>
            <a:r>
              <a:rPr lang="en-US" sz="1400" dirty="0">
                <a:solidFill>
                  <a:srgbClr val="F2F2F2"/>
                </a:solidFill>
                <a:latin typeface="Consolas" pitchFamily="34" charset="0"/>
                <a:ea typeface="Consolas" pitchFamily="34" charset="-122"/>
                <a:cs typeface="Consolas" pitchFamily="34" charset="-120"/>
              </a:rPr>
              <a:t> </a:t>
            </a:r>
            <a:r>
              <a:rPr lang="en-US" sz="1400" dirty="0">
                <a:solidFill>
                  <a:srgbClr val="E8543F"/>
                </a:solidFill>
                <a:latin typeface="Consolas" pitchFamily="34" charset="0"/>
                <a:ea typeface="Consolas" pitchFamily="34" charset="-122"/>
                <a:cs typeface="Consolas" pitchFamily="34" charset="-120"/>
              </a:rPr>
              <a:t>COLUMN</a:t>
            </a:r>
            <a:r>
              <a:rPr lang="en-US" sz="1400" dirty="0">
                <a:solidFill>
                  <a:srgbClr val="F2F2F2"/>
                </a:solidFill>
                <a:latin typeface="Consolas" pitchFamily="34" charset="0"/>
                <a:ea typeface="Consolas" pitchFamily="34" charset="-122"/>
                <a:cs typeface="Consolas" pitchFamily="34" charset="-120"/>
              </a:rPr>
              <a:t> Note </a:t>
            </a:r>
            <a:r>
              <a:rPr lang="en-US" sz="1400" dirty="0">
                <a:solidFill>
                  <a:srgbClr val="E8543F"/>
                </a:solidFill>
                <a:latin typeface="Consolas" pitchFamily="34" charset="0"/>
                <a:ea typeface="Consolas" pitchFamily="34" charset="-122"/>
                <a:cs typeface="Consolas" pitchFamily="34" charset="-120"/>
              </a:rPr>
              <a:t>VARCHAR</a:t>
            </a:r>
            <a:r>
              <a:rPr lang="en-US" sz="1400" dirty="0">
                <a:solidFill>
                  <a:srgbClr val="F2F2F2"/>
                </a:solidFill>
                <a:latin typeface="Consolas" pitchFamily="34" charset="0"/>
                <a:ea typeface="Consolas" pitchFamily="34" charset="-122"/>
                <a:cs typeface="Consolas" pitchFamily="34" charset="-120"/>
              </a:rPr>
              <a:t>(200) </a:t>
            </a:r>
            <a:r>
              <a:rPr lang="en-US" sz="1400" dirty="0">
                <a:solidFill>
                  <a:srgbClr val="E8543F"/>
                </a:solidFill>
                <a:latin typeface="Consolas" pitchFamily="34" charset="0"/>
                <a:ea typeface="Consolas" pitchFamily="34" charset="-122"/>
                <a:cs typeface="Consolas" pitchFamily="34" charset="-120"/>
              </a:rPr>
              <a:t>NULL</a:t>
            </a:r>
            <a:r>
              <a:rPr lang="en-US" sz="1400" dirty="0">
                <a:solidFill>
                  <a:srgbClr val="F2F2F2"/>
                </a:solidFill>
                <a:latin typeface="Consolas" pitchFamily="34" charset="0"/>
                <a:ea typeface="Consolas" pitchFamily="34" charset="-122"/>
                <a:cs typeface="Consolas" pitchFamily="34" charset="-120"/>
              </a:rPr>
              <a:t>;</a:t>
            </a:r>
            <a:endParaRPr lang="en-US" sz="1400" dirty="0"/>
          </a:p>
          <a:p>
            <a:r>
              <a:rPr lang="en-US" sz="1400" dirty="0">
                <a:solidFill>
                  <a:srgbClr val="F2F2F2"/>
                </a:solidFill>
                <a:latin typeface="Consolas" pitchFamily="34" charset="0"/>
                <a:ea typeface="Consolas" pitchFamily="34" charset="-122"/>
                <a:cs typeface="Consolas" pitchFamily="34" charset="-120"/>
              </a:rPr>
              <a:t> </a:t>
            </a:r>
            <a:endParaRPr lang="en-US" sz="1400" dirty="0"/>
          </a:p>
          <a:p>
            <a:r>
              <a:rPr lang="en-US" sz="1400" dirty="0">
                <a:solidFill>
                  <a:srgbClr val="E8543F"/>
                </a:solidFill>
                <a:latin typeface="Consolas" pitchFamily="34" charset="0"/>
                <a:ea typeface="Consolas" pitchFamily="34" charset="-122"/>
                <a:cs typeface="Consolas" pitchFamily="34" charset="-120"/>
              </a:rPr>
              <a:t>ALTER</a:t>
            </a:r>
            <a:r>
              <a:rPr lang="en-US" sz="1400" dirty="0">
                <a:solidFill>
                  <a:srgbClr val="F2F2F2"/>
                </a:solidFill>
                <a:latin typeface="Consolas" pitchFamily="34" charset="0"/>
                <a:ea typeface="Consolas" pitchFamily="34" charset="-122"/>
                <a:cs typeface="Consolas" pitchFamily="34" charset="-120"/>
              </a:rPr>
              <a:t> </a:t>
            </a:r>
            <a:r>
              <a:rPr lang="en-US" sz="1400" dirty="0">
                <a:solidFill>
                  <a:srgbClr val="E8543F"/>
                </a:solidFill>
                <a:latin typeface="Consolas" pitchFamily="34" charset="0"/>
                <a:ea typeface="Consolas" pitchFamily="34" charset="-122"/>
                <a:cs typeface="Consolas" pitchFamily="34" charset="-120"/>
              </a:rPr>
              <a:t>TABLE</a:t>
            </a:r>
            <a:r>
              <a:rPr lang="en-US" sz="1400" dirty="0">
                <a:solidFill>
                  <a:srgbClr val="F2F2F2"/>
                </a:solidFill>
                <a:latin typeface="Consolas" pitchFamily="34" charset="0"/>
                <a:ea typeface="Consolas" pitchFamily="34" charset="-122"/>
                <a:cs typeface="Consolas" pitchFamily="34" charset="-120"/>
              </a:rPr>
              <a:t> </a:t>
            </a:r>
            <a:r>
              <a:rPr lang="en-US" sz="1400" dirty="0" err="1">
                <a:solidFill>
                  <a:srgbClr val="F2F2F2"/>
                </a:solidFill>
                <a:latin typeface="Consolas" pitchFamily="34" charset="0"/>
                <a:ea typeface="Consolas" pitchFamily="34" charset="-122"/>
                <a:cs typeface="Consolas" pitchFamily="34" charset="-120"/>
              </a:rPr>
              <a:t>dbo.Articoli</a:t>
            </a:r>
            <a:r>
              <a:rPr lang="en-US" sz="1400" dirty="0">
                <a:solidFill>
                  <a:srgbClr val="F2F2F2"/>
                </a:solidFill>
                <a:latin typeface="Consolas" pitchFamily="34" charset="0"/>
                <a:ea typeface="Consolas" pitchFamily="34" charset="-122"/>
                <a:cs typeface="Consolas" pitchFamily="34" charset="-120"/>
              </a:rPr>
              <a:t> </a:t>
            </a:r>
            <a:br>
              <a:rPr lang="en-US" sz="1400" dirty="0">
                <a:solidFill>
                  <a:srgbClr val="F2F2F2"/>
                </a:solidFill>
                <a:latin typeface="Consolas" pitchFamily="34" charset="0"/>
                <a:ea typeface="Consolas" pitchFamily="34" charset="-122"/>
                <a:cs typeface="Consolas" pitchFamily="34" charset="-120"/>
              </a:rPr>
            </a:br>
            <a:r>
              <a:rPr lang="en-US" sz="1400" dirty="0">
                <a:solidFill>
                  <a:srgbClr val="E8543F"/>
                </a:solidFill>
                <a:latin typeface="Consolas" pitchFamily="34" charset="0"/>
                <a:ea typeface="Consolas" pitchFamily="34" charset="-122"/>
                <a:cs typeface="Consolas" pitchFamily="34" charset="-120"/>
              </a:rPr>
              <a:t>DROP</a:t>
            </a:r>
            <a:r>
              <a:rPr lang="en-US" sz="1400" dirty="0">
                <a:solidFill>
                  <a:srgbClr val="F2F2F2"/>
                </a:solidFill>
                <a:latin typeface="Consolas" pitchFamily="34" charset="0"/>
                <a:ea typeface="Consolas" pitchFamily="34" charset="-122"/>
                <a:cs typeface="Consolas" pitchFamily="34" charset="-120"/>
              </a:rPr>
              <a:t> </a:t>
            </a:r>
            <a:r>
              <a:rPr lang="en-US" sz="1400" dirty="0">
                <a:solidFill>
                  <a:srgbClr val="E8543F"/>
                </a:solidFill>
                <a:latin typeface="Consolas" pitchFamily="34" charset="0"/>
                <a:ea typeface="Consolas" pitchFamily="34" charset="-122"/>
                <a:cs typeface="Consolas" pitchFamily="34" charset="-120"/>
              </a:rPr>
              <a:t>COLUMN</a:t>
            </a:r>
            <a:r>
              <a:rPr lang="en-US" sz="1400" dirty="0">
                <a:solidFill>
                  <a:srgbClr val="F2F2F2"/>
                </a:solidFill>
                <a:latin typeface="Consolas" pitchFamily="34" charset="0"/>
                <a:ea typeface="Consolas" pitchFamily="34" charset="-122"/>
                <a:cs typeface="Consolas" pitchFamily="34" charset="-120"/>
              </a:rPr>
              <a:t> Stato;</a:t>
            </a:r>
            <a:endParaRPr lang="en-US" sz="1400" dirty="0"/>
          </a:p>
          <a:p>
            <a:r>
              <a:rPr lang="en-US" sz="1600" dirty="0">
                <a:solidFill>
                  <a:srgbClr val="CE9178"/>
                </a:solidFill>
                <a:ea typeface="Courier New" pitchFamily="34" charset="-122"/>
                <a:cs typeface="Courier New" pitchFamily="34" charset="-120"/>
              </a:rPr>
              <a:t>
</a:t>
            </a:r>
            <a:endParaRPr lang="en-US" sz="1600" dirty="0"/>
          </a:p>
        </p:txBody>
      </p:sp>
      <p:pic>
        <p:nvPicPr>
          <p:cNvPr id="10" name="Elemento grafico 9" descr="Programmatore (maschile) con riempimento a tinta unita">
            <a:extLst>
              <a:ext uri="{FF2B5EF4-FFF2-40B4-BE49-F238E27FC236}">
                <a16:creationId xmlns:a16="http://schemas.microsoft.com/office/drawing/2014/main" id="{8516C609-52C5-5B89-36A8-D8EF0A7C78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39425" y="4299942"/>
            <a:ext cx="419717" cy="540001"/>
          </a:xfrm>
          <a:prstGeom prst="rect">
            <a:avLst/>
          </a:prstGeom>
        </p:spPr>
      </p:pic>
      <p:sp>
        <p:nvSpPr>
          <p:cNvPr id="11" name="CasellaDiTesto 10">
            <a:extLst>
              <a:ext uri="{FF2B5EF4-FFF2-40B4-BE49-F238E27FC236}">
                <a16:creationId xmlns:a16="http://schemas.microsoft.com/office/drawing/2014/main" id="{569C430F-FA3C-8025-32CF-32E59B910AAD}"/>
              </a:ext>
            </a:extLst>
          </p:cNvPr>
          <p:cNvSpPr txBox="1"/>
          <p:nvPr/>
        </p:nvSpPr>
        <p:spPr>
          <a:xfrm>
            <a:off x="4640718" y="1131590"/>
            <a:ext cx="4401261" cy="3826525"/>
          </a:xfrm>
          <a:prstGeom prst="rect">
            <a:avLst/>
          </a:prstGeom>
          <a:solidFill>
            <a:schemeClr val="tx1"/>
          </a:solidFill>
        </p:spPr>
        <p:style>
          <a:lnRef idx="3">
            <a:schemeClr val="lt1"/>
          </a:lnRef>
          <a:fillRef idx="1">
            <a:schemeClr val="dk1"/>
          </a:fillRef>
          <a:effectRef idx="1">
            <a:schemeClr val="dk1"/>
          </a:effectRef>
          <a:fontRef idx="minor">
            <a:schemeClr val="lt1"/>
          </a:fontRef>
        </p:style>
        <p:txBody>
          <a:bodyPr vert="horz" lIns="72000" tIns="45720" rIns="72000" bIns="45720" rtlCol="0">
            <a:noAutofit/>
          </a:bodyPr>
          <a:lstStyle/>
          <a:p>
            <a:r>
              <a:rPr lang="en-US" sz="1400" dirty="0">
                <a:solidFill>
                  <a:srgbClr val="E8543F"/>
                </a:solidFill>
                <a:latin typeface="Consolas" pitchFamily="34" charset="0"/>
                <a:ea typeface="Consolas" pitchFamily="34" charset="-122"/>
                <a:cs typeface="Consolas" pitchFamily="34" charset="-120"/>
              </a:rPr>
              <a:t>ALTER</a:t>
            </a:r>
            <a:r>
              <a:rPr lang="en-US" sz="1400" dirty="0">
                <a:solidFill>
                  <a:srgbClr val="F2F2F2"/>
                </a:solidFill>
                <a:latin typeface="Consolas" pitchFamily="34" charset="0"/>
                <a:ea typeface="Consolas" pitchFamily="34" charset="-122"/>
                <a:cs typeface="Consolas" pitchFamily="34" charset="-120"/>
              </a:rPr>
              <a:t> </a:t>
            </a:r>
            <a:r>
              <a:rPr lang="en-US" sz="1400" dirty="0">
                <a:solidFill>
                  <a:srgbClr val="E8543F"/>
                </a:solidFill>
                <a:latin typeface="Consolas" pitchFamily="34" charset="0"/>
                <a:ea typeface="Consolas" pitchFamily="34" charset="-122"/>
                <a:cs typeface="Consolas" pitchFamily="34" charset="-120"/>
              </a:rPr>
              <a:t>TABLE</a:t>
            </a:r>
            <a:r>
              <a:rPr lang="en-US" sz="1400" dirty="0">
                <a:solidFill>
                  <a:srgbClr val="F2F2F2"/>
                </a:solidFill>
                <a:latin typeface="Consolas" pitchFamily="34" charset="0"/>
                <a:ea typeface="Consolas" pitchFamily="34" charset="-122"/>
                <a:cs typeface="Consolas" pitchFamily="34" charset="-120"/>
              </a:rPr>
              <a:t> </a:t>
            </a:r>
            <a:r>
              <a:rPr lang="en-US" sz="1400" dirty="0" err="1">
                <a:solidFill>
                  <a:srgbClr val="F2F2F2"/>
                </a:solidFill>
                <a:latin typeface="Consolas" pitchFamily="34" charset="0"/>
                <a:ea typeface="Consolas" pitchFamily="34" charset="-122"/>
                <a:cs typeface="Consolas" pitchFamily="34" charset="-120"/>
              </a:rPr>
              <a:t>dbo.Articoli</a:t>
            </a:r>
            <a:r>
              <a:rPr lang="en-US" sz="1400" dirty="0">
                <a:solidFill>
                  <a:srgbClr val="F2F2F2"/>
                </a:solidFill>
                <a:latin typeface="Consolas" pitchFamily="34" charset="0"/>
                <a:ea typeface="Consolas" pitchFamily="34" charset="-122"/>
                <a:cs typeface="Consolas" pitchFamily="34" charset="-120"/>
              </a:rPr>
              <a:t> </a:t>
            </a:r>
            <a:br>
              <a:rPr lang="en-US" sz="1400" dirty="0">
                <a:solidFill>
                  <a:srgbClr val="F2F2F2"/>
                </a:solidFill>
                <a:latin typeface="Consolas" pitchFamily="34" charset="0"/>
                <a:ea typeface="Consolas" pitchFamily="34" charset="-122"/>
                <a:cs typeface="Consolas" pitchFamily="34" charset="-120"/>
              </a:rPr>
            </a:br>
            <a:r>
              <a:rPr lang="en-US" sz="1400" dirty="0">
                <a:solidFill>
                  <a:srgbClr val="E8543F"/>
                </a:solidFill>
                <a:latin typeface="Consolas" pitchFamily="34" charset="0"/>
                <a:ea typeface="Consolas" pitchFamily="34" charset="-122"/>
                <a:cs typeface="Consolas" pitchFamily="34" charset="-120"/>
              </a:rPr>
              <a:t>ALTER</a:t>
            </a:r>
            <a:r>
              <a:rPr lang="en-US" sz="1400" dirty="0">
                <a:solidFill>
                  <a:srgbClr val="F2F2F2"/>
                </a:solidFill>
                <a:latin typeface="Consolas" pitchFamily="34" charset="0"/>
                <a:ea typeface="Consolas" pitchFamily="34" charset="-122"/>
                <a:cs typeface="Consolas" pitchFamily="34" charset="-120"/>
              </a:rPr>
              <a:t> </a:t>
            </a:r>
            <a:r>
              <a:rPr lang="en-US" sz="1400" dirty="0">
                <a:solidFill>
                  <a:srgbClr val="E8543F"/>
                </a:solidFill>
                <a:latin typeface="Consolas" pitchFamily="34" charset="0"/>
                <a:ea typeface="Consolas" pitchFamily="34" charset="-122"/>
                <a:cs typeface="Consolas" pitchFamily="34" charset="-120"/>
              </a:rPr>
              <a:t>COLUMN</a:t>
            </a:r>
            <a:r>
              <a:rPr lang="en-US" sz="1400" dirty="0">
                <a:solidFill>
                  <a:srgbClr val="F2F2F2"/>
                </a:solidFill>
                <a:latin typeface="Consolas" pitchFamily="34" charset="0"/>
                <a:ea typeface="Consolas" pitchFamily="34" charset="-122"/>
                <a:cs typeface="Consolas" pitchFamily="34" charset="-120"/>
              </a:rPr>
              <a:t> </a:t>
            </a:r>
            <a:r>
              <a:rPr lang="en-US" sz="1400" dirty="0" err="1">
                <a:solidFill>
                  <a:srgbClr val="F2F2F2"/>
                </a:solidFill>
                <a:latin typeface="Consolas" pitchFamily="34" charset="0"/>
                <a:ea typeface="Consolas" pitchFamily="34" charset="-122"/>
                <a:cs typeface="Consolas" pitchFamily="34" charset="-120"/>
              </a:rPr>
              <a:t>IDArticolo</a:t>
            </a:r>
            <a:r>
              <a:rPr lang="en-US" sz="1400" dirty="0">
                <a:solidFill>
                  <a:srgbClr val="F2F2F2"/>
                </a:solidFill>
                <a:latin typeface="Consolas" pitchFamily="34" charset="0"/>
                <a:ea typeface="Consolas" pitchFamily="34" charset="-122"/>
                <a:cs typeface="Consolas" pitchFamily="34" charset="-120"/>
              </a:rPr>
              <a:t> </a:t>
            </a:r>
            <a:r>
              <a:rPr lang="en-US" sz="1400" dirty="0">
                <a:solidFill>
                  <a:srgbClr val="E8543F"/>
                </a:solidFill>
                <a:latin typeface="Consolas" pitchFamily="34" charset="0"/>
                <a:ea typeface="Consolas" pitchFamily="34" charset="-122"/>
                <a:cs typeface="Consolas" pitchFamily="34" charset="-120"/>
              </a:rPr>
              <a:t>BIGINT</a:t>
            </a:r>
            <a:r>
              <a:rPr lang="en-US" sz="1400" dirty="0">
                <a:solidFill>
                  <a:srgbClr val="F2F2F2"/>
                </a:solidFill>
                <a:latin typeface="Consolas" pitchFamily="34" charset="0"/>
                <a:ea typeface="Consolas" pitchFamily="34" charset="-122"/>
                <a:cs typeface="Consolas" pitchFamily="34" charset="-120"/>
              </a:rPr>
              <a:t> </a:t>
            </a:r>
            <a:r>
              <a:rPr lang="en-US" sz="1400" dirty="0">
                <a:solidFill>
                  <a:srgbClr val="E8543F"/>
                </a:solidFill>
                <a:latin typeface="Consolas" pitchFamily="34" charset="0"/>
                <a:ea typeface="Consolas" pitchFamily="34" charset="-122"/>
                <a:cs typeface="Consolas" pitchFamily="34" charset="-120"/>
              </a:rPr>
              <a:t>NOT</a:t>
            </a:r>
            <a:r>
              <a:rPr lang="en-US" sz="1400" dirty="0">
                <a:solidFill>
                  <a:srgbClr val="F2F2F2"/>
                </a:solidFill>
                <a:latin typeface="Consolas" pitchFamily="34" charset="0"/>
                <a:ea typeface="Consolas" pitchFamily="34" charset="-122"/>
                <a:cs typeface="Consolas" pitchFamily="34" charset="-120"/>
              </a:rPr>
              <a:t> </a:t>
            </a:r>
            <a:r>
              <a:rPr lang="en-US" sz="1400" dirty="0">
                <a:solidFill>
                  <a:srgbClr val="E8543F"/>
                </a:solidFill>
                <a:latin typeface="Consolas" pitchFamily="34" charset="0"/>
                <a:ea typeface="Consolas" pitchFamily="34" charset="-122"/>
                <a:cs typeface="Consolas" pitchFamily="34" charset="-120"/>
              </a:rPr>
              <a:t>NULL</a:t>
            </a:r>
            <a:r>
              <a:rPr lang="en-US" sz="1400" dirty="0">
                <a:solidFill>
                  <a:srgbClr val="F2F2F2"/>
                </a:solidFill>
                <a:latin typeface="Consolas" pitchFamily="34" charset="0"/>
                <a:ea typeface="Consolas" pitchFamily="34" charset="-122"/>
                <a:cs typeface="Consolas" pitchFamily="34" charset="-120"/>
              </a:rPr>
              <a:t>;</a:t>
            </a:r>
            <a:endParaRPr lang="en-US" sz="1400" dirty="0"/>
          </a:p>
          <a:p>
            <a:r>
              <a:rPr lang="en-US" sz="1400" dirty="0">
                <a:solidFill>
                  <a:srgbClr val="F2F2F2"/>
                </a:solidFill>
                <a:latin typeface="Consolas" pitchFamily="34" charset="0"/>
                <a:ea typeface="Consolas" pitchFamily="34" charset="-122"/>
                <a:cs typeface="Consolas" pitchFamily="34" charset="-120"/>
              </a:rPr>
              <a:t> </a:t>
            </a:r>
            <a:endParaRPr lang="en-US" sz="1400" dirty="0"/>
          </a:p>
          <a:p>
            <a:r>
              <a:rPr lang="en-US" sz="1400" dirty="0">
                <a:solidFill>
                  <a:srgbClr val="E8543F"/>
                </a:solidFill>
                <a:latin typeface="Consolas" pitchFamily="34" charset="0"/>
                <a:ea typeface="Consolas" pitchFamily="34" charset="-122"/>
                <a:cs typeface="Consolas" pitchFamily="34" charset="-120"/>
              </a:rPr>
              <a:t>ALTER</a:t>
            </a:r>
            <a:r>
              <a:rPr lang="en-US" sz="1400" dirty="0">
                <a:solidFill>
                  <a:srgbClr val="F2F2F2"/>
                </a:solidFill>
                <a:latin typeface="Consolas" pitchFamily="34" charset="0"/>
                <a:ea typeface="Consolas" pitchFamily="34" charset="-122"/>
                <a:cs typeface="Consolas" pitchFamily="34" charset="-120"/>
              </a:rPr>
              <a:t> </a:t>
            </a:r>
            <a:r>
              <a:rPr lang="en-US" sz="1400" dirty="0">
                <a:solidFill>
                  <a:srgbClr val="E8543F"/>
                </a:solidFill>
                <a:latin typeface="Consolas" pitchFamily="34" charset="0"/>
                <a:ea typeface="Consolas" pitchFamily="34" charset="-122"/>
                <a:cs typeface="Consolas" pitchFamily="34" charset="-120"/>
              </a:rPr>
              <a:t>TABLE</a:t>
            </a:r>
            <a:r>
              <a:rPr lang="en-US" sz="1400" dirty="0">
                <a:solidFill>
                  <a:srgbClr val="F2F2F2"/>
                </a:solidFill>
                <a:latin typeface="Consolas" pitchFamily="34" charset="0"/>
                <a:ea typeface="Consolas" pitchFamily="34" charset="-122"/>
                <a:cs typeface="Consolas" pitchFamily="34" charset="-120"/>
              </a:rPr>
              <a:t> </a:t>
            </a:r>
            <a:r>
              <a:rPr lang="en-US" sz="1400" dirty="0" err="1">
                <a:solidFill>
                  <a:srgbClr val="F2F2F2"/>
                </a:solidFill>
                <a:latin typeface="Consolas" pitchFamily="34" charset="0"/>
                <a:ea typeface="Consolas" pitchFamily="34" charset="-122"/>
                <a:cs typeface="Consolas" pitchFamily="34" charset="-120"/>
              </a:rPr>
              <a:t>dbo.Articoli</a:t>
            </a:r>
            <a:r>
              <a:rPr lang="en-US" sz="1400" dirty="0">
                <a:solidFill>
                  <a:srgbClr val="F2F2F2"/>
                </a:solidFill>
                <a:latin typeface="Consolas" pitchFamily="34" charset="0"/>
                <a:ea typeface="Consolas" pitchFamily="34" charset="-122"/>
                <a:cs typeface="Consolas" pitchFamily="34" charset="-120"/>
              </a:rPr>
              <a:t> </a:t>
            </a:r>
            <a:br>
              <a:rPr lang="en-US" sz="1400" dirty="0">
                <a:solidFill>
                  <a:srgbClr val="F2F2F2"/>
                </a:solidFill>
                <a:latin typeface="Consolas" pitchFamily="34" charset="0"/>
                <a:ea typeface="Consolas" pitchFamily="34" charset="-122"/>
                <a:cs typeface="Consolas" pitchFamily="34" charset="-120"/>
              </a:rPr>
            </a:br>
            <a:r>
              <a:rPr lang="en-US" sz="1400" dirty="0">
                <a:solidFill>
                  <a:srgbClr val="E8543F"/>
                </a:solidFill>
                <a:latin typeface="Consolas" pitchFamily="34" charset="0"/>
                <a:ea typeface="Consolas" pitchFamily="34" charset="-122"/>
                <a:cs typeface="Consolas" pitchFamily="34" charset="-120"/>
              </a:rPr>
              <a:t>ALTER</a:t>
            </a:r>
            <a:r>
              <a:rPr lang="en-US" sz="1400" dirty="0">
                <a:solidFill>
                  <a:srgbClr val="F2F2F2"/>
                </a:solidFill>
                <a:latin typeface="Consolas" pitchFamily="34" charset="0"/>
                <a:ea typeface="Consolas" pitchFamily="34" charset="-122"/>
                <a:cs typeface="Consolas" pitchFamily="34" charset="-120"/>
              </a:rPr>
              <a:t> </a:t>
            </a:r>
            <a:r>
              <a:rPr lang="en-US" sz="1400" dirty="0">
                <a:solidFill>
                  <a:srgbClr val="E8543F"/>
                </a:solidFill>
                <a:latin typeface="Consolas" pitchFamily="34" charset="0"/>
                <a:ea typeface="Consolas" pitchFamily="34" charset="-122"/>
                <a:cs typeface="Consolas" pitchFamily="34" charset="-120"/>
              </a:rPr>
              <a:t>COLUMN</a:t>
            </a:r>
            <a:r>
              <a:rPr lang="en-US" sz="1400" dirty="0">
                <a:solidFill>
                  <a:srgbClr val="F2F2F2"/>
                </a:solidFill>
                <a:latin typeface="Consolas" pitchFamily="34" charset="0"/>
                <a:ea typeface="Consolas" pitchFamily="34" charset="-122"/>
                <a:cs typeface="Consolas" pitchFamily="34" charset="-120"/>
              </a:rPr>
              <a:t> Famiglia </a:t>
            </a:r>
            <a:r>
              <a:rPr lang="en-US" sz="1400" dirty="0">
                <a:solidFill>
                  <a:srgbClr val="E8543F"/>
                </a:solidFill>
                <a:latin typeface="Consolas" pitchFamily="34" charset="0"/>
                <a:ea typeface="Consolas" pitchFamily="34" charset="-122"/>
                <a:cs typeface="Consolas" pitchFamily="34" charset="-120"/>
              </a:rPr>
              <a:t>VARCHAR</a:t>
            </a:r>
            <a:r>
              <a:rPr lang="en-US" sz="1400" dirty="0">
                <a:solidFill>
                  <a:srgbClr val="F2F2F2"/>
                </a:solidFill>
                <a:latin typeface="Consolas" pitchFamily="34" charset="0"/>
                <a:ea typeface="Consolas" pitchFamily="34" charset="-122"/>
                <a:cs typeface="Consolas" pitchFamily="34" charset="-120"/>
              </a:rPr>
              <a:t>(10) </a:t>
            </a:r>
            <a:r>
              <a:rPr lang="en-US" sz="1400" dirty="0">
                <a:solidFill>
                  <a:srgbClr val="E8543F"/>
                </a:solidFill>
                <a:latin typeface="Consolas" pitchFamily="34" charset="0"/>
                <a:ea typeface="Consolas" pitchFamily="34" charset="-122"/>
                <a:cs typeface="Consolas" pitchFamily="34" charset="-120"/>
              </a:rPr>
              <a:t>NOT</a:t>
            </a:r>
            <a:r>
              <a:rPr lang="en-US" sz="1400" dirty="0">
                <a:solidFill>
                  <a:srgbClr val="F2F2F2"/>
                </a:solidFill>
                <a:latin typeface="Consolas" pitchFamily="34" charset="0"/>
                <a:ea typeface="Consolas" pitchFamily="34" charset="-122"/>
                <a:cs typeface="Consolas" pitchFamily="34" charset="-120"/>
              </a:rPr>
              <a:t> </a:t>
            </a:r>
            <a:r>
              <a:rPr lang="en-US" sz="1400" dirty="0">
                <a:solidFill>
                  <a:srgbClr val="E8543F"/>
                </a:solidFill>
                <a:latin typeface="Consolas" pitchFamily="34" charset="0"/>
                <a:ea typeface="Consolas" pitchFamily="34" charset="-122"/>
                <a:cs typeface="Consolas" pitchFamily="34" charset="-120"/>
              </a:rPr>
              <a:t>NULL</a:t>
            </a:r>
            <a:r>
              <a:rPr lang="en-US" sz="1400" dirty="0">
                <a:solidFill>
                  <a:srgbClr val="F2F2F2"/>
                </a:solidFill>
                <a:latin typeface="Consolas" pitchFamily="34" charset="0"/>
                <a:ea typeface="Consolas" pitchFamily="34" charset="-122"/>
                <a:cs typeface="Consolas" pitchFamily="34" charset="-120"/>
              </a:rPr>
              <a:t>;</a:t>
            </a:r>
            <a:endParaRPr lang="en-US" sz="1400" dirty="0"/>
          </a:p>
          <a:p>
            <a:r>
              <a:rPr lang="en-US" sz="1400" dirty="0">
                <a:solidFill>
                  <a:srgbClr val="F2F2F2"/>
                </a:solidFill>
                <a:latin typeface="Consolas" pitchFamily="34" charset="0"/>
                <a:ea typeface="Consolas" pitchFamily="34" charset="-122"/>
                <a:cs typeface="Consolas" pitchFamily="34" charset="-120"/>
              </a:rPr>
              <a:t> </a:t>
            </a:r>
            <a:endParaRPr lang="en-US" sz="1400" dirty="0"/>
          </a:p>
          <a:p>
            <a:r>
              <a:rPr lang="en-US" sz="1400" dirty="0">
                <a:solidFill>
                  <a:srgbClr val="E8543F"/>
                </a:solidFill>
                <a:latin typeface="Consolas" pitchFamily="34" charset="0"/>
                <a:ea typeface="Consolas" pitchFamily="34" charset="-122"/>
                <a:cs typeface="Consolas" pitchFamily="34" charset="-120"/>
              </a:rPr>
              <a:t>ALTER</a:t>
            </a:r>
            <a:r>
              <a:rPr lang="en-US" sz="1400" dirty="0">
                <a:solidFill>
                  <a:srgbClr val="F2F2F2"/>
                </a:solidFill>
                <a:latin typeface="Consolas" pitchFamily="34" charset="0"/>
                <a:ea typeface="Consolas" pitchFamily="34" charset="-122"/>
                <a:cs typeface="Consolas" pitchFamily="34" charset="-120"/>
              </a:rPr>
              <a:t> </a:t>
            </a:r>
            <a:r>
              <a:rPr lang="en-US" sz="1400" dirty="0">
                <a:solidFill>
                  <a:srgbClr val="E8543F"/>
                </a:solidFill>
                <a:latin typeface="Consolas" pitchFamily="34" charset="0"/>
                <a:ea typeface="Consolas" pitchFamily="34" charset="-122"/>
                <a:cs typeface="Consolas" pitchFamily="34" charset="-120"/>
              </a:rPr>
              <a:t>TABLE</a:t>
            </a:r>
            <a:r>
              <a:rPr lang="en-US" sz="1400" dirty="0">
                <a:solidFill>
                  <a:srgbClr val="F2F2F2"/>
                </a:solidFill>
                <a:latin typeface="Consolas" pitchFamily="34" charset="0"/>
                <a:ea typeface="Consolas" pitchFamily="34" charset="-122"/>
                <a:cs typeface="Consolas" pitchFamily="34" charset="-120"/>
              </a:rPr>
              <a:t> </a:t>
            </a:r>
            <a:r>
              <a:rPr lang="en-US" sz="1400" dirty="0" err="1">
                <a:solidFill>
                  <a:srgbClr val="F2F2F2"/>
                </a:solidFill>
                <a:latin typeface="Consolas" pitchFamily="34" charset="0"/>
                <a:ea typeface="Consolas" pitchFamily="34" charset="-122"/>
                <a:cs typeface="Consolas" pitchFamily="34" charset="-120"/>
              </a:rPr>
              <a:t>dbo.Articoli</a:t>
            </a:r>
            <a:r>
              <a:rPr lang="en-US" sz="1400" dirty="0">
                <a:solidFill>
                  <a:srgbClr val="F2F2F2"/>
                </a:solidFill>
                <a:latin typeface="Consolas" pitchFamily="34" charset="0"/>
                <a:ea typeface="Consolas" pitchFamily="34" charset="-122"/>
                <a:cs typeface="Consolas" pitchFamily="34" charset="-120"/>
              </a:rPr>
              <a:t> </a:t>
            </a:r>
            <a:br>
              <a:rPr lang="en-US" sz="1400" dirty="0">
                <a:solidFill>
                  <a:srgbClr val="F2F2F2"/>
                </a:solidFill>
                <a:latin typeface="Consolas" pitchFamily="34" charset="0"/>
                <a:ea typeface="Consolas" pitchFamily="34" charset="-122"/>
                <a:cs typeface="Consolas" pitchFamily="34" charset="-120"/>
              </a:rPr>
            </a:br>
            <a:r>
              <a:rPr lang="en-US" sz="1400" dirty="0">
                <a:solidFill>
                  <a:srgbClr val="E8543F"/>
                </a:solidFill>
                <a:latin typeface="Consolas" pitchFamily="34" charset="0"/>
                <a:ea typeface="Consolas" pitchFamily="34" charset="-122"/>
                <a:cs typeface="Consolas" pitchFamily="34" charset="-120"/>
              </a:rPr>
              <a:t>ALTER</a:t>
            </a:r>
            <a:r>
              <a:rPr lang="en-US" sz="1400" dirty="0">
                <a:solidFill>
                  <a:srgbClr val="F2F2F2"/>
                </a:solidFill>
                <a:latin typeface="Consolas" pitchFamily="34" charset="0"/>
                <a:ea typeface="Consolas" pitchFamily="34" charset="-122"/>
                <a:cs typeface="Consolas" pitchFamily="34" charset="-120"/>
              </a:rPr>
              <a:t> </a:t>
            </a:r>
            <a:r>
              <a:rPr lang="en-US" sz="1400" dirty="0">
                <a:solidFill>
                  <a:srgbClr val="E8543F"/>
                </a:solidFill>
                <a:latin typeface="Consolas" pitchFamily="34" charset="0"/>
                <a:ea typeface="Consolas" pitchFamily="34" charset="-122"/>
                <a:cs typeface="Consolas" pitchFamily="34" charset="-120"/>
              </a:rPr>
              <a:t>COLUMN</a:t>
            </a:r>
            <a:r>
              <a:rPr lang="en-US" sz="1400" dirty="0">
                <a:solidFill>
                  <a:srgbClr val="F2F2F2"/>
                </a:solidFill>
                <a:latin typeface="Consolas" pitchFamily="34" charset="0"/>
                <a:ea typeface="Consolas" pitchFamily="34" charset="-122"/>
                <a:cs typeface="Consolas" pitchFamily="34" charset="-120"/>
              </a:rPr>
              <a:t> </a:t>
            </a:r>
            <a:r>
              <a:rPr lang="en-US" sz="1400" dirty="0" err="1">
                <a:solidFill>
                  <a:srgbClr val="F2F2F2"/>
                </a:solidFill>
                <a:latin typeface="Consolas" pitchFamily="34" charset="0"/>
                <a:ea typeface="Consolas" pitchFamily="34" charset="-122"/>
                <a:cs typeface="Consolas" pitchFamily="34" charset="-120"/>
              </a:rPr>
              <a:t>Codice</a:t>
            </a:r>
            <a:r>
              <a:rPr lang="en-US" sz="1400" dirty="0">
                <a:solidFill>
                  <a:srgbClr val="F2F2F2"/>
                </a:solidFill>
                <a:latin typeface="Consolas" pitchFamily="34" charset="0"/>
                <a:ea typeface="Consolas" pitchFamily="34" charset="-122"/>
                <a:cs typeface="Consolas" pitchFamily="34" charset="-120"/>
              </a:rPr>
              <a:t> </a:t>
            </a:r>
            <a:r>
              <a:rPr lang="en-US" sz="1400" dirty="0">
                <a:solidFill>
                  <a:srgbClr val="E8543F"/>
                </a:solidFill>
                <a:latin typeface="Consolas" pitchFamily="34" charset="0"/>
                <a:ea typeface="Consolas" pitchFamily="34" charset="-122"/>
                <a:cs typeface="Consolas" pitchFamily="34" charset="-120"/>
              </a:rPr>
              <a:t>VARCHAR</a:t>
            </a:r>
            <a:r>
              <a:rPr lang="en-US" sz="1400" dirty="0">
                <a:solidFill>
                  <a:srgbClr val="F2F2F2"/>
                </a:solidFill>
                <a:latin typeface="Consolas" pitchFamily="34" charset="0"/>
                <a:ea typeface="Consolas" pitchFamily="34" charset="-122"/>
                <a:cs typeface="Consolas" pitchFamily="34" charset="-120"/>
              </a:rPr>
              <a:t>(10) </a:t>
            </a:r>
            <a:r>
              <a:rPr lang="en-US" sz="1400" dirty="0">
                <a:solidFill>
                  <a:srgbClr val="E8543F"/>
                </a:solidFill>
                <a:latin typeface="Consolas" pitchFamily="34" charset="0"/>
                <a:ea typeface="Consolas" pitchFamily="34" charset="-122"/>
                <a:cs typeface="Consolas" pitchFamily="34" charset="-120"/>
              </a:rPr>
              <a:t>NOT</a:t>
            </a:r>
            <a:r>
              <a:rPr lang="en-US" sz="1400" dirty="0">
                <a:solidFill>
                  <a:srgbClr val="F2F2F2"/>
                </a:solidFill>
                <a:latin typeface="Consolas" pitchFamily="34" charset="0"/>
                <a:ea typeface="Consolas" pitchFamily="34" charset="-122"/>
                <a:cs typeface="Consolas" pitchFamily="34" charset="-120"/>
              </a:rPr>
              <a:t> </a:t>
            </a:r>
            <a:r>
              <a:rPr lang="en-US" sz="1400" dirty="0">
                <a:solidFill>
                  <a:srgbClr val="E8543F"/>
                </a:solidFill>
                <a:latin typeface="Consolas" pitchFamily="34" charset="0"/>
                <a:ea typeface="Consolas" pitchFamily="34" charset="-122"/>
                <a:cs typeface="Consolas" pitchFamily="34" charset="-120"/>
              </a:rPr>
              <a:t>NULL</a:t>
            </a:r>
            <a:r>
              <a:rPr lang="en-US" sz="1400" dirty="0">
                <a:solidFill>
                  <a:srgbClr val="F2F2F2"/>
                </a:solidFill>
                <a:latin typeface="Consolas" pitchFamily="34" charset="0"/>
                <a:ea typeface="Consolas" pitchFamily="34" charset="-122"/>
                <a:cs typeface="Consolas" pitchFamily="34" charset="-120"/>
              </a:rPr>
              <a:t>;</a:t>
            </a:r>
            <a:endParaRPr lang="en-US" sz="1400" dirty="0"/>
          </a:p>
          <a:p>
            <a:r>
              <a:rPr lang="en-US" sz="1400" dirty="0">
                <a:solidFill>
                  <a:srgbClr val="F2F2F2"/>
                </a:solidFill>
                <a:latin typeface="Consolas" pitchFamily="34" charset="0"/>
                <a:ea typeface="Consolas" pitchFamily="34" charset="-122"/>
                <a:cs typeface="Consolas" pitchFamily="34" charset="-120"/>
              </a:rPr>
              <a:t> </a:t>
            </a:r>
            <a:endParaRPr lang="en-US" sz="1400" dirty="0"/>
          </a:p>
          <a:p>
            <a:r>
              <a:rPr lang="en-US" sz="1400" dirty="0">
                <a:solidFill>
                  <a:srgbClr val="E8543F"/>
                </a:solidFill>
                <a:latin typeface="Consolas" pitchFamily="34" charset="0"/>
                <a:ea typeface="Consolas" pitchFamily="34" charset="-122"/>
                <a:cs typeface="Consolas" pitchFamily="34" charset="-120"/>
              </a:rPr>
              <a:t>ALTER</a:t>
            </a:r>
            <a:r>
              <a:rPr lang="en-US" sz="1400" dirty="0">
                <a:solidFill>
                  <a:srgbClr val="F2F2F2"/>
                </a:solidFill>
                <a:latin typeface="Consolas" pitchFamily="34" charset="0"/>
                <a:ea typeface="Consolas" pitchFamily="34" charset="-122"/>
                <a:cs typeface="Consolas" pitchFamily="34" charset="-120"/>
              </a:rPr>
              <a:t> </a:t>
            </a:r>
            <a:r>
              <a:rPr lang="en-US" sz="1400" dirty="0">
                <a:solidFill>
                  <a:srgbClr val="E8543F"/>
                </a:solidFill>
                <a:latin typeface="Consolas" pitchFamily="34" charset="0"/>
                <a:ea typeface="Consolas" pitchFamily="34" charset="-122"/>
                <a:cs typeface="Consolas" pitchFamily="34" charset="-120"/>
              </a:rPr>
              <a:t>TABLE</a:t>
            </a:r>
            <a:r>
              <a:rPr lang="en-US" sz="1400" dirty="0">
                <a:solidFill>
                  <a:srgbClr val="F2F2F2"/>
                </a:solidFill>
                <a:latin typeface="Consolas" pitchFamily="34" charset="0"/>
                <a:ea typeface="Consolas" pitchFamily="34" charset="-122"/>
                <a:cs typeface="Consolas" pitchFamily="34" charset="-120"/>
              </a:rPr>
              <a:t> </a:t>
            </a:r>
            <a:r>
              <a:rPr lang="en-US" sz="1400" dirty="0" err="1">
                <a:solidFill>
                  <a:srgbClr val="F2F2F2"/>
                </a:solidFill>
                <a:latin typeface="Consolas" pitchFamily="34" charset="0"/>
                <a:ea typeface="Consolas" pitchFamily="34" charset="-122"/>
                <a:cs typeface="Consolas" pitchFamily="34" charset="-120"/>
              </a:rPr>
              <a:t>dbo.Articoli</a:t>
            </a:r>
            <a:r>
              <a:rPr lang="en-US" sz="1400" dirty="0">
                <a:solidFill>
                  <a:srgbClr val="F2F2F2"/>
                </a:solidFill>
                <a:latin typeface="Consolas" pitchFamily="34" charset="0"/>
                <a:ea typeface="Consolas" pitchFamily="34" charset="-122"/>
                <a:cs typeface="Consolas" pitchFamily="34" charset="-120"/>
              </a:rPr>
              <a:t> </a:t>
            </a:r>
            <a:br>
              <a:rPr lang="en-US" sz="1400" dirty="0">
                <a:solidFill>
                  <a:srgbClr val="F2F2F2"/>
                </a:solidFill>
                <a:latin typeface="Consolas" pitchFamily="34" charset="0"/>
                <a:ea typeface="Consolas" pitchFamily="34" charset="-122"/>
                <a:cs typeface="Consolas" pitchFamily="34" charset="-120"/>
              </a:rPr>
            </a:br>
            <a:r>
              <a:rPr lang="en-US" sz="1400" dirty="0">
                <a:solidFill>
                  <a:srgbClr val="E8543F"/>
                </a:solidFill>
                <a:latin typeface="Consolas" pitchFamily="34" charset="0"/>
                <a:ea typeface="Consolas" pitchFamily="34" charset="-122"/>
                <a:cs typeface="Consolas" pitchFamily="34" charset="-120"/>
              </a:rPr>
              <a:t>ALTER</a:t>
            </a:r>
            <a:r>
              <a:rPr lang="en-US" sz="1400" dirty="0">
                <a:solidFill>
                  <a:srgbClr val="F2F2F2"/>
                </a:solidFill>
                <a:latin typeface="Consolas" pitchFamily="34" charset="0"/>
                <a:ea typeface="Consolas" pitchFamily="34" charset="-122"/>
                <a:cs typeface="Consolas" pitchFamily="34" charset="-120"/>
              </a:rPr>
              <a:t> </a:t>
            </a:r>
            <a:r>
              <a:rPr lang="en-US" sz="1400" dirty="0">
                <a:solidFill>
                  <a:srgbClr val="E8543F"/>
                </a:solidFill>
                <a:latin typeface="Consolas" pitchFamily="34" charset="0"/>
                <a:ea typeface="Consolas" pitchFamily="34" charset="-122"/>
                <a:cs typeface="Consolas" pitchFamily="34" charset="-120"/>
              </a:rPr>
              <a:t>COLUMN</a:t>
            </a:r>
            <a:r>
              <a:rPr lang="en-US" sz="1400" dirty="0">
                <a:solidFill>
                  <a:srgbClr val="F2F2F2"/>
                </a:solidFill>
                <a:latin typeface="Consolas" pitchFamily="34" charset="0"/>
                <a:ea typeface="Consolas" pitchFamily="34" charset="-122"/>
                <a:cs typeface="Consolas" pitchFamily="34" charset="-120"/>
              </a:rPr>
              <a:t> Note </a:t>
            </a:r>
            <a:r>
              <a:rPr lang="en-US" sz="1400" dirty="0">
                <a:solidFill>
                  <a:srgbClr val="E8543F"/>
                </a:solidFill>
                <a:latin typeface="Consolas" pitchFamily="34" charset="0"/>
                <a:ea typeface="Consolas" pitchFamily="34" charset="-122"/>
                <a:cs typeface="Consolas" pitchFamily="34" charset="-120"/>
              </a:rPr>
              <a:t>VARCHAR</a:t>
            </a:r>
            <a:r>
              <a:rPr lang="en-US" sz="1400" dirty="0">
                <a:solidFill>
                  <a:srgbClr val="F2F2F2"/>
                </a:solidFill>
                <a:latin typeface="Consolas" pitchFamily="34" charset="0"/>
                <a:ea typeface="Consolas" pitchFamily="34" charset="-122"/>
                <a:cs typeface="Consolas" pitchFamily="34" charset="-120"/>
              </a:rPr>
              <a:t>(</a:t>
            </a:r>
            <a:r>
              <a:rPr lang="en-US" sz="1400" dirty="0">
                <a:solidFill>
                  <a:srgbClr val="E8543F"/>
                </a:solidFill>
                <a:latin typeface="Consolas" pitchFamily="34" charset="0"/>
                <a:ea typeface="Consolas" pitchFamily="34" charset="-122"/>
                <a:cs typeface="Consolas" pitchFamily="34" charset="-120"/>
              </a:rPr>
              <a:t>MAX</a:t>
            </a:r>
            <a:r>
              <a:rPr lang="en-US" sz="1400" dirty="0">
                <a:solidFill>
                  <a:srgbClr val="F2F2F2"/>
                </a:solidFill>
                <a:latin typeface="Consolas" pitchFamily="34" charset="0"/>
                <a:ea typeface="Consolas" pitchFamily="34" charset="-122"/>
                <a:cs typeface="Consolas" pitchFamily="34" charset="-120"/>
              </a:rPr>
              <a:t>) </a:t>
            </a:r>
            <a:r>
              <a:rPr lang="en-US" sz="1400" dirty="0">
                <a:solidFill>
                  <a:srgbClr val="E8543F"/>
                </a:solidFill>
                <a:latin typeface="Consolas" pitchFamily="34" charset="0"/>
                <a:ea typeface="Consolas" pitchFamily="34" charset="-122"/>
                <a:cs typeface="Consolas" pitchFamily="34" charset="-120"/>
              </a:rPr>
              <a:t>NULL</a:t>
            </a:r>
            <a:r>
              <a:rPr lang="en-US" sz="1400" dirty="0">
                <a:solidFill>
                  <a:srgbClr val="F2F2F2"/>
                </a:solidFill>
                <a:latin typeface="Consolas" pitchFamily="34" charset="0"/>
                <a:ea typeface="Consolas" pitchFamily="34" charset="-122"/>
                <a:cs typeface="Consolas" pitchFamily="34" charset="-120"/>
              </a:rPr>
              <a:t>;</a:t>
            </a:r>
            <a:endParaRPr lang="en-US" sz="1400" dirty="0"/>
          </a:p>
          <a:p>
            <a:r>
              <a:rPr lang="en-US" sz="1400" dirty="0">
                <a:solidFill>
                  <a:srgbClr val="F2F2F2"/>
                </a:solidFill>
                <a:latin typeface="Consolas" pitchFamily="34" charset="0"/>
                <a:ea typeface="Consolas" pitchFamily="34" charset="-122"/>
                <a:cs typeface="Consolas" pitchFamily="34" charset="-120"/>
              </a:rPr>
              <a:t> </a:t>
            </a:r>
            <a:endParaRPr lang="en-US" sz="1400" dirty="0"/>
          </a:p>
          <a:p>
            <a:r>
              <a:rPr lang="en-US" sz="1400" dirty="0">
                <a:solidFill>
                  <a:srgbClr val="E8543F"/>
                </a:solidFill>
                <a:latin typeface="Consolas" pitchFamily="34" charset="0"/>
                <a:ea typeface="Consolas" pitchFamily="34" charset="-122"/>
                <a:cs typeface="Consolas" pitchFamily="34" charset="-120"/>
              </a:rPr>
              <a:t>ALTER</a:t>
            </a:r>
            <a:r>
              <a:rPr lang="en-US" sz="1400" dirty="0">
                <a:solidFill>
                  <a:srgbClr val="F2F2F2"/>
                </a:solidFill>
                <a:latin typeface="Consolas" pitchFamily="34" charset="0"/>
                <a:ea typeface="Consolas" pitchFamily="34" charset="-122"/>
                <a:cs typeface="Consolas" pitchFamily="34" charset="-120"/>
              </a:rPr>
              <a:t> </a:t>
            </a:r>
            <a:r>
              <a:rPr lang="en-US" sz="1400" dirty="0">
                <a:solidFill>
                  <a:srgbClr val="E8543F"/>
                </a:solidFill>
                <a:latin typeface="Consolas" pitchFamily="34" charset="0"/>
                <a:ea typeface="Consolas" pitchFamily="34" charset="-122"/>
                <a:cs typeface="Consolas" pitchFamily="34" charset="-120"/>
              </a:rPr>
              <a:t>TABLE</a:t>
            </a:r>
            <a:r>
              <a:rPr lang="en-US" sz="1400" dirty="0">
                <a:solidFill>
                  <a:srgbClr val="F2F2F2"/>
                </a:solidFill>
                <a:latin typeface="Consolas" pitchFamily="34" charset="0"/>
                <a:ea typeface="Consolas" pitchFamily="34" charset="-122"/>
                <a:cs typeface="Consolas" pitchFamily="34" charset="-120"/>
              </a:rPr>
              <a:t> </a:t>
            </a:r>
            <a:r>
              <a:rPr lang="en-US" sz="1400" dirty="0" err="1">
                <a:solidFill>
                  <a:srgbClr val="F2F2F2"/>
                </a:solidFill>
                <a:latin typeface="Consolas" pitchFamily="34" charset="0"/>
                <a:ea typeface="Consolas" pitchFamily="34" charset="-122"/>
                <a:cs typeface="Consolas" pitchFamily="34" charset="-120"/>
              </a:rPr>
              <a:t>dbo.Articoli</a:t>
            </a:r>
            <a:r>
              <a:rPr lang="en-US" sz="1400" dirty="0">
                <a:solidFill>
                  <a:srgbClr val="F2F2F2"/>
                </a:solidFill>
                <a:latin typeface="Consolas" pitchFamily="34" charset="0"/>
                <a:ea typeface="Consolas" pitchFamily="34" charset="-122"/>
                <a:cs typeface="Consolas" pitchFamily="34" charset="-120"/>
              </a:rPr>
              <a:t> </a:t>
            </a:r>
            <a:br>
              <a:rPr lang="en-US" sz="1400" dirty="0">
                <a:solidFill>
                  <a:srgbClr val="F2F2F2"/>
                </a:solidFill>
                <a:latin typeface="Consolas" pitchFamily="34" charset="0"/>
                <a:ea typeface="Consolas" pitchFamily="34" charset="-122"/>
                <a:cs typeface="Consolas" pitchFamily="34" charset="-120"/>
              </a:rPr>
            </a:br>
            <a:r>
              <a:rPr lang="en-US" sz="1400" dirty="0">
                <a:solidFill>
                  <a:srgbClr val="E8543F"/>
                </a:solidFill>
                <a:latin typeface="Consolas" pitchFamily="34" charset="0"/>
                <a:ea typeface="Consolas" pitchFamily="34" charset="-122"/>
                <a:cs typeface="Consolas" pitchFamily="34" charset="-120"/>
              </a:rPr>
              <a:t>ALTER</a:t>
            </a:r>
            <a:r>
              <a:rPr lang="en-US" sz="1400" dirty="0">
                <a:solidFill>
                  <a:srgbClr val="F2F2F2"/>
                </a:solidFill>
                <a:latin typeface="Consolas" pitchFamily="34" charset="0"/>
                <a:ea typeface="Consolas" pitchFamily="34" charset="-122"/>
                <a:cs typeface="Consolas" pitchFamily="34" charset="-120"/>
              </a:rPr>
              <a:t> </a:t>
            </a:r>
            <a:r>
              <a:rPr lang="en-US" sz="1400" dirty="0">
                <a:solidFill>
                  <a:srgbClr val="E8543F"/>
                </a:solidFill>
                <a:latin typeface="Consolas" pitchFamily="34" charset="0"/>
                <a:ea typeface="Consolas" pitchFamily="34" charset="-122"/>
                <a:cs typeface="Consolas" pitchFamily="34" charset="-120"/>
              </a:rPr>
              <a:t>COLUMN</a:t>
            </a:r>
            <a:r>
              <a:rPr lang="en-US" sz="1400" dirty="0">
                <a:solidFill>
                  <a:srgbClr val="F2F2F2"/>
                </a:solidFill>
                <a:latin typeface="Consolas" pitchFamily="34" charset="0"/>
                <a:ea typeface="Consolas" pitchFamily="34" charset="-122"/>
                <a:cs typeface="Consolas" pitchFamily="34" charset="-120"/>
              </a:rPr>
              <a:t> </a:t>
            </a:r>
            <a:r>
              <a:rPr lang="en-US" sz="1400" dirty="0" err="1">
                <a:solidFill>
                  <a:srgbClr val="F2F2F2"/>
                </a:solidFill>
                <a:latin typeface="Consolas" pitchFamily="34" charset="0"/>
                <a:ea typeface="Consolas" pitchFamily="34" charset="-122"/>
                <a:cs typeface="Consolas" pitchFamily="34" charset="-120"/>
              </a:rPr>
              <a:t>DataCreazione</a:t>
            </a:r>
            <a:r>
              <a:rPr lang="en-US" sz="1400" dirty="0">
                <a:solidFill>
                  <a:srgbClr val="F2F2F2"/>
                </a:solidFill>
                <a:latin typeface="Consolas" pitchFamily="34" charset="0"/>
                <a:ea typeface="Consolas" pitchFamily="34" charset="-122"/>
                <a:cs typeface="Consolas" pitchFamily="34" charset="-120"/>
              </a:rPr>
              <a:t> </a:t>
            </a:r>
            <a:r>
              <a:rPr lang="en-US" sz="1400" dirty="0">
                <a:solidFill>
                  <a:srgbClr val="E8543F"/>
                </a:solidFill>
                <a:latin typeface="Consolas" pitchFamily="34" charset="0"/>
                <a:ea typeface="Consolas" pitchFamily="34" charset="-122"/>
                <a:cs typeface="Consolas" pitchFamily="34" charset="-120"/>
              </a:rPr>
              <a:t>DATE</a:t>
            </a:r>
            <a:r>
              <a:rPr lang="en-US" sz="1400" dirty="0">
                <a:solidFill>
                  <a:srgbClr val="F2F2F2"/>
                </a:solidFill>
                <a:latin typeface="Consolas" pitchFamily="34" charset="0"/>
                <a:ea typeface="Consolas" pitchFamily="34" charset="-122"/>
                <a:cs typeface="Consolas" pitchFamily="34" charset="-120"/>
              </a:rPr>
              <a:t> </a:t>
            </a:r>
            <a:r>
              <a:rPr lang="en-US" sz="1400" dirty="0">
                <a:solidFill>
                  <a:srgbClr val="E8543F"/>
                </a:solidFill>
                <a:latin typeface="Consolas" pitchFamily="34" charset="0"/>
                <a:ea typeface="Consolas" pitchFamily="34" charset="-122"/>
                <a:cs typeface="Consolas" pitchFamily="34" charset="-120"/>
              </a:rPr>
              <a:t>NOT</a:t>
            </a:r>
            <a:r>
              <a:rPr lang="en-US" sz="1400" dirty="0">
                <a:solidFill>
                  <a:srgbClr val="F2F2F2"/>
                </a:solidFill>
                <a:latin typeface="Consolas" pitchFamily="34" charset="0"/>
                <a:ea typeface="Consolas" pitchFamily="34" charset="-122"/>
                <a:cs typeface="Consolas" pitchFamily="34" charset="-120"/>
              </a:rPr>
              <a:t> </a:t>
            </a:r>
            <a:r>
              <a:rPr lang="en-US" sz="1400" dirty="0">
                <a:solidFill>
                  <a:srgbClr val="E8543F"/>
                </a:solidFill>
                <a:latin typeface="Consolas" pitchFamily="34" charset="0"/>
                <a:ea typeface="Consolas" pitchFamily="34" charset="-122"/>
                <a:cs typeface="Consolas" pitchFamily="34" charset="-120"/>
              </a:rPr>
              <a:t>NULL</a:t>
            </a:r>
            <a:r>
              <a:rPr lang="en-US" sz="1400" dirty="0">
                <a:solidFill>
                  <a:srgbClr val="F2F2F2"/>
                </a:solidFill>
                <a:latin typeface="Consolas" pitchFamily="34" charset="0"/>
                <a:ea typeface="Consolas" pitchFamily="34" charset="-122"/>
                <a:cs typeface="Consolas" pitchFamily="34" charset="-120"/>
              </a:rPr>
              <a:t>;</a:t>
            </a:r>
            <a:endParaRPr lang="en-US" sz="1400" dirty="0"/>
          </a:p>
          <a:p>
            <a:r>
              <a:rPr lang="en-US" sz="1400" dirty="0">
                <a:solidFill>
                  <a:srgbClr val="CE9178"/>
                </a:solidFill>
                <a:ea typeface="Courier New" pitchFamily="34" charset="-122"/>
                <a:cs typeface="Courier New" pitchFamily="34" charset="-120"/>
              </a:rPr>
              <a:t>
</a:t>
            </a:r>
            <a:endParaRPr lang="en-US" sz="1600" dirty="0"/>
          </a:p>
        </p:txBody>
      </p:sp>
      <p:pic>
        <p:nvPicPr>
          <p:cNvPr id="12" name="Elemento grafico 11" descr="Programmatore (maschile) con riempimento a tinta unita">
            <a:extLst>
              <a:ext uri="{FF2B5EF4-FFF2-40B4-BE49-F238E27FC236}">
                <a16:creationId xmlns:a16="http://schemas.microsoft.com/office/drawing/2014/main" id="{1D4762C0-20DA-BA79-C1B6-2164E870E5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08767" y="4333617"/>
            <a:ext cx="419717" cy="540001"/>
          </a:xfrm>
          <a:prstGeom prst="rect">
            <a:avLst/>
          </a:prstGeom>
        </p:spPr>
      </p:pic>
    </p:spTree>
    <p:extLst>
      <p:ext uri="{BB962C8B-B14F-4D97-AF65-F5344CB8AC3E}">
        <p14:creationId xmlns:p14="http://schemas.microsoft.com/office/powerpoint/2010/main" val="9584457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0"/>
            <a:ext cx="9143771" cy="68580"/>
          </a:xfrm>
          <a:prstGeom prst="rect">
            <a:avLst/>
          </a:prstGeom>
          <a:solidFill>
            <a:srgbClr val="C20E1A"/>
          </a:solidFill>
          <a:ln w="12700">
            <a:solidFill>
              <a:srgbClr val="C20E1A"/>
            </a:solidFill>
            <a:prstDash val="solid"/>
          </a:ln>
        </p:spPr>
        <p:txBody>
          <a:bodyPr/>
          <a:lstStyle/>
          <a:p>
            <a:endParaRPr lang="it-IT" sz="1350"/>
          </a:p>
        </p:txBody>
      </p:sp>
      <p:graphicFrame>
        <p:nvGraphicFramePr>
          <p:cNvPr id="16" name="Table 0"/>
          <p:cNvGraphicFramePr>
            <a:graphicFrameLocks noGrp="1"/>
          </p:cNvGraphicFramePr>
          <p:nvPr>
            <p:extLst>
              <p:ext uri="{D42A27DB-BD31-4B8C-83A1-F6EECF244321}">
                <p14:modId xmlns:p14="http://schemas.microsoft.com/office/powerpoint/2010/main" val="358996615"/>
              </p:ext>
            </p:extLst>
          </p:nvPr>
        </p:nvGraphicFramePr>
        <p:xfrm>
          <a:off x="417663" y="1204986"/>
          <a:ext cx="5508612" cy="3009900"/>
        </p:xfrm>
        <a:graphic>
          <a:graphicData uri="http://schemas.openxmlformats.org/drawingml/2006/table">
            <a:tbl>
              <a:tblPr/>
              <a:tblGrid>
                <a:gridCol w="1078837">
                  <a:extLst>
                    <a:ext uri="{9D8B030D-6E8A-4147-A177-3AD203B41FA5}">
                      <a16:colId xmlns:a16="http://schemas.microsoft.com/office/drawing/2014/main" val="20000"/>
                    </a:ext>
                  </a:extLst>
                </a:gridCol>
                <a:gridCol w="4429775">
                  <a:extLst>
                    <a:ext uri="{9D8B030D-6E8A-4147-A177-3AD203B41FA5}">
                      <a16:colId xmlns:a16="http://schemas.microsoft.com/office/drawing/2014/main" val="20001"/>
                    </a:ext>
                  </a:extLst>
                </a:gridCol>
              </a:tblGrid>
              <a:tr h="342900">
                <a:tc>
                  <a:txBody>
                    <a:bodyPr/>
                    <a:lstStyle/>
                    <a:p>
                      <a:pPr marL="0" indent="0">
                        <a:buNone/>
                      </a:pPr>
                      <a:r>
                        <a:rPr lang="en-US" sz="900" b="1" dirty="0" err="1">
                          <a:solidFill>
                            <a:srgbClr val="FFFFFF"/>
                          </a:solidFill>
                          <a:latin typeface="Segoe UI" pitchFamily="34" charset="0"/>
                          <a:ea typeface="Segoe UI" charset="0"/>
                          <a:cs typeface="Segoe UI" pitchFamily="34" charset="-120"/>
                        </a:rPr>
                        <a:t>Impatto</a:t>
                      </a:r>
                      <a:endParaRPr lang="en-US" sz="900" dirty="0">
                        <a:latin typeface="Segoe UI" charset="0"/>
                        <a:ea typeface="Segoe UI" charset="0"/>
                        <a:cs typeface="Segoe UI" charset="0"/>
                      </a:endParaRPr>
                    </a:p>
                  </a:txBody>
                  <a:tcPr marL="57150" marR="57150" marT="28575" marB="2857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00000"/>
                    </a:solidFill>
                  </a:tcPr>
                </a:tc>
                <a:tc>
                  <a:txBody>
                    <a:bodyPr/>
                    <a:lstStyle/>
                    <a:p>
                      <a:pPr marL="0" indent="0">
                        <a:buNone/>
                      </a:pPr>
                      <a:r>
                        <a:rPr lang="en-US" sz="900" b="1" dirty="0">
                          <a:solidFill>
                            <a:srgbClr val="FFFFFF"/>
                          </a:solidFill>
                          <a:latin typeface="Segoe UI" pitchFamily="34" charset="0"/>
                          <a:ea typeface="Segoe UI" charset="0"/>
                          <a:cs typeface="Segoe UI" pitchFamily="34" charset="-120"/>
                        </a:rPr>
                        <a:t>Cosa </a:t>
                      </a:r>
                      <a:r>
                        <a:rPr lang="en-US" sz="900" b="1" dirty="0" err="1">
                          <a:solidFill>
                            <a:srgbClr val="FFFFFF"/>
                          </a:solidFill>
                          <a:latin typeface="Segoe UI" pitchFamily="34" charset="0"/>
                          <a:ea typeface="Segoe UI" charset="0"/>
                          <a:cs typeface="Segoe UI" pitchFamily="34" charset="-120"/>
                        </a:rPr>
                        <a:t>succede</a:t>
                      </a:r>
                      <a:endParaRPr lang="en-US" sz="900" dirty="0">
                        <a:latin typeface="Segoe UI" charset="0"/>
                        <a:ea typeface="Segoe UI" charset="0"/>
                        <a:cs typeface="Segoe UI" charset="0"/>
                      </a:endParaRPr>
                    </a:p>
                  </a:txBody>
                  <a:tcPr marL="57150" marR="57150" marT="28575" marB="2857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342900">
                <a:tc>
                  <a:txBody>
                    <a:bodyPr/>
                    <a:lstStyle/>
                    <a:p>
                      <a:pPr marL="0" indent="0">
                        <a:buNone/>
                      </a:pPr>
                      <a:r>
                        <a:rPr lang="en-US" sz="1050" b="1" dirty="0">
                          <a:solidFill>
                            <a:srgbClr val="1A1A1A"/>
                          </a:solidFill>
                          <a:latin typeface="Segoe UI" pitchFamily="34" charset="0"/>
                          <a:ea typeface="Segoe UI" pitchFamily="34" charset="-122"/>
                          <a:cs typeface="Segoe UI" pitchFamily="34" charset="-120"/>
                        </a:rPr>
                        <a:t>Durata</a:t>
                      </a:r>
                      <a:endParaRPr lang="en-US" sz="1050" dirty="0">
                        <a:latin typeface="Segoe UI" charset="0"/>
                        <a:ea typeface="Segoe UI" charset="0"/>
                        <a:cs typeface="Segoe UI" charset="0"/>
                      </a:endParaRP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E2E4"/>
                    </a:solidFill>
                  </a:tcPr>
                </a:tc>
                <a:tc>
                  <a:txBody>
                    <a:bodyPr/>
                    <a:lstStyle/>
                    <a:p>
                      <a:pPr marL="0" indent="0">
                        <a:buNone/>
                      </a:pPr>
                      <a:r>
                        <a:rPr lang="en-US" sz="1050" dirty="0">
                          <a:solidFill>
                            <a:srgbClr val="1A1A1A"/>
                          </a:solidFill>
                          <a:latin typeface="Segoe UI" pitchFamily="34" charset="0"/>
                          <a:ea typeface="Segoe UI" pitchFamily="34" charset="-122"/>
                          <a:cs typeface="Segoe UI" pitchFamily="34" charset="-120"/>
                        </a:rPr>
                        <a:t>Proporzionale alle pagine da riscrivere, non alle righe che stai cambiando</a:t>
                      </a:r>
                      <a:endParaRPr lang="en-US" sz="1050" dirty="0">
                        <a:latin typeface="Segoe UI" charset="0"/>
                        <a:ea typeface="Segoe UI" charset="0"/>
                        <a:cs typeface="Segoe UI" charset="0"/>
                      </a:endParaRP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E2E4"/>
                    </a:solidFill>
                  </a:tcPr>
                </a:tc>
                <a:extLst>
                  <a:ext uri="{0D108BD9-81ED-4DB2-BD59-A6C34878D82A}">
                    <a16:rowId xmlns:a16="http://schemas.microsoft.com/office/drawing/2014/main" val="10001"/>
                  </a:ext>
                </a:extLst>
              </a:tr>
              <a:tr h="342900">
                <a:tc>
                  <a:txBody>
                    <a:bodyPr/>
                    <a:lstStyle/>
                    <a:p>
                      <a:pPr marL="0" indent="0">
                        <a:buNone/>
                      </a:pPr>
                      <a:r>
                        <a:rPr lang="en-US" sz="1050" b="1" dirty="0">
                          <a:solidFill>
                            <a:srgbClr val="1A1A1A"/>
                          </a:solidFill>
                          <a:latin typeface="Segoe UI" pitchFamily="34" charset="0"/>
                          <a:ea typeface="Segoe UI" pitchFamily="34" charset="-122"/>
                          <a:cs typeface="Segoe UI" pitchFamily="34" charset="-120"/>
                        </a:rPr>
                        <a:t>Transaction log</a:t>
                      </a:r>
                      <a:endParaRPr lang="en-US" sz="1050" dirty="0">
                        <a:latin typeface="Segoe UI" charset="0"/>
                        <a:ea typeface="Segoe UI" charset="0"/>
                        <a:cs typeface="Segoe UI" charset="0"/>
                      </a:endParaRP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latin typeface="Segoe UI" pitchFamily="34" charset="0"/>
                          <a:ea typeface="Segoe UI" pitchFamily="34" charset="-122"/>
                          <a:cs typeface="Segoe UI" pitchFamily="34" charset="-120"/>
                        </a:rPr>
                        <a:t>Il log </a:t>
                      </a:r>
                      <a:r>
                        <a:rPr lang="en-US" sz="1050" dirty="0" err="1">
                          <a:solidFill>
                            <a:srgbClr val="1A1A1A"/>
                          </a:solidFill>
                          <a:latin typeface="Segoe UI" pitchFamily="34" charset="0"/>
                          <a:ea typeface="Segoe UI" pitchFamily="34" charset="-122"/>
                          <a:cs typeface="Segoe UI" pitchFamily="34" charset="-120"/>
                        </a:rPr>
                        <a:t>cresce</a:t>
                      </a:r>
                      <a:r>
                        <a:rPr lang="en-US" sz="1050" dirty="0">
                          <a:solidFill>
                            <a:srgbClr val="1A1A1A"/>
                          </a:solidFill>
                          <a:latin typeface="Segoe UI" pitchFamily="34" charset="0"/>
                          <a:ea typeface="Segoe UI" pitchFamily="34" charset="-122"/>
                          <a:cs typeface="Segoe UI" pitchFamily="34" charset="-120"/>
                        </a:rPr>
                        <a:t> </a:t>
                      </a:r>
                      <a:r>
                        <a:rPr lang="en-US" sz="1050" dirty="0" err="1">
                          <a:solidFill>
                            <a:srgbClr val="1A1A1A"/>
                          </a:solidFill>
                          <a:latin typeface="Segoe UI" pitchFamily="34" charset="0"/>
                          <a:ea typeface="Segoe UI" pitchFamily="34" charset="-122"/>
                          <a:cs typeface="Segoe UI" pitchFamily="34" charset="-120"/>
                        </a:rPr>
                        <a:t>finché</a:t>
                      </a:r>
                      <a:r>
                        <a:rPr lang="en-US" sz="1050" dirty="0">
                          <a:solidFill>
                            <a:srgbClr val="1A1A1A"/>
                          </a:solidFill>
                          <a:latin typeface="Segoe UI" pitchFamily="34" charset="0"/>
                          <a:ea typeface="Segoe UI" pitchFamily="34" charset="-122"/>
                          <a:cs typeface="Segoe UI" pitchFamily="34" charset="-120"/>
                        </a:rPr>
                        <a:t> la transazione è </a:t>
                      </a:r>
                      <a:r>
                        <a:rPr lang="en-US" sz="1050" dirty="0" err="1">
                          <a:solidFill>
                            <a:srgbClr val="1A1A1A"/>
                          </a:solidFill>
                          <a:latin typeface="Segoe UI" pitchFamily="34" charset="0"/>
                          <a:ea typeface="Segoe UI" pitchFamily="34" charset="-122"/>
                          <a:cs typeface="Segoe UI" pitchFamily="34" charset="-120"/>
                        </a:rPr>
                        <a:t>aperta</a:t>
                      </a:r>
                      <a:endParaRPr lang="en-US" sz="1050" dirty="0">
                        <a:latin typeface="Segoe UI" charset="0"/>
                        <a:ea typeface="Segoe UI" charset="0"/>
                        <a:cs typeface="Segoe UI" charset="0"/>
                      </a:endParaRP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2900">
                <a:tc>
                  <a:txBody>
                    <a:bodyPr/>
                    <a:lstStyle/>
                    <a:p>
                      <a:pPr marL="0" indent="0">
                        <a:buNone/>
                      </a:pPr>
                      <a:r>
                        <a:rPr lang="en-US" sz="1050" b="1" dirty="0">
                          <a:solidFill>
                            <a:srgbClr val="1A1A1A"/>
                          </a:solidFill>
                          <a:latin typeface="Segoe UI" pitchFamily="34" charset="0"/>
                          <a:ea typeface="Segoe UI" pitchFamily="34" charset="-122"/>
                          <a:cs typeface="Segoe UI" pitchFamily="34" charset="-120"/>
                        </a:rPr>
                        <a:t>Lock</a:t>
                      </a:r>
                      <a:endParaRPr lang="en-US" sz="1050" dirty="0">
                        <a:latin typeface="Segoe UI" charset="0"/>
                        <a:ea typeface="Segoe UI" charset="0"/>
                        <a:cs typeface="Segoe UI" charset="0"/>
                      </a:endParaRP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E2E4"/>
                    </a:solidFill>
                  </a:tcPr>
                </a:tc>
                <a:tc>
                  <a:txBody>
                    <a:bodyPr/>
                    <a:lstStyle/>
                    <a:p>
                      <a:pPr marL="0" indent="0">
                        <a:buNone/>
                      </a:pPr>
                      <a:r>
                        <a:rPr lang="en-US" sz="1050" dirty="0">
                          <a:solidFill>
                            <a:srgbClr val="1A1A1A"/>
                          </a:solidFill>
                          <a:latin typeface="Segoe UI" pitchFamily="34" charset="0"/>
                          <a:ea typeface="Segoe UI" pitchFamily="34" charset="-122"/>
                          <a:cs typeface="Segoe UI" pitchFamily="34" charset="-120"/>
                        </a:rPr>
                        <a:t>Il Sch-M si accoda alle query in corso e poi blocca tutte quelle che arrivano dopo</a:t>
                      </a:r>
                      <a:endParaRPr lang="en-US" sz="1050" dirty="0">
                        <a:latin typeface="Segoe UI" charset="0"/>
                        <a:ea typeface="Segoe UI" charset="0"/>
                        <a:cs typeface="Segoe UI" charset="0"/>
                      </a:endParaRP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E2E4"/>
                    </a:solidFill>
                  </a:tcPr>
                </a:tc>
                <a:extLst>
                  <a:ext uri="{0D108BD9-81ED-4DB2-BD59-A6C34878D82A}">
                    <a16:rowId xmlns:a16="http://schemas.microsoft.com/office/drawing/2014/main" val="10003"/>
                  </a:ext>
                </a:extLst>
              </a:tr>
              <a:tr h="342900">
                <a:tc>
                  <a:txBody>
                    <a:bodyPr/>
                    <a:lstStyle/>
                    <a:p>
                      <a:pPr marL="0" indent="0">
                        <a:buNone/>
                      </a:pPr>
                      <a:r>
                        <a:rPr lang="en-US" sz="1050" b="1" dirty="0">
                          <a:solidFill>
                            <a:srgbClr val="1A1A1A"/>
                          </a:solidFill>
                          <a:latin typeface="Segoe UI" pitchFamily="34" charset="0"/>
                          <a:ea typeface="Segoe UI" pitchFamily="34" charset="-122"/>
                          <a:cs typeface="Segoe UI" pitchFamily="34" charset="-120"/>
                        </a:rPr>
                        <a:t>Rollback</a:t>
                      </a:r>
                      <a:endParaRPr lang="en-US" sz="1050" dirty="0">
                        <a:latin typeface="Segoe UI" charset="0"/>
                        <a:ea typeface="Segoe UI" charset="0"/>
                        <a:cs typeface="Segoe UI" charset="0"/>
                      </a:endParaRP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latin typeface="Segoe UI" pitchFamily="34" charset="0"/>
                          <a:ea typeface="Segoe UI" pitchFamily="34" charset="-122"/>
                          <a:cs typeface="Segoe UI" pitchFamily="34" charset="-120"/>
                        </a:rPr>
                        <a:t>Su una riscrittura è spesso più lungo </a:t>
                      </a:r>
                      <a:r>
                        <a:rPr lang="en-US" sz="1050" dirty="0" err="1">
                          <a:solidFill>
                            <a:srgbClr val="1A1A1A"/>
                          </a:solidFill>
                          <a:latin typeface="Segoe UI" pitchFamily="34" charset="0"/>
                          <a:ea typeface="Segoe UI" pitchFamily="34" charset="-122"/>
                          <a:cs typeface="Segoe UI" pitchFamily="34" charset="-120"/>
                        </a:rPr>
                        <a:t>dell'operazione</a:t>
                      </a:r>
                      <a:r>
                        <a:rPr lang="en-US" sz="1050" dirty="0">
                          <a:solidFill>
                            <a:srgbClr val="1A1A1A"/>
                          </a:solidFill>
                          <a:latin typeface="Segoe UI" pitchFamily="34" charset="0"/>
                          <a:ea typeface="Segoe UI" pitchFamily="34" charset="-122"/>
                          <a:cs typeface="Segoe UI" pitchFamily="34" charset="-120"/>
                        </a:rPr>
                        <a:t> </a:t>
                      </a:r>
                      <a:r>
                        <a:rPr lang="en-US" sz="1050" dirty="0" err="1">
                          <a:solidFill>
                            <a:srgbClr val="1A1A1A"/>
                          </a:solidFill>
                          <a:latin typeface="Segoe UI" pitchFamily="34" charset="0"/>
                          <a:ea typeface="Segoe UI" pitchFamily="34" charset="-122"/>
                          <a:cs typeface="Segoe UI" pitchFamily="34" charset="-120"/>
                        </a:rPr>
                        <a:t>stessa</a:t>
                      </a:r>
                      <a:endParaRPr lang="en-US" sz="1050" dirty="0">
                        <a:latin typeface="Segoe UI" charset="0"/>
                        <a:ea typeface="Segoe UI" charset="0"/>
                        <a:cs typeface="Segoe UI" charset="0"/>
                      </a:endParaRP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2900">
                <a:tc>
                  <a:txBody>
                    <a:bodyPr/>
                    <a:lstStyle/>
                    <a:p>
                      <a:pPr marL="0" indent="0">
                        <a:buNone/>
                      </a:pPr>
                      <a:r>
                        <a:rPr lang="en-US" sz="1050" b="1" dirty="0">
                          <a:solidFill>
                            <a:srgbClr val="1A1A1A"/>
                          </a:solidFill>
                          <a:latin typeface="Segoe UI" pitchFamily="34" charset="0"/>
                          <a:ea typeface="Segoe UI" pitchFamily="34" charset="-122"/>
                          <a:cs typeface="Segoe UI" pitchFamily="34" charset="-120"/>
                        </a:rPr>
                        <a:t>Spazio su disco</a:t>
                      </a:r>
                      <a:endParaRPr lang="en-US" sz="1050" dirty="0">
                        <a:latin typeface="Segoe UI" charset="0"/>
                        <a:ea typeface="Segoe UI" charset="0"/>
                        <a:cs typeface="Segoe UI" charset="0"/>
                      </a:endParaRP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E2E4"/>
                    </a:solidFill>
                  </a:tcPr>
                </a:tc>
                <a:tc>
                  <a:txBody>
                    <a:bodyPr/>
                    <a:lstStyle/>
                    <a:p>
                      <a:pPr marL="0" indent="0">
                        <a:buNone/>
                      </a:pPr>
                      <a:r>
                        <a:rPr lang="en-US" sz="1050" dirty="0">
                          <a:solidFill>
                            <a:srgbClr val="1A1A1A"/>
                          </a:solidFill>
                          <a:latin typeface="Segoe UI" pitchFamily="34" charset="0"/>
                          <a:ea typeface="Segoe UI" pitchFamily="34" charset="-122"/>
                          <a:cs typeface="Segoe UI" pitchFamily="34" charset="-120"/>
                        </a:rPr>
                        <a:t>Serve spazio libero pari almeno alla dimensione dell'oggetto, più il log</a:t>
                      </a:r>
                      <a:endParaRPr lang="en-US" sz="1050" dirty="0">
                        <a:latin typeface="Segoe UI" charset="0"/>
                        <a:ea typeface="Segoe UI" charset="0"/>
                        <a:cs typeface="Segoe UI" charset="0"/>
                      </a:endParaRP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E2E4"/>
                    </a:solidFill>
                  </a:tcPr>
                </a:tc>
                <a:extLst>
                  <a:ext uri="{0D108BD9-81ED-4DB2-BD59-A6C34878D82A}">
                    <a16:rowId xmlns:a16="http://schemas.microsoft.com/office/drawing/2014/main" val="10005"/>
                  </a:ext>
                </a:extLst>
              </a:tr>
              <a:tr h="342900">
                <a:tc>
                  <a:txBody>
                    <a:bodyPr/>
                    <a:lstStyle/>
                    <a:p>
                      <a:pPr marL="0" indent="0">
                        <a:buNone/>
                      </a:pPr>
                      <a:r>
                        <a:rPr lang="en-US" sz="1050" b="1" dirty="0">
                          <a:solidFill>
                            <a:srgbClr val="1A1A1A"/>
                          </a:solidFill>
                          <a:latin typeface="Segoe UI" pitchFamily="34" charset="0"/>
                          <a:ea typeface="Segoe UI" pitchFamily="34" charset="-122"/>
                          <a:cs typeface="Segoe UI" pitchFamily="34" charset="-120"/>
                        </a:rPr>
                        <a:t>Piani e cache</a:t>
                      </a:r>
                      <a:endParaRPr lang="en-US" sz="1050" dirty="0">
                        <a:latin typeface="Segoe UI" charset="0"/>
                        <a:ea typeface="Segoe UI" charset="0"/>
                        <a:cs typeface="Segoe UI" charset="0"/>
                      </a:endParaRP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latin typeface="Segoe UI" pitchFamily="34" charset="0"/>
                          <a:ea typeface="Segoe UI" pitchFamily="34" charset="-122"/>
                          <a:cs typeface="Segoe UI" pitchFamily="34" charset="-120"/>
                        </a:rPr>
                        <a:t>I piani che referenziano l'oggetto vengono invalidati: picco di CPU in ricompilazione</a:t>
                      </a:r>
                      <a:endParaRPr lang="en-US" sz="1050" dirty="0">
                        <a:latin typeface="Segoe UI" charset="0"/>
                        <a:ea typeface="Segoe UI" charset="0"/>
                        <a:cs typeface="Segoe UI" charset="0"/>
                      </a:endParaRP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2900">
                <a:tc>
                  <a:txBody>
                    <a:bodyPr/>
                    <a:lstStyle/>
                    <a:p>
                      <a:pPr marL="0" indent="0">
                        <a:buNone/>
                      </a:pPr>
                      <a:r>
                        <a:rPr lang="en-US" sz="1050" b="1" dirty="0">
                          <a:solidFill>
                            <a:srgbClr val="1A1A1A"/>
                          </a:solidFill>
                          <a:latin typeface="Segoe UI" pitchFamily="34" charset="0"/>
                          <a:ea typeface="Segoe UI" pitchFamily="34" charset="-122"/>
                          <a:cs typeface="Segoe UI" pitchFamily="34" charset="-120"/>
                        </a:rPr>
                        <a:t>Buffer pool</a:t>
                      </a:r>
                      <a:endParaRPr lang="en-US" sz="1050" dirty="0">
                        <a:latin typeface="Segoe UI" charset="0"/>
                        <a:ea typeface="Segoe UI" charset="0"/>
                        <a:cs typeface="Segoe UI" charset="0"/>
                      </a:endParaRP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E2E4"/>
                    </a:solidFill>
                  </a:tcPr>
                </a:tc>
                <a:tc>
                  <a:txBody>
                    <a:bodyPr/>
                    <a:lstStyle/>
                    <a:p>
                      <a:pPr marL="0" indent="0">
                        <a:buNone/>
                      </a:pPr>
                      <a:r>
                        <a:rPr lang="en-US" sz="1050" dirty="0">
                          <a:solidFill>
                            <a:srgbClr val="1A1A1A"/>
                          </a:solidFill>
                          <a:latin typeface="Segoe UI" pitchFamily="34" charset="0"/>
                          <a:ea typeface="Segoe UI" pitchFamily="34" charset="-122"/>
                          <a:cs typeface="Segoe UI" pitchFamily="34" charset="-120"/>
                        </a:rPr>
                        <a:t>Le pagine riscritte sostituiscono quelle calde: si torna a leggere da disco</a:t>
                      </a:r>
                      <a:endParaRPr lang="en-US" sz="1050" dirty="0">
                        <a:latin typeface="Segoe UI" charset="0"/>
                        <a:ea typeface="Segoe UI" charset="0"/>
                        <a:cs typeface="Segoe UI" charset="0"/>
                      </a:endParaRPr>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E2E4"/>
                    </a:solidFill>
                  </a:tcPr>
                </a:tc>
                <a:extLst>
                  <a:ext uri="{0D108BD9-81ED-4DB2-BD59-A6C34878D82A}">
                    <a16:rowId xmlns:a16="http://schemas.microsoft.com/office/drawing/2014/main" val="10007"/>
                  </a:ext>
                </a:extLst>
              </a:tr>
            </a:tbl>
          </a:graphicData>
        </a:graphic>
      </p:graphicFrame>
      <p:sp>
        <p:nvSpPr>
          <p:cNvPr id="6" name="Titolo 1">
            <a:extLst>
              <a:ext uri="{FF2B5EF4-FFF2-40B4-BE49-F238E27FC236}">
                <a16:creationId xmlns:a16="http://schemas.microsoft.com/office/drawing/2014/main" id="{8055B1C0-F6CF-0E62-B845-C09ADA044892}"/>
              </a:ext>
            </a:extLst>
          </p:cNvPr>
          <p:cNvSpPr txBox="1">
            <a:spLocks/>
          </p:cNvSpPr>
          <p:nvPr/>
        </p:nvSpPr>
        <p:spPr>
          <a:xfrm>
            <a:off x="251520" y="189000"/>
            <a:ext cx="8640960" cy="540000"/>
          </a:xfrm>
          <a:prstGeom prst="rect">
            <a:avLst/>
          </a:prstGeom>
        </p:spPr>
        <p:txBody>
          <a:bodyPr anchor="ctr">
            <a:normAutofit lnSpcReduction="10000"/>
          </a:bodyPr>
          <a:lstStyle>
            <a:lvl1pPr algn="l" defTabSz="914400" rtl="0" eaLnBrk="1" latinLnBrk="0" hangingPunct="1">
              <a:spcBef>
                <a:spcPct val="0"/>
              </a:spcBef>
              <a:buNone/>
              <a:defRPr lang="it-IT" sz="3200" b="0" kern="1200" cap="all" spc="-100" baseline="0" dirty="0">
                <a:solidFill>
                  <a:srgbClr val="C20E1A"/>
                </a:solidFill>
                <a:latin typeface="+mj-lt"/>
                <a:ea typeface="+mj-ea"/>
                <a:cs typeface="Aharoni" panose="02010803020104030203" pitchFamily="2" charset="-79"/>
              </a:defRPr>
            </a:lvl1pPr>
          </a:lstStyle>
          <a:p>
            <a:r>
              <a:rPr lang="it-IT" dirty="0"/>
              <a:t>Alter su big </a:t>
            </a:r>
            <a:r>
              <a:rPr lang="it-IT" dirty="0" err="1"/>
              <a:t>tables</a:t>
            </a:r>
            <a:endParaRPr lang="it-IT" dirty="0"/>
          </a:p>
        </p:txBody>
      </p:sp>
      <p:sp>
        <p:nvSpPr>
          <p:cNvPr id="5" name="Shape 2">
            <a:extLst>
              <a:ext uri="{FF2B5EF4-FFF2-40B4-BE49-F238E27FC236}">
                <a16:creationId xmlns:a16="http://schemas.microsoft.com/office/drawing/2014/main" id="{E8156502-CF79-20CA-6207-F0FB60123A4D}"/>
              </a:ext>
            </a:extLst>
          </p:cNvPr>
          <p:cNvSpPr/>
          <p:nvPr/>
        </p:nvSpPr>
        <p:spPr>
          <a:xfrm>
            <a:off x="6264188" y="949716"/>
            <a:ext cx="2396792" cy="3520440"/>
          </a:xfrm>
          <a:prstGeom prst="rect">
            <a:avLst/>
          </a:prstGeom>
          <a:solidFill>
            <a:schemeClr val="accent1">
              <a:lumMod val="40000"/>
              <a:lumOff val="60000"/>
            </a:schemeClr>
          </a:solidFill>
          <a:ln w="12700">
            <a:solidFill>
              <a:schemeClr val="accent1">
                <a:lumMod val="40000"/>
                <a:lumOff val="60000"/>
              </a:schemeClr>
            </a:solidFill>
            <a:prstDash val="solid"/>
          </a:ln>
        </p:spPr>
        <p:txBody>
          <a:bodyPr/>
          <a:lstStyle/>
          <a:p>
            <a:endParaRPr lang="it-IT"/>
          </a:p>
        </p:txBody>
      </p:sp>
      <p:sp>
        <p:nvSpPr>
          <p:cNvPr id="7" name="Text 3">
            <a:extLst>
              <a:ext uri="{FF2B5EF4-FFF2-40B4-BE49-F238E27FC236}">
                <a16:creationId xmlns:a16="http://schemas.microsoft.com/office/drawing/2014/main" id="{031D052A-18F8-0255-BEBA-6F0BEBD8CBCF}"/>
              </a:ext>
            </a:extLst>
          </p:cNvPr>
          <p:cNvSpPr/>
          <p:nvPr/>
        </p:nvSpPr>
        <p:spPr>
          <a:xfrm>
            <a:off x="6428780" y="1059444"/>
            <a:ext cx="2188878" cy="324174"/>
          </a:xfrm>
          <a:prstGeom prst="rect">
            <a:avLst/>
          </a:prstGeom>
          <a:noFill/>
          <a:ln/>
        </p:spPr>
        <p:txBody>
          <a:bodyPr wrap="square" lIns="0" tIns="0" rIns="0" bIns="0" rtlCol="0" anchor="t"/>
          <a:lstStyle/>
          <a:p>
            <a:pPr marL="0" indent="0">
              <a:buNone/>
            </a:pPr>
            <a:r>
              <a:rPr lang="en-US" sz="1400" b="1" dirty="0" err="1">
                <a:solidFill>
                  <a:schemeClr val="accent1">
                    <a:lumMod val="75000"/>
                  </a:schemeClr>
                </a:solidFill>
                <a:latin typeface="Segoe UI" pitchFamily="34" charset="0"/>
                <a:ea typeface="Segoe UI" pitchFamily="34" charset="-122"/>
                <a:cs typeface="Segoe UI" pitchFamily="34" charset="-120"/>
              </a:rPr>
              <a:t>Soluzione</a:t>
            </a:r>
            <a:r>
              <a:rPr lang="en-US" sz="1400" b="1" dirty="0">
                <a:solidFill>
                  <a:schemeClr val="accent1">
                    <a:lumMod val="75000"/>
                  </a:schemeClr>
                </a:solidFill>
                <a:latin typeface="Segoe UI" pitchFamily="34" charset="0"/>
                <a:ea typeface="Segoe UI" pitchFamily="34" charset="-122"/>
                <a:cs typeface="Segoe UI" pitchFamily="34" charset="-120"/>
              </a:rPr>
              <a:t> </a:t>
            </a:r>
            <a:r>
              <a:rPr lang="en-US" sz="1400" b="1" dirty="0" err="1">
                <a:solidFill>
                  <a:schemeClr val="accent1">
                    <a:lumMod val="75000"/>
                  </a:schemeClr>
                </a:solidFill>
                <a:latin typeface="Segoe UI" pitchFamily="34" charset="0"/>
                <a:ea typeface="Segoe UI" pitchFamily="34" charset="-122"/>
                <a:cs typeface="Segoe UI" pitchFamily="34" charset="-120"/>
              </a:rPr>
              <a:t>operativa</a:t>
            </a:r>
            <a:endParaRPr lang="en-US" sz="1400" dirty="0">
              <a:solidFill>
                <a:schemeClr val="accent1">
                  <a:lumMod val="75000"/>
                </a:schemeClr>
              </a:solidFill>
            </a:endParaRPr>
          </a:p>
        </p:txBody>
      </p:sp>
      <p:sp>
        <p:nvSpPr>
          <p:cNvPr id="8" name="Text 4">
            <a:extLst>
              <a:ext uri="{FF2B5EF4-FFF2-40B4-BE49-F238E27FC236}">
                <a16:creationId xmlns:a16="http://schemas.microsoft.com/office/drawing/2014/main" id="{49A96B06-2DBD-7799-83B8-299327F8C3A7}"/>
              </a:ext>
            </a:extLst>
          </p:cNvPr>
          <p:cNvSpPr/>
          <p:nvPr/>
        </p:nvSpPr>
        <p:spPr>
          <a:xfrm>
            <a:off x="6368145" y="1383618"/>
            <a:ext cx="2188878" cy="2992241"/>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1A1A1A"/>
                </a:solidFill>
                <a:latin typeface="Segoe UI" pitchFamily="34" charset="0"/>
                <a:ea typeface="Segoe UI" pitchFamily="34" charset="-122"/>
                <a:cs typeface="Segoe UI" pitchFamily="34" charset="-120"/>
              </a:rPr>
              <a:t>Aggiungi la colonna nuova: è metadata-only, quindi istantanea</a:t>
            </a:r>
            <a:endParaRPr lang="en-US" sz="1150" dirty="0"/>
          </a:p>
          <a:p>
            <a:pPr marL="177800" indent="-177800">
              <a:spcAft>
                <a:spcPts val="600"/>
              </a:spcAft>
              <a:buSzPct val="100000"/>
              <a:buChar char="•"/>
            </a:pPr>
            <a:r>
              <a:rPr lang="en-US" sz="1150" dirty="0" err="1">
                <a:solidFill>
                  <a:srgbClr val="1A1A1A"/>
                </a:solidFill>
                <a:latin typeface="Segoe UI" pitchFamily="34" charset="0"/>
                <a:ea typeface="Segoe UI" pitchFamily="34" charset="-122"/>
                <a:cs typeface="Segoe UI" pitchFamily="34" charset="-120"/>
              </a:rPr>
              <a:t>Popolamento</a:t>
            </a:r>
            <a:r>
              <a:rPr lang="en-US" sz="1150" dirty="0">
                <a:solidFill>
                  <a:srgbClr val="1A1A1A"/>
                </a:solidFill>
                <a:latin typeface="Segoe UI" pitchFamily="34" charset="0"/>
                <a:ea typeface="Segoe UI" pitchFamily="34" charset="-122"/>
                <a:cs typeface="Segoe UI" pitchFamily="34" charset="-120"/>
              </a:rPr>
              <a:t> a </a:t>
            </a:r>
            <a:r>
              <a:rPr lang="en-US" sz="1150" dirty="0" err="1">
                <a:solidFill>
                  <a:srgbClr val="1A1A1A"/>
                </a:solidFill>
                <a:latin typeface="Segoe UI" pitchFamily="34" charset="0"/>
                <a:ea typeface="Segoe UI" pitchFamily="34" charset="-122"/>
                <a:cs typeface="Segoe UI" pitchFamily="34" charset="-120"/>
              </a:rPr>
              <a:t>blocchi</a:t>
            </a:r>
            <a:endParaRPr lang="en-US" sz="1150" dirty="0">
              <a:solidFill>
                <a:srgbClr val="1A1A1A"/>
              </a:solidFill>
              <a:latin typeface="Segoe UI" pitchFamily="34" charset="0"/>
              <a:ea typeface="Segoe UI" pitchFamily="34" charset="-122"/>
              <a:cs typeface="Segoe UI" pitchFamily="34" charset="-120"/>
            </a:endParaRPr>
          </a:p>
          <a:p>
            <a:pPr marL="177800" indent="-177800">
              <a:spcAft>
                <a:spcPts val="600"/>
              </a:spcAft>
              <a:buSzPct val="100000"/>
              <a:buChar char="•"/>
            </a:pPr>
            <a:r>
              <a:rPr lang="en-US" sz="1150" dirty="0" err="1">
                <a:solidFill>
                  <a:srgbClr val="1A1A1A"/>
                </a:solidFill>
                <a:latin typeface="Segoe UI" pitchFamily="34" charset="0"/>
                <a:ea typeface="Segoe UI" pitchFamily="34" charset="-122"/>
                <a:cs typeface="Segoe UI" pitchFamily="34" charset="-120"/>
              </a:rPr>
              <a:t>Utilizzo</a:t>
            </a:r>
            <a:r>
              <a:rPr lang="en-US" sz="1150" dirty="0">
                <a:solidFill>
                  <a:srgbClr val="1A1A1A"/>
                </a:solidFill>
                <a:latin typeface="Segoe UI" pitchFamily="34" charset="0"/>
                <a:ea typeface="Segoe UI" pitchFamily="34" charset="-122"/>
                <a:cs typeface="Segoe UI" pitchFamily="34" charset="-120"/>
              </a:rPr>
              <a:t> </a:t>
            </a:r>
            <a:r>
              <a:rPr lang="en-US" sz="1150" dirty="0" err="1">
                <a:solidFill>
                  <a:srgbClr val="1A1A1A"/>
                </a:solidFill>
                <a:latin typeface="Segoe UI" pitchFamily="34" charset="0"/>
                <a:ea typeface="Segoe UI" pitchFamily="34" charset="-122"/>
                <a:cs typeface="Segoe UI" pitchFamily="34" charset="-120"/>
              </a:rPr>
              <a:t>applicativo</a:t>
            </a:r>
            <a:r>
              <a:rPr lang="en-US" sz="1150" dirty="0">
                <a:solidFill>
                  <a:srgbClr val="1A1A1A"/>
                </a:solidFill>
                <a:latin typeface="Segoe UI" pitchFamily="34" charset="0"/>
                <a:ea typeface="Segoe UI" pitchFamily="34" charset="-122"/>
                <a:cs typeface="Segoe UI" pitchFamily="34" charset="-120"/>
              </a:rPr>
              <a:t> della colonna nuova</a:t>
            </a:r>
            <a:endParaRPr lang="en-US" sz="1150" dirty="0"/>
          </a:p>
          <a:p>
            <a:pPr marL="177800" indent="-177800">
              <a:spcAft>
                <a:spcPts val="600"/>
              </a:spcAft>
              <a:buSzPct val="100000"/>
              <a:buChar char="•"/>
            </a:pPr>
            <a:r>
              <a:rPr lang="en-US" sz="1150" dirty="0" err="1">
                <a:solidFill>
                  <a:srgbClr val="1A1A1A"/>
                </a:solidFill>
                <a:latin typeface="Segoe UI" pitchFamily="34" charset="0"/>
                <a:ea typeface="Segoe UI" pitchFamily="34" charset="-122"/>
                <a:cs typeface="Segoe UI" pitchFamily="34" charset="-120"/>
              </a:rPr>
              <a:t>Eliminazione</a:t>
            </a:r>
            <a:r>
              <a:rPr lang="en-US" sz="1150" dirty="0">
                <a:solidFill>
                  <a:srgbClr val="1A1A1A"/>
                </a:solidFill>
                <a:latin typeface="Segoe UI" pitchFamily="34" charset="0"/>
                <a:ea typeface="Segoe UI" pitchFamily="34" charset="-122"/>
                <a:cs typeface="Segoe UI" pitchFamily="34" charset="-120"/>
              </a:rPr>
              <a:t> </a:t>
            </a:r>
            <a:r>
              <a:rPr lang="en-US" sz="1150" dirty="0" err="1">
                <a:solidFill>
                  <a:srgbClr val="1A1A1A"/>
                </a:solidFill>
                <a:latin typeface="Segoe UI" pitchFamily="34" charset="0"/>
                <a:ea typeface="Segoe UI" pitchFamily="34" charset="-122"/>
                <a:cs typeface="Segoe UI" pitchFamily="34" charset="-120"/>
              </a:rPr>
              <a:t>vecchia</a:t>
            </a:r>
            <a:r>
              <a:rPr lang="en-US" sz="1150" dirty="0">
                <a:solidFill>
                  <a:srgbClr val="1A1A1A"/>
                </a:solidFill>
                <a:latin typeface="Segoe UI" pitchFamily="34" charset="0"/>
                <a:ea typeface="Segoe UI" pitchFamily="34" charset="-122"/>
                <a:cs typeface="Segoe UI" pitchFamily="34" charset="-120"/>
              </a:rPr>
              <a:t> Colonna </a:t>
            </a:r>
            <a:r>
              <a:rPr lang="en-US" sz="1150" dirty="0" err="1">
                <a:solidFill>
                  <a:srgbClr val="1A1A1A"/>
                </a:solidFill>
                <a:latin typeface="Segoe UI" pitchFamily="34" charset="0"/>
                <a:ea typeface="Segoe UI" pitchFamily="34" charset="-122"/>
                <a:cs typeface="Segoe UI" pitchFamily="34" charset="-120"/>
              </a:rPr>
              <a:t>quando</a:t>
            </a:r>
            <a:r>
              <a:rPr lang="en-US" sz="1150" dirty="0">
                <a:solidFill>
                  <a:srgbClr val="1A1A1A"/>
                </a:solidFill>
                <a:latin typeface="Segoe UI" pitchFamily="34" charset="0"/>
                <a:ea typeface="Segoe UI" pitchFamily="34" charset="-122"/>
                <a:cs typeface="Segoe UI" pitchFamily="34" charset="-120"/>
              </a:rPr>
              <a:t> nessuno la usa più</a:t>
            </a:r>
            <a:endParaRPr lang="en-US" sz="1150" dirty="0"/>
          </a:p>
          <a:p>
            <a:pPr marL="177800" indent="-177800">
              <a:spcAft>
                <a:spcPts val="600"/>
              </a:spcAft>
              <a:buSzPct val="100000"/>
              <a:buChar char="•"/>
            </a:pPr>
            <a:r>
              <a:rPr lang="en-US" sz="1150" dirty="0" err="1">
                <a:solidFill>
                  <a:srgbClr val="1A1A1A"/>
                </a:solidFill>
                <a:latin typeface="Segoe UI" pitchFamily="34" charset="0"/>
                <a:ea typeface="Segoe UI" pitchFamily="34" charset="-122"/>
                <a:cs typeface="Segoe UI" pitchFamily="34" charset="-120"/>
              </a:rPr>
              <a:t>Richiede</a:t>
            </a:r>
            <a:r>
              <a:rPr lang="en-US" sz="1150" dirty="0">
                <a:solidFill>
                  <a:srgbClr val="1A1A1A"/>
                </a:solidFill>
                <a:latin typeface="Segoe UI" pitchFamily="34" charset="0"/>
                <a:ea typeface="Segoe UI" pitchFamily="34" charset="-122"/>
                <a:cs typeface="Segoe UI" pitchFamily="34" charset="-120"/>
              </a:rPr>
              <a:t> </a:t>
            </a:r>
            <a:r>
              <a:rPr lang="en-US" sz="1150" dirty="0" err="1">
                <a:solidFill>
                  <a:srgbClr val="1A1A1A"/>
                </a:solidFill>
                <a:latin typeface="Segoe UI" pitchFamily="34" charset="0"/>
                <a:ea typeface="Segoe UI" pitchFamily="34" charset="-122"/>
                <a:cs typeface="Segoe UI" pitchFamily="34" charset="-120"/>
              </a:rPr>
              <a:t>coordinamento</a:t>
            </a:r>
            <a:r>
              <a:rPr lang="en-US" sz="1150" dirty="0">
                <a:solidFill>
                  <a:srgbClr val="1A1A1A"/>
                </a:solidFill>
                <a:latin typeface="Segoe UI" pitchFamily="34" charset="0"/>
                <a:ea typeface="Segoe UI" pitchFamily="34" charset="-122"/>
                <a:cs typeface="Segoe UI" pitchFamily="34" charset="-120"/>
              </a:rPr>
              <a:t> delle </a:t>
            </a:r>
            <a:r>
              <a:rPr lang="en-US" sz="1150" dirty="0" err="1">
                <a:solidFill>
                  <a:srgbClr val="1A1A1A"/>
                </a:solidFill>
                <a:latin typeface="Segoe UI" pitchFamily="34" charset="0"/>
                <a:ea typeface="Segoe UI" pitchFamily="34" charset="-122"/>
                <a:cs typeface="Segoe UI" pitchFamily="34" charset="-120"/>
              </a:rPr>
              <a:t>operazioni</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9729E-65A3-9C00-36A3-AE3BED9252DB}"/>
            </a:ext>
          </a:extLst>
        </p:cNvPr>
        <p:cNvGrpSpPr/>
        <p:nvPr/>
      </p:nvGrpSpPr>
      <p:grpSpPr>
        <a:xfrm>
          <a:off x="0" y="0"/>
          <a:ext cx="0" cy="0"/>
          <a:chOff x="0" y="0"/>
          <a:chExt cx="0" cy="0"/>
        </a:xfrm>
      </p:grpSpPr>
      <p:sp>
        <p:nvSpPr>
          <p:cNvPr id="4" name="Titolo 3">
            <a:extLst>
              <a:ext uri="{FF2B5EF4-FFF2-40B4-BE49-F238E27FC236}">
                <a16:creationId xmlns:a16="http://schemas.microsoft.com/office/drawing/2014/main" id="{2EAD4696-3E2F-5D62-CC29-38794B24CB6B}"/>
              </a:ext>
            </a:extLst>
          </p:cNvPr>
          <p:cNvSpPr>
            <a:spLocks noGrp="1"/>
          </p:cNvSpPr>
          <p:nvPr>
            <p:ph type="ctrTitle"/>
          </p:nvPr>
        </p:nvSpPr>
        <p:spPr>
          <a:xfrm>
            <a:off x="0" y="1802165"/>
            <a:ext cx="9144000" cy="1539171"/>
          </a:xfrm>
        </p:spPr>
        <p:txBody>
          <a:bodyPr anchor="ctr"/>
          <a:lstStyle/>
          <a:p>
            <a:r>
              <a:rPr lang="it-IT" sz="3800" spc="0" dirty="0"/>
              <a:t>DROP</a:t>
            </a:r>
          </a:p>
        </p:txBody>
      </p:sp>
    </p:spTree>
    <p:extLst>
      <p:ext uri="{BB962C8B-B14F-4D97-AF65-F5344CB8AC3E}">
        <p14:creationId xmlns:p14="http://schemas.microsoft.com/office/powerpoint/2010/main" val="20528167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75A9B-4415-F93F-AFA6-F730978A085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3C9000F-2410-678E-67E6-F541000E9337}"/>
              </a:ext>
            </a:extLst>
          </p:cNvPr>
          <p:cNvSpPr>
            <a:spLocks noGrp="1"/>
          </p:cNvSpPr>
          <p:nvPr>
            <p:ph type="title"/>
          </p:nvPr>
        </p:nvSpPr>
        <p:spPr>
          <a:xfrm>
            <a:off x="251520" y="189000"/>
            <a:ext cx="8640960" cy="540000"/>
          </a:xfrm>
        </p:spPr>
        <p:txBody>
          <a:bodyPr anchor="ctr">
            <a:normAutofit/>
          </a:bodyPr>
          <a:lstStyle/>
          <a:p>
            <a:r>
              <a:rPr lang="it-IT" dirty="0"/>
              <a:t>DROP </a:t>
            </a:r>
            <a:r>
              <a:rPr lang="it-IT" dirty="0" err="1"/>
              <a:t>table</a:t>
            </a:r>
            <a:endParaRPr lang="it-IT" dirty="0"/>
          </a:p>
        </p:txBody>
      </p:sp>
      <p:sp>
        <p:nvSpPr>
          <p:cNvPr id="3" name="Segnaposto contenuto 2">
            <a:extLst>
              <a:ext uri="{FF2B5EF4-FFF2-40B4-BE49-F238E27FC236}">
                <a16:creationId xmlns:a16="http://schemas.microsoft.com/office/drawing/2014/main" id="{881E4851-E39D-0CBA-2071-9B5FE3628597}"/>
              </a:ext>
            </a:extLst>
          </p:cNvPr>
          <p:cNvSpPr>
            <a:spLocks noGrp="1"/>
          </p:cNvSpPr>
          <p:nvPr>
            <p:ph sz="half" idx="1"/>
          </p:nvPr>
        </p:nvSpPr>
        <p:spPr>
          <a:xfrm>
            <a:off x="251520" y="843907"/>
            <a:ext cx="4244280" cy="3888083"/>
          </a:xfrm>
        </p:spPr>
        <p:txBody>
          <a:bodyPr>
            <a:normAutofit/>
          </a:bodyPr>
          <a:lstStyle/>
          <a:p>
            <a:r>
              <a:rPr lang="it-IT" dirty="0"/>
              <a:t>Elimina oggetto intero</a:t>
            </a:r>
          </a:p>
          <a:p>
            <a:pPr lvl="1"/>
            <a:r>
              <a:rPr lang="it-IT" dirty="0"/>
              <a:t>Dati</a:t>
            </a:r>
          </a:p>
          <a:p>
            <a:pPr lvl="1"/>
            <a:r>
              <a:rPr lang="it-IT" dirty="0"/>
              <a:t>struttura</a:t>
            </a:r>
          </a:p>
          <a:p>
            <a:r>
              <a:rPr lang="it-IT" dirty="0"/>
              <a:t>Lock SCH-M su tabella</a:t>
            </a:r>
          </a:p>
          <a:p>
            <a:endParaRPr lang="it-IT" dirty="0"/>
          </a:p>
        </p:txBody>
      </p:sp>
      <p:sp>
        <p:nvSpPr>
          <p:cNvPr id="4" name="CasellaDiTesto 3">
            <a:extLst>
              <a:ext uri="{FF2B5EF4-FFF2-40B4-BE49-F238E27FC236}">
                <a16:creationId xmlns:a16="http://schemas.microsoft.com/office/drawing/2014/main" id="{9444DA72-BB09-6863-9AF6-F27D1F13F531}"/>
              </a:ext>
            </a:extLst>
          </p:cNvPr>
          <p:cNvSpPr txBox="1"/>
          <p:nvPr/>
        </p:nvSpPr>
        <p:spPr>
          <a:xfrm>
            <a:off x="4572000" y="845245"/>
            <a:ext cx="4247455" cy="540000"/>
          </a:xfrm>
          <a:prstGeom prst="rect">
            <a:avLst/>
          </a:prstGeom>
          <a:solidFill>
            <a:schemeClr val="tx1"/>
          </a:solidFill>
        </p:spPr>
        <p:style>
          <a:lnRef idx="3">
            <a:schemeClr val="lt1"/>
          </a:lnRef>
          <a:fillRef idx="1">
            <a:schemeClr val="dk1"/>
          </a:fillRef>
          <a:effectRef idx="1">
            <a:schemeClr val="dk1"/>
          </a:effectRef>
          <a:fontRef idx="minor">
            <a:schemeClr val="lt1"/>
          </a:fontRef>
        </p:style>
        <p:txBody>
          <a:bodyPr vert="horz" lIns="72000" tIns="45720" rIns="72000" bIns="45720" rtlCol="0">
            <a:normAutofit/>
          </a:bodyPr>
          <a:lstStyle/>
          <a:p>
            <a:r>
              <a:rPr lang="en-US" sz="1300" dirty="0">
                <a:solidFill>
                  <a:srgbClr val="E8543F"/>
                </a:solidFill>
                <a:latin typeface="Consolas" pitchFamily="34" charset="0"/>
                <a:ea typeface="Consolas" pitchFamily="34" charset="-122"/>
                <a:cs typeface="Consolas" pitchFamily="34" charset="-120"/>
              </a:rPr>
              <a:t>DROP</a:t>
            </a:r>
            <a:r>
              <a:rPr lang="en-US" sz="1300" dirty="0">
                <a:solidFill>
                  <a:srgbClr val="F2F2F2"/>
                </a:solidFill>
                <a:latin typeface="Consolas" pitchFamily="34" charset="0"/>
                <a:ea typeface="Consolas" pitchFamily="34" charset="-122"/>
                <a:cs typeface="Consolas" pitchFamily="34" charset="-120"/>
              </a:rPr>
              <a:t> </a:t>
            </a:r>
            <a:r>
              <a:rPr lang="en-US" sz="1300" dirty="0">
                <a:solidFill>
                  <a:srgbClr val="E8543F"/>
                </a:solidFill>
                <a:latin typeface="Consolas" pitchFamily="34" charset="0"/>
                <a:ea typeface="Consolas" pitchFamily="34" charset="-122"/>
                <a:cs typeface="Consolas" pitchFamily="34" charset="-120"/>
              </a:rPr>
              <a:t>TABLE</a:t>
            </a:r>
            <a:r>
              <a:rPr lang="en-US" sz="1300" dirty="0">
                <a:solidFill>
                  <a:srgbClr val="F2F2F2"/>
                </a:solidFill>
                <a:latin typeface="Consolas" pitchFamily="34" charset="0"/>
                <a:ea typeface="Consolas" pitchFamily="34" charset="-122"/>
                <a:cs typeface="Consolas" pitchFamily="34" charset="-120"/>
              </a:rPr>
              <a:t> </a:t>
            </a:r>
            <a:r>
              <a:rPr lang="en-US" sz="1300" dirty="0" err="1">
                <a:solidFill>
                  <a:srgbClr val="F2F2F2"/>
                </a:solidFill>
                <a:latin typeface="Consolas" pitchFamily="34" charset="0"/>
                <a:ea typeface="Consolas" pitchFamily="34" charset="-122"/>
                <a:cs typeface="Consolas" pitchFamily="34" charset="-120"/>
              </a:rPr>
              <a:t>dbo.Articoli</a:t>
            </a:r>
            <a:endParaRPr lang="en-US" sz="1300" dirty="0"/>
          </a:p>
        </p:txBody>
      </p:sp>
      <p:pic>
        <p:nvPicPr>
          <p:cNvPr id="6" name="Elemento grafico 5" descr="Programmatore (maschile) con riempimento a tinta unita">
            <a:extLst>
              <a:ext uri="{FF2B5EF4-FFF2-40B4-BE49-F238E27FC236}">
                <a16:creationId xmlns:a16="http://schemas.microsoft.com/office/drawing/2014/main" id="{EFA09653-9DF6-2124-5A17-1269A47CD5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93087" y="892071"/>
            <a:ext cx="446348" cy="446348"/>
          </a:xfrm>
          <a:prstGeom prst="rect">
            <a:avLst/>
          </a:prstGeom>
        </p:spPr>
      </p:pic>
    </p:spTree>
    <p:extLst>
      <p:ext uri="{BB962C8B-B14F-4D97-AF65-F5344CB8AC3E}">
        <p14:creationId xmlns:p14="http://schemas.microsoft.com/office/powerpoint/2010/main" val="17230684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0CEB3E2-2A3F-351C-4F81-304C9B6C0D5B}"/>
              </a:ext>
            </a:extLst>
          </p:cNvPr>
          <p:cNvSpPr>
            <a:spLocks noGrp="1"/>
          </p:cNvSpPr>
          <p:nvPr>
            <p:ph type="title"/>
          </p:nvPr>
        </p:nvSpPr>
        <p:spPr>
          <a:xfrm>
            <a:off x="251520" y="189000"/>
            <a:ext cx="8640960" cy="540000"/>
          </a:xfrm>
        </p:spPr>
        <p:txBody>
          <a:bodyPr anchor="ctr">
            <a:normAutofit/>
          </a:bodyPr>
          <a:lstStyle/>
          <a:p>
            <a:r>
              <a:rPr lang="it-IT" dirty="0"/>
              <a:t>checklist</a:t>
            </a:r>
          </a:p>
        </p:txBody>
      </p:sp>
      <p:graphicFrame>
        <p:nvGraphicFramePr>
          <p:cNvPr id="5" name="Segnaposto contenuto 4">
            <a:extLst>
              <a:ext uri="{FF2B5EF4-FFF2-40B4-BE49-F238E27FC236}">
                <a16:creationId xmlns:a16="http://schemas.microsoft.com/office/drawing/2014/main" id="{B67D8B25-D8A9-3A93-8ADC-C1EC97F2547D}"/>
              </a:ext>
            </a:extLst>
          </p:cNvPr>
          <p:cNvGraphicFramePr>
            <a:graphicFrameLocks noGrp="1"/>
          </p:cNvGraphicFramePr>
          <p:nvPr>
            <p:ph idx="1"/>
            <p:extLst>
              <p:ext uri="{D42A27DB-BD31-4B8C-83A1-F6EECF244321}">
                <p14:modId xmlns:p14="http://schemas.microsoft.com/office/powerpoint/2010/main" val="1586487673"/>
              </p:ext>
            </p:extLst>
          </p:nvPr>
        </p:nvGraphicFramePr>
        <p:xfrm>
          <a:off x="359532" y="1059582"/>
          <a:ext cx="8424936" cy="2876229"/>
        </p:xfrm>
        <a:graphic>
          <a:graphicData uri="http://schemas.openxmlformats.org/drawingml/2006/table">
            <a:tbl>
              <a:tblPr firstRow="1" bandRow="1">
                <a:tableStyleId>{21E4AEA4-8DFA-4A89-87EB-49C32662AFE0}</a:tableStyleId>
              </a:tblPr>
              <a:tblGrid>
                <a:gridCol w="965778">
                  <a:extLst>
                    <a:ext uri="{9D8B030D-6E8A-4147-A177-3AD203B41FA5}">
                      <a16:colId xmlns:a16="http://schemas.microsoft.com/office/drawing/2014/main" val="775866638"/>
                    </a:ext>
                  </a:extLst>
                </a:gridCol>
                <a:gridCol w="7459158">
                  <a:extLst>
                    <a:ext uri="{9D8B030D-6E8A-4147-A177-3AD203B41FA5}">
                      <a16:colId xmlns:a16="http://schemas.microsoft.com/office/drawing/2014/main" val="2377615157"/>
                    </a:ext>
                  </a:extLst>
                </a:gridCol>
              </a:tblGrid>
              <a:tr h="389192">
                <a:tc>
                  <a:txBody>
                    <a:bodyPr/>
                    <a:lstStyle/>
                    <a:p>
                      <a:pPr>
                        <a:buNone/>
                      </a:pPr>
                      <a:r>
                        <a:rPr lang="it-IT" sz="1400"/>
                        <a:t>#</a:t>
                      </a:r>
                    </a:p>
                  </a:txBody>
                  <a:tcPr marL="72471" marR="72471" marT="36236" marB="36236" anchor="ctr"/>
                </a:tc>
                <a:tc>
                  <a:txBody>
                    <a:bodyPr/>
                    <a:lstStyle/>
                    <a:p>
                      <a:pPr>
                        <a:buNone/>
                      </a:pPr>
                      <a:r>
                        <a:rPr lang="it-IT" sz="1400" dirty="0"/>
                        <a:t>Domanda</a:t>
                      </a:r>
                    </a:p>
                  </a:txBody>
                  <a:tcPr marL="72471" marR="72471" marT="36236" marB="36236" anchor="ctr"/>
                </a:tc>
                <a:extLst>
                  <a:ext uri="{0D108BD9-81ED-4DB2-BD59-A6C34878D82A}">
                    <a16:rowId xmlns:a16="http://schemas.microsoft.com/office/drawing/2014/main" val="3276714678"/>
                  </a:ext>
                </a:extLst>
              </a:tr>
              <a:tr h="423267">
                <a:tc>
                  <a:txBody>
                    <a:bodyPr/>
                    <a:lstStyle/>
                    <a:p>
                      <a:pPr>
                        <a:buNone/>
                      </a:pPr>
                      <a:r>
                        <a:rPr lang="it-IT" sz="1800" dirty="0"/>
                        <a:t>1</a:t>
                      </a:r>
                    </a:p>
                  </a:txBody>
                  <a:tcPr marL="72471" marR="72471" marT="36236" marB="36236" anchor="ctr"/>
                </a:tc>
                <a:tc>
                  <a:txBody>
                    <a:bodyPr/>
                    <a:lstStyle/>
                    <a:p>
                      <a:pPr marL="0" indent="0">
                        <a:buNone/>
                      </a:pPr>
                      <a:r>
                        <a:rPr lang="en-US" sz="1800" dirty="0">
                          <a:solidFill>
                            <a:srgbClr val="1A1A1A"/>
                          </a:solidFill>
                          <a:latin typeface="Segoe UI" pitchFamily="34" charset="0"/>
                          <a:ea typeface="Segoe UI" pitchFamily="34" charset="-122"/>
                          <a:cs typeface="Segoe UI" pitchFamily="34" charset="-120"/>
                        </a:rPr>
                        <a:t>Il </a:t>
                      </a:r>
                      <a:r>
                        <a:rPr lang="en-US" sz="1800" dirty="0" err="1">
                          <a:solidFill>
                            <a:srgbClr val="1A1A1A"/>
                          </a:solidFill>
                          <a:latin typeface="Segoe UI" pitchFamily="34" charset="0"/>
                          <a:ea typeface="Segoe UI" pitchFamily="34" charset="-122"/>
                          <a:cs typeface="Segoe UI" pitchFamily="34" charset="-120"/>
                        </a:rPr>
                        <a:t>modello</a:t>
                      </a:r>
                      <a:r>
                        <a:rPr lang="en-US" sz="1800" dirty="0">
                          <a:solidFill>
                            <a:srgbClr val="1A1A1A"/>
                          </a:solidFill>
                          <a:latin typeface="Segoe UI" pitchFamily="34" charset="0"/>
                          <a:ea typeface="Segoe UI" pitchFamily="34" charset="-122"/>
                          <a:cs typeface="Segoe UI" pitchFamily="34" charset="-120"/>
                        </a:rPr>
                        <a:t> </a:t>
                      </a:r>
                      <a:r>
                        <a:rPr lang="en-US" sz="1800" dirty="0" err="1">
                          <a:solidFill>
                            <a:srgbClr val="1A1A1A"/>
                          </a:solidFill>
                          <a:latin typeface="Segoe UI" pitchFamily="34" charset="0"/>
                          <a:ea typeface="Segoe UI" pitchFamily="34" charset="-122"/>
                          <a:cs typeface="Segoe UI" pitchFamily="34" charset="-120"/>
                        </a:rPr>
                        <a:t>dati</a:t>
                      </a:r>
                      <a:r>
                        <a:rPr lang="en-US" sz="1800" dirty="0">
                          <a:solidFill>
                            <a:srgbClr val="1A1A1A"/>
                          </a:solidFill>
                          <a:latin typeface="Segoe UI" pitchFamily="34" charset="0"/>
                          <a:ea typeface="Segoe UI" pitchFamily="34" charset="-122"/>
                          <a:cs typeface="Segoe UI" pitchFamily="34" charset="-120"/>
                        </a:rPr>
                        <a:t> è in 1NF: </a:t>
                      </a:r>
                      <a:r>
                        <a:rPr lang="en-US" sz="1800" dirty="0" err="1">
                          <a:solidFill>
                            <a:srgbClr val="1A1A1A"/>
                          </a:solidFill>
                          <a:latin typeface="Segoe UI" pitchFamily="34" charset="0"/>
                          <a:ea typeface="Segoe UI" pitchFamily="34" charset="-122"/>
                          <a:cs typeface="Segoe UI" pitchFamily="34" charset="-120"/>
                        </a:rPr>
                        <a:t>nessuna</a:t>
                      </a:r>
                      <a:r>
                        <a:rPr lang="en-US" sz="1800" dirty="0">
                          <a:solidFill>
                            <a:srgbClr val="1A1A1A"/>
                          </a:solidFill>
                          <a:latin typeface="Segoe UI" pitchFamily="34" charset="0"/>
                          <a:ea typeface="Segoe UI" pitchFamily="34" charset="-122"/>
                          <a:cs typeface="Segoe UI" pitchFamily="34" charset="-120"/>
                        </a:rPr>
                        <a:t> </a:t>
                      </a:r>
                      <a:r>
                        <a:rPr lang="en-US" sz="1800" dirty="0" err="1">
                          <a:solidFill>
                            <a:srgbClr val="1A1A1A"/>
                          </a:solidFill>
                          <a:latin typeface="Segoe UI" pitchFamily="34" charset="0"/>
                          <a:ea typeface="Segoe UI" pitchFamily="34" charset="-122"/>
                          <a:cs typeface="Segoe UI" pitchFamily="34" charset="-120"/>
                        </a:rPr>
                        <a:t>lista</a:t>
                      </a:r>
                      <a:r>
                        <a:rPr lang="en-US" sz="1800" dirty="0">
                          <a:solidFill>
                            <a:srgbClr val="1A1A1A"/>
                          </a:solidFill>
                          <a:latin typeface="Segoe UI" pitchFamily="34" charset="0"/>
                          <a:ea typeface="Segoe UI" pitchFamily="34" charset="-122"/>
                          <a:cs typeface="Segoe UI" pitchFamily="34" charset="-120"/>
                        </a:rPr>
                        <a:t> in </a:t>
                      </a:r>
                      <a:r>
                        <a:rPr lang="en-US" sz="1800" dirty="0" err="1">
                          <a:solidFill>
                            <a:srgbClr val="1A1A1A"/>
                          </a:solidFill>
                          <a:latin typeface="Segoe UI" pitchFamily="34" charset="0"/>
                          <a:ea typeface="Segoe UI" pitchFamily="34" charset="-122"/>
                          <a:cs typeface="Segoe UI" pitchFamily="34" charset="-120"/>
                        </a:rPr>
                        <a:t>colonna</a:t>
                      </a:r>
                      <a:r>
                        <a:rPr lang="en-US" sz="1800" dirty="0">
                          <a:solidFill>
                            <a:srgbClr val="1A1A1A"/>
                          </a:solidFill>
                          <a:latin typeface="Segoe UI" pitchFamily="34" charset="0"/>
                          <a:ea typeface="Segoe UI" pitchFamily="34" charset="-122"/>
                          <a:cs typeface="Segoe UI" pitchFamily="34" charset="-120"/>
                        </a:rPr>
                        <a:t>, </a:t>
                      </a:r>
                      <a:r>
                        <a:rPr lang="en-US" sz="1800" dirty="0" err="1">
                          <a:solidFill>
                            <a:srgbClr val="1A1A1A"/>
                          </a:solidFill>
                          <a:latin typeface="Segoe UI" pitchFamily="34" charset="0"/>
                          <a:ea typeface="Segoe UI" pitchFamily="34" charset="-122"/>
                          <a:cs typeface="Segoe UI" pitchFamily="34" charset="-120"/>
                        </a:rPr>
                        <a:t>nessun</a:t>
                      </a:r>
                      <a:r>
                        <a:rPr lang="en-US" sz="1800" dirty="0">
                          <a:solidFill>
                            <a:srgbClr val="1A1A1A"/>
                          </a:solidFill>
                          <a:latin typeface="Segoe UI" pitchFamily="34" charset="0"/>
                          <a:ea typeface="Segoe UI" pitchFamily="34" charset="-122"/>
                          <a:cs typeface="Segoe UI" pitchFamily="34" charset="-120"/>
                        </a:rPr>
                        <a:t> </a:t>
                      </a:r>
                      <a:r>
                        <a:rPr lang="en-US" sz="1800" dirty="0" err="1">
                          <a:solidFill>
                            <a:srgbClr val="1A1A1A"/>
                          </a:solidFill>
                          <a:latin typeface="Segoe UI" pitchFamily="34" charset="0"/>
                          <a:ea typeface="Segoe UI" pitchFamily="34" charset="-122"/>
                          <a:cs typeface="Segoe UI" pitchFamily="34" charset="-120"/>
                        </a:rPr>
                        <a:t>gruppo</a:t>
                      </a:r>
                      <a:r>
                        <a:rPr lang="en-US" sz="1800" dirty="0">
                          <a:solidFill>
                            <a:srgbClr val="1A1A1A"/>
                          </a:solidFill>
                          <a:latin typeface="Segoe UI" pitchFamily="34" charset="0"/>
                          <a:ea typeface="Segoe UI" pitchFamily="34" charset="-122"/>
                          <a:cs typeface="Segoe UI" pitchFamily="34" charset="-120"/>
                        </a:rPr>
                        <a:t> di </a:t>
                      </a:r>
                      <a:r>
                        <a:rPr lang="en-US" sz="1800" dirty="0" err="1">
                          <a:solidFill>
                            <a:srgbClr val="1A1A1A"/>
                          </a:solidFill>
                          <a:latin typeface="Segoe UI" pitchFamily="34" charset="0"/>
                          <a:ea typeface="Segoe UI" pitchFamily="34" charset="-122"/>
                          <a:cs typeface="Segoe UI" pitchFamily="34" charset="-120"/>
                        </a:rPr>
                        <a:t>colonne</a:t>
                      </a:r>
                      <a:r>
                        <a:rPr lang="en-US" sz="1800" dirty="0">
                          <a:solidFill>
                            <a:srgbClr val="1A1A1A"/>
                          </a:solidFill>
                          <a:latin typeface="Segoe UI" pitchFamily="34" charset="0"/>
                          <a:ea typeface="Segoe UI" pitchFamily="34" charset="-122"/>
                          <a:cs typeface="Segoe UI" pitchFamily="34" charset="-120"/>
                        </a:rPr>
                        <a:t> numerate?</a:t>
                      </a:r>
                      <a:endParaRPr lang="en-US" sz="1800" dirty="0">
                        <a:latin typeface="Segoe UI" charset="0"/>
                        <a:ea typeface="Segoe UI" charset="0"/>
                        <a:cs typeface="Segoe UI" charset="0"/>
                      </a:endParaRPr>
                    </a:p>
                  </a:txBody>
                  <a:tcPr marL="72471" marR="72471" marT="36236" marB="36236" anchor="ctr"/>
                </a:tc>
                <a:extLst>
                  <a:ext uri="{0D108BD9-81ED-4DB2-BD59-A6C34878D82A}">
                    <a16:rowId xmlns:a16="http://schemas.microsoft.com/office/drawing/2014/main" val="2693386679"/>
                  </a:ext>
                </a:extLst>
              </a:tr>
              <a:tr h="382219">
                <a:tc>
                  <a:txBody>
                    <a:bodyPr/>
                    <a:lstStyle/>
                    <a:p>
                      <a:pPr>
                        <a:buNone/>
                      </a:pPr>
                      <a:r>
                        <a:rPr lang="it-IT" sz="1800" dirty="0"/>
                        <a:t>2</a:t>
                      </a:r>
                    </a:p>
                  </a:txBody>
                  <a:tcPr marL="72471" marR="72471" marT="36236" marB="36236" anchor="ctr"/>
                </a:tc>
                <a:tc>
                  <a:txBody>
                    <a:bodyPr/>
                    <a:lstStyle/>
                    <a:p>
                      <a:pPr marL="0" indent="0">
                        <a:buNone/>
                      </a:pPr>
                      <a:r>
                        <a:rPr lang="en-US" sz="1800" dirty="0">
                          <a:solidFill>
                            <a:srgbClr val="1A1A1A"/>
                          </a:solidFill>
                          <a:latin typeface="Segoe UI" pitchFamily="34" charset="0"/>
                          <a:ea typeface="Segoe UI" pitchFamily="34" charset="-122"/>
                          <a:cs typeface="Segoe UI" pitchFamily="34" charset="-120"/>
                        </a:rPr>
                        <a:t>Ogni </a:t>
                      </a:r>
                      <a:r>
                        <a:rPr lang="en-US" sz="1800" dirty="0" err="1">
                          <a:solidFill>
                            <a:srgbClr val="1A1A1A"/>
                          </a:solidFill>
                          <a:latin typeface="Segoe UI" pitchFamily="34" charset="0"/>
                          <a:ea typeface="Segoe UI" pitchFamily="34" charset="-122"/>
                          <a:cs typeface="Segoe UI" pitchFamily="34" charset="-120"/>
                        </a:rPr>
                        <a:t>attributo</a:t>
                      </a:r>
                      <a:r>
                        <a:rPr lang="en-US" sz="1800" dirty="0">
                          <a:solidFill>
                            <a:srgbClr val="1A1A1A"/>
                          </a:solidFill>
                          <a:latin typeface="Segoe UI" pitchFamily="34" charset="0"/>
                          <a:ea typeface="Segoe UI" pitchFamily="34" charset="-122"/>
                          <a:cs typeface="Segoe UI" pitchFamily="34" charset="-120"/>
                        </a:rPr>
                        <a:t> </a:t>
                      </a:r>
                      <a:r>
                        <a:rPr lang="en-US" sz="1800" dirty="0" err="1">
                          <a:solidFill>
                            <a:srgbClr val="1A1A1A"/>
                          </a:solidFill>
                          <a:latin typeface="Segoe UI" pitchFamily="34" charset="0"/>
                          <a:ea typeface="Segoe UI" pitchFamily="34" charset="-122"/>
                          <a:cs typeface="Segoe UI" pitchFamily="34" charset="-120"/>
                        </a:rPr>
                        <a:t>dipende</a:t>
                      </a:r>
                      <a:r>
                        <a:rPr lang="en-US" sz="1800" dirty="0">
                          <a:solidFill>
                            <a:srgbClr val="1A1A1A"/>
                          </a:solidFill>
                          <a:latin typeface="Segoe UI" pitchFamily="34" charset="0"/>
                          <a:ea typeface="Segoe UI" pitchFamily="34" charset="-122"/>
                          <a:cs typeface="Segoe UI" pitchFamily="34" charset="-120"/>
                        </a:rPr>
                        <a:t> </a:t>
                      </a:r>
                      <a:r>
                        <a:rPr lang="en-US" sz="1800" dirty="0" err="1">
                          <a:solidFill>
                            <a:srgbClr val="1A1A1A"/>
                          </a:solidFill>
                          <a:latin typeface="Segoe UI" pitchFamily="34" charset="0"/>
                          <a:ea typeface="Segoe UI" pitchFamily="34" charset="-122"/>
                          <a:cs typeface="Segoe UI" pitchFamily="34" charset="-120"/>
                        </a:rPr>
                        <a:t>dalla</a:t>
                      </a:r>
                      <a:r>
                        <a:rPr lang="en-US" sz="1800" dirty="0">
                          <a:solidFill>
                            <a:srgbClr val="1A1A1A"/>
                          </a:solidFill>
                          <a:latin typeface="Segoe UI" pitchFamily="34" charset="0"/>
                          <a:ea typeface="Segoe UI" pitchFamily="34" charset="-122"/>
                          <a:cs typeface="Segoe UI" pitchFamily="34" charset="-120"/>
                        </a:rPr>
                        <a:t> </a:t>
                      </a:r>
                      <a:r>
                        <a:rPr lang="en-US" sz="1800" dirty="0" err="1">
                          <a:solidFill>
                            <a:srgbClr val="1A1A1A"/>
                          </a:solidFill>
                          <a:latin typeface="Segoe UI" pitchFamily="34" charset="0"/>
                          <a:ea typeface="Segoe UI" pitchFamily="34" charset="-122"/>
                          <a:cs typeface="Segoe UI" pitchFamily="34" charset="-120"/>
                        </a:rPr>
                        <a:t>chiave</a:t>
                      </a:r>
                      <a:r>
                        <a:rPr lang="en-US" sz="1800" dirty="0">
                          <a:solidFill>
                            <a:srgbClr val="1A1A1A"/>
                          </a:solidFill>
                          <a:latin typeface="Segoe UI" pitchFamily="34" charset="0"/>
                          <a:ea typeface="Segoe UI" pitchFamily="34" charset="-122"/>
                          <a:cs typeface="Segoe UI" pitchFamily="34" charset="-120"/>
                        </a:rPr>
                        <a:t>, da </a:t>
                      </a:r>
                      <a:r>
                        <a:rPr lang="en-US" sz="1800" dirty="0" err="1">
                          <a:solidFill>
                            <a:srgbClr val="1A1A1A"/>
                          </a:solidFill>
                          <a:latin typeface="Segoe UI" pitchFamily="34" charset="0"/>
                          <a:ea typeface="Segoe UI" pitchFamily="34" charset="-122"/>
                          <a:cs typeface="Segoe UI" pitchFamily="34" charset="-120"/>
                        </a:rPr>
                        <a:t>tutta</a:t>
                      </a:r>
                      <a:r>
                        <a:rPr lang="en-US" sz="1800" dirty="0">
                          <a:solidFill>
                            <a:srgbClr val="1A1A1A"/>
                          </a:solidFill>
                          <a:latin typeface="Segoe UI" pitchFamily="34" charset="0"/>
                          <a:ea typeface="Segoe UI" pitchFamily="34" charset="-122"/>
                          <a:cs typeface="Segoe UI" pitchFamily="34" charset="-120"/>
                        </a:rPr>
                        <a:t> la </a:t>
                      </a:r>
                      <a:r>
                        <a:rPr lang="en-US" sz="1800" dirty="0" err="1">
                          <a:solidFill>
                            <a:srgbClr val="1A1A1A"/>
                          </a:solidFill>
                          <a:latin typeface="Segoe UI" pitchFamily="34" charset="0"/>
                          <a:ea typeface="Segoe UI" pitchFamily="34" charset="-122"/>
                          <a:cs typeface="Segoe UI" pitchFamily="34" charset="-120"/>
                        </a:rPr>
                        <a:t>chiave</a:t>
                      </a:r>
                      <a:r>
                        <a:rPr lang="en-US" sz="1800" dirty="0">
                          <a:solidFill>
                            <a:srgbClr val="1A1A1A"/>
                          </a:solidFill>
                          <a:latin typeface="Segoe UI" pitchFamily="34" charset="0"/>
                          <a:ea typeface="Segoe UI" pitchFamily="34" charset="-122"/>
                          <a:cs typeface="Segoe UI" pitchFamily="34" charset="-120"/>
                        </a:rPr>
                        <a:t> e da </a:t>
                      </a:r>
                      <a:r>
                        <a:rPr lang="en-US" sz="1800" dirty="0" err="1">
                          <a:solidFill>
                            <a:srgbClr val="1A1A1A"/>
                          </a:solidFill>
                          <a:latin typeface="Segoe UI" pitchFamily="34" charset="0"/>
                          <a:ea typeface="Segoe UI" pitchFamily="34" charset="-122"/>
                          <a:cs typeface="Segoe UI" pitchFamily="34" charset="-120"/>
                        </a:rPr>
                        <a:t>nient'altro</a:t>
                      </a:r>
                      <a:r>
                        <a:rPr lang="en-US" sz="1800" dirty="0">
                          <a:solidFill>
                            <a:srgbClr val="1A1A1A"/>
                          </a:solidFill>
                          <a:latin typeface="Segoe UI" pitchFamily="34" charset="0"/>
                          <a:ea typeface="Segoe UI" pitchFamily="34" charset="-122"/>
                          <a:cs typeface="Segoe UI" pitchFamily="34" charset="-120"/>
                        </a:rPr>
                        <a:t> </a:t>
                      </a:r>
                      <a:r>
                        <a:rPr lang="en-US" sz="1800" dirty="0" err="1">
                          <a:solidFill>
                            <a:srgbClr val="1A1A1A"/>
                          </a:solidFill>
                          <a:latin typeface="Segoe UI" pitchFamily="34" charset="0"/>
                          <a:ea typeface="Segoe UI" pitchFamily="34" charset="-122"/>
                          <a:cs typeface="Segoe UI" pitchFamily="34" charset="-120"/>
                        </a:rPr>
                        <a:t>che</a:t>
                      </a:r>
                      <a:r>
                        <a:rPr lang="en-US" sz="1800" dirty="0">
                          <a:solidFill>
                            <a:srgbClr val="1A1A1A"/>
                          </a:solidFill>
                          <a:latin typeface="Segoe UI" pitchFamily="34" charset="0"/>
                          <a:ea typeface="Segoe UI" pitchFamily="34" charset="-122"/>
                          <a:cs typeface="Segoe UI" pitchFamily="34" charset="-120"/>
                        </a:rPr>
                        <a:t> la </a:t>
                      </a:r>
                      <a:r>
                        <a:rPr lang="en-US" sz="1800" dirty="0" err="1">
                          <a:solidFill>
                            <a:srgbClr val="1A1A1A"/>
                          </a:solidFill>
                          <a:latin typeface="Segoe UI" pitchFamily="34" charset="0"/>
                          <a:ea typeface="Segoe UI" pitchFamily="34" charset="-122"/>
                          <a:cs typeface="Segoe UI" pitchFamily="34" charset="-120"/>
                        </a:rPr>
                        <a:t>chiave</a:t>
                      </a:r>
                      <a:r>
                        <a:rPr lang="en-US" sz="1800" dirty="0">
                          <a:solidFill>
                            <a:srgbClr val="1A1A1A"/>
                          </a:solidFill>
                          <a:latin typeface="Segoe UI" pitchFamily="34" charset="0"/>
                          <a:ea typeface="Segoe UI" pitchFamily="34" charset="-122"/>
                          <a:cs typeface="Segoe UI" pitchFamily="34" charset="-120"/>
                        </a:rPr>
                        <a:t>?</a:t>
                      </a:r>
                      <a:endParaRPr lang="en-US" sz="1800" dirty="0">
                        <a:latin typeface="Segoe UI" charset="0"/>
                        <a:ea typeface="Segoe UI" charset="0"/>
                        <a:cs typeface="Segoe UI" charset="0"/>
                      </a:endParaRPr>
                    </a:p>
                  </a:txBody>
                  <a:tcPr marL="72471" marR="72471" marT="36236" marB="36236" anchor="ctr"/>
                </a:tc>
                <a:extLst>
                  <a:ext uri="{0D108BD9-81ED-4DB2-BD59-A6C34878D82A}">
                    <a16:rowId xmlns:a16="http://schemas.microsoft.com/office/drawing/2014/main" val="378474845"/>
                  </a:ext>
                </a:extLst>
              </a:tr>
              <a:tr h="423267">
                <a:tc>
                  <a:txBody>
                    <a:bodyPr/>
                    <a:lstStyle/>
                    <a:p>
                      <a:pPr>
                        <a:buNone/>
                      </a:pPr>
                      <a:r>
                        <a:rPr lang="it-IT" sz="1800" dirty="0"/>
                        <a:t>3</a:t>
                      </a:r>
                    </a:p>
                  </a:txBody>
                  <a:tcPr marL="72471" marR="72471" marT="36236" marB="36236" anchor="ctr"/>
                </a:tc>
                <a:tc>
                  <a:txBody>
                    <a:bodyPr/>
                    <a:lstStyle/>
                    <a:p>
                      <a:pPr marL="0" indent="0">
                        <a:buNone/>
                      </a:pPr>
                      <a:r>
                        <a:rPr lang="en-US" sz="1800" dirty="0">
                          <a:solidFill>
                            <a:srgbClr val="1A1A1A"/>
                          </a:solidFill>
                          <a:latin typeface="Segoe UI" pitchFamily="34" charset="0"/>
                          <a:ea typeface="Segoe UI" pitchFamily="34" charset="-122"/>
                          <a:cs typeface="Segoe UI" pitchFamily="34" charset="-120"/>
                        </a:rPr>
                        <a:t>Le </a:t>
                      </a:r>
                      <a:r>
                        <a:rPr lang="en-US" sz="1800" dirty="0" err="1">
                          <a:solidFill>
                            <a:srgbClr val="1A1A1A"/>
                          </a:solidFill>
                          <a:latin typeface="Segoe UI" pitchFamily="34" charset="0"/>
                          <a:ea typeface="Segoe UI" pitchFamily="34" charset="-122"/>
                          <a:cs typeface="Segoe UI" pitchFamily="34" charset="-120"/>
                        </a:rPr>
                        <a:t>denormalizzazioni</a:t>
                      </a:r>
                      <a:r>
                        <a:rPr lang="en-US" sz="1800" dirty="0">
                          <a:solidFill>
                            <a:srgbClr val="1A1A1A"/>
                          </a:solidFill>
                          <a:latin typeface="Segoe UI" pitchFamily="34" charset="0"/>
                          <a:ea typeface="Segoe UI" pitchFamily="34" charset="-122"/>
                          <a:cs typeface="Segoe UI" pitchFamily="34" charset="-120"/>
                        </a:rPr>
                        <a:t> </a:t>
                      </a:r>
                      <a:r>
                        <a:rPr lang="en-US" sz="1800" dirty="0" err="1">
                          <a:solidFill>
                            <a:srgbClr val="1A1A1A"/>
                          </a:solidFill>
                          <a:latin typeface="Segoe UI" pitchFamily="34" charset="0"/>
                          <a:ea typeface="Segoe UI" pitchFamily="34" charset="-122"/>
                          <a:cs typeface="Segoe UI" pitchFamily="34" charset="-120"/>
                        </a:rPr>
                        <a:t>sono</a:t>
                      </a:r>
                      <a:r>
                        <a:rPr lang="en-US" sz="1800" dirty="0">
                          <a:solidFill>
                            <a:srgbClr val="1A1A1A"/>
                          </a:solidFill>
                          <a:latin typeface="Segoe UI" pitchFamily="34" charset="0"/>
                          <a:ea typeface="Segoe UI" pitchFamily="34" charset="-122"/>
                          <a:cs typeface="Segoe UI" pitchFamily="34" charset="-120"/>
                        </a:rPr>
                        <a:t> </a:t>
                      </a:r>
                      <a:r>
                        <a:rPr lang="en-US" sz="1800" dirty="0" err="1">
                          <a:solidFill>
                            <a:srgbClr val="1A1A1A"/>
                          </a:solidFill>
                          <a:latin typeface="Segoe UI" pitchFamily="34" charset="0"/>
                          <a:ea typeface="Segoe UI" pitchFamily="34" charset="-122"/>
                          <a:cs typeface="Segoe UI" pitchFamily="34" charset="-120"/>
                        </a:rPr>
                        <a:t>misurate</a:t>
                      </a:r>
                      <a:r>
                        <a:rPr lang="en-US" sz="1800" dirty="0">
                          <a:solidFill>
                            <a:srgbClr val="1A1A1A"/>
                          </a:solidFill>
                          <a:latin typeface="Segoe UI" pitchFamily="34" charset="0"/>
                          <a:ea typeface="Segoe UI" pitchFamily="34" charset="-122"/>
                          <a:cs typeface="Segoe UI" pitchFamily="34" charset="-120"/>
                        </a:rPr>
                        <a:t> e </a:t>
                      </a:r>
                      <a:r>
                        <a:rPr lang="en-US" sz="1800" dirty="0" err="1">
                          <a:solidFill>
                            <a:srgbClr val="1A1A1A"/>
                          </a:solidFill>
                          <a:latin typeface="Segoe UI" pitchFamily="34" charset="0"/>
                          <a:ea typeface="Segoe UI" pitchFamily="34" charset="-122"/>
                          <a:cs typeface="Segoe UI" pitchFamily="34" charset="-120"/>
                        </a:rPr>
                        <a:t>documentate</a:t>
                      </a:r>
                      <a:r>
                        <a:rPr lang="en-US" sz="1800" dirty="0">
                          <a:solidFill>
                            <a:srgbClr val="1A1A1A"/>
                          </a:solidFill>
                          <a:latin typeface="Segoe UI" pitchFamily="34" charset="0"/>
                          <a:ea typeface="Segoe UI" pitchFamily="34" charset="-122"/>
                          <a:cs typeface="Segoe UI" pitchFamily="34" charset="-120"/>
                        </a:rPr>
                        <a:t>?</a:t>
                      </a:r>
                      <a:endParaRPr lang="en-US" sz="1800" dirty="0">
                        <a:latin typeface="Segoe UI" charset="0"/>
                        <a:ea typeface="Segoe UI" charset="0"/>
                        <a:cs typeface="Segoe UI" charset="0"/>
                      </a:endParaRPr>
                    </a:p>
                  </a:txBody>
                  <a:tcPr marL="72471" marR="72471" marT="36236" marB="36236" anchor="ctr"/>
                </a:tc>
                <a:extLst>
                  <a:ext uri="{0D108BD9-81ED-4DB2-BD59-A6C34878D82A}">
                    <a16:rowId xmlns:a16="http://schemas.microsoft.com/office/drawing/2014/main" val="3568214551"/>
                  </a:ext>
                </a:extLst>
              </a:tr>
              <a:tr h="398279">
                <a:tc>
                  <a:txBody>
                    <a:bodyPr/>
                    <a:lstStyle/>
                    <a:p>
                      <a:pPr>
                        <a:buNone/>
                      </a:pPr>
                      <a:r>
                        <a:rPr lang="it-IT" sz="1800"/>
                        <a:t>4</a:t>
                      </a:r>
                    </a:p>
                  </a:txBody>
                  <a:tcPr marL="72471" marR="72471" marT="36236" marB="36236" anchor="ctr"/>
                </a:tc>
                <a:tc>
                  <a:txBody>
                    <a:bodyPr/>
                    <a:lstStyle/>
                    <a:p>
                      <a:pPr marL="0" indent="0">
                        <a:buNone/>
                      </a:pPr>
                      <a:r>
                        <a:rPr lang="en-US" sz="1800" dirty="0">
                          <a:solidFill>
                            <a:srgbClr val="1A1A1A"/>
                          </a:solidFill>
                          <a:latin typeface="Segoe UI" pitchFamily="34" charset="0"/>
                          <a:ea typeface="Segoe UI" pitchFamily="34" charset="-122"/>
                          <a:cs typeface="Segoe UI" pitchFamily="34" charset="-120"/>
                        </a:rPr>
                        <a:t>Ogni </a:t>
                      </a:r>
                      <a:r>
                        <a:rPr lang="en-US" sz="1800" dirty="0" err="1">
                          <a:solidFill>
                            <a:srgbClr val="1A1A1A"/>
                          </a:solidFill>
                          <a:latin typeface="Segoe UI" pitchFamily="34" charset="0"/>
                          <a:ea typeface="Segoe UI" pitchFamily="34" charset="-122"/>
                          <a:cs typeface="Segoe UI" pitchFamily="34" charset="-120"/>
                        </a:rPr>
                        <a:t>colonna</a:t>
                      </a:r>
                      <a:r>
                        <a:rPr lang="en-US" sz="1800" dirty="0">
                          <a:solidFill>
                            <a:srgbClr val="1A1A1A"/>
                          </a:solidFill>
                          <a:latin typeface="Segoe UI" pitchFamily="34" charset="0"/>
                          <a:ea typeface="Segoe UI" pitchFamily="34" charset="-122"/>
                          <a:cs typeface="Segoe UI" pitchFamily="34" charset="-120"/>
                        </a:rPr>
                        <a:t> ha un </a:t>
                      </a:r>
                      <a:r>
                        <a:rPr lang="en-US" sz="1800" dirty="0" err="1">
                          <a:solidFill>
                            <a:srgbClr val="1A1A1A"/>
                          </a:solidFill>
                          <a:latin typeface="Segoe UI" pitchFamily="34" charset="0"/>
                          <a:ea typeface="Segoe UI" pitchFamily="34" charset="-122"/>
                          <a:cs typeface="Segoe UI" pitchFamily="34" charset="-120"/>
                        </a:rPr>
                        <a:t>tipo</a:t>
                      </a:r>
                      <a:r>
                        <a:rPr lang="en-US" sz="1800" dirty="0">
                          <a:solidFill>
                            <a:srgbClr val="1A1A1A"/>
                          </a:solidFill>
                          <a:latin typeface="Segoe UI" pitchFamily="34" charset="0"/>
                          <a:ea typeface="Segoe UI" pitchFamily="34" charset="-122"/>
                          <a:cs typeface="Segoe UI" pitchFamily="34" charset="-120"/>
                        </a:rPr>
                        <a:t> </a:t>
                      </a:r>
                      <a:r>
                        <a:rPr lang="en-US" sz="1800" dirty="0" err="1">
                          <a:solidFill>
                            <a:srgbClr val="1A1A1A"/>
                          </a:solidFill>
                          <a:latin typeface="Segoe UI" pitchFamily="34" charset="0"/>
                          <a:ea typeface="Segoe UI" pitchFamily="34" charset="-122"/>
                          <a:cs typeface="Segoe UI" pitchFamily="34" charset="-120"/>
                        </a:rPr>
                        <a:t>dimensionato</a:t>
                      </a:r>
                      <a:r>
                        <a:rPr lang="en-US" sz="1800" dirty="0">
                          <a:solidFill>
                            <a:srgbClr val="1A1A1A"/>
                          </a:solidFill>
                          <a:latin typeface="Segoe UI" pitchFamily="34" charset="0"/>
                          <a:ea typeface="Segoe UI" pitchFamily="34" charset="-122"/>
                          <a:cs typeface="Segoe UI" pitchFamily="34" charset="-120"/>
                        </a:rPr>
                        <a:t> </a:t>
                      </a:r>
                      <a:r>
                        <a:rPr lang="en-US" sz="1800" dirty="0" err="1">
                          <a:solidFill>
                            <a:srgbClr val="1A1A1A"/>
                          </a:solidFill>
                          <a:latin typeface="Segoe UI" pitchFamily="34" charset="0"/>
                          <a:ea typeface="Segoe UI" pitchFamily="34" charset="-122"/>
                          <a:cs typeface="Segoe UI" pitchFamily="34" charset="-120"/>
                        </a:rPr>
                        <a:t>sul</a:t>
                      </a:r>
                      <a:r>
                        <a:rPr lang="en-US" sz="1800" dirty="0">
                          <a:solidFill>
                            <a:srgbClr val="1A1A1A"/>
                          </a:solidFill>
                          <a:latin typeface="Segoe UI" pitchFamily="34" charset="0"/>
                          <a:ea typeface="Segoe UI" pitchFamily="34" charset="-122"/>
                          <a:cs typeface="Segoe UI" pitchFamily="34" charset="-120"/>
                        </a:rPr>
                        <a:t> </a:t>
                      </a:r>
                      <a:r>
                        <a:rPr lang="en-US" sz="1800" dirty="0" err="1">
                          <a:solidFill>
                            <a:srgbClr val="1A1A1A"/>
                          </a:solidFill>
                          <a:latin typeface="Segoe UI" pitchFamily="34" charset="0"/>
                          <a:ea typeface="Segoe UI" pitchFamily="34" charset="-122"/>
                          <a:cs typeface="Segoe UI" pitchFamily="34" charset="-120"/>
                        </a:rPr>
                        <a:t>dato</a:t>
                      </a:r>
                      <a:r>
                        <a:rPr lang="en-US" sz="1800" dirty="0">
                          <a:solidFill>
                            <a:srgbClr val="1A1A1A"/>
                          </a:solidFill>
                          <a:latin typeface="Segoe UI" pitchFamily="34" charset="0"/>
                          <a:ea typeface="Segoe UI" pitchFamily="34" charset="-122"/>
                          <a:cs typeface="Segoe UI" pitchFamily="34" charset="-120"/>
                        </a:rPr>
                        <a:t> </a:t>
                      </a:r>
                      <a:r>
                        <a:rPr lang="en-US" sz="1800" dirty="0" err="1">
                          <a:solidFill>
                            <a:srgbClr val="1A1A1A"/>
                          </a:solidFill>
                          <a:latin typeface="Segoe UI" pitchFamily="34" charset="0"/>
                          <a:ea typeface="Segoe UI" pitchFamily="34" charset="-122"/>
                          <a:cs typeface="Segoe UI" pitchFamily="34" charset="-120"/>
                        </a:rPr>
                        <a:t>reale</a:t>
                      </a:r>
                      <a:r>
                        <a:rPr lang="en-US" sz="1800" dirty="0">
                          <a:solidFill>
                            <a:srgbClr val="1A1A1A"/>
                          </a:solidFill>
                          <a:latin typeface="Segoe UI" pitchFamily="34" charset="0"/>
                          <a:ea typeface="Segoe UI" pitchFamily="34" charset="-122"/>
                          <a:cs typeface="Segoe UI" pitchFamily="34" charset="-120"/>
                        </a:rPr>
                        <a:t>?</a:t>
                      </a:r>
                      <a:endParaRPr lang="en-US" sz="1800" dirty="0">
                        <a:latin typeface="Segoe UI" charset="0"/>
                        <a:ea typeface="Segoe UI" charset="0"/>
                        <a:cs typeface="Segoe UI" charset="0"/>
                      </a:endParaRPr>
                    </a:p>
                  </a:txBody>
                  <a:tcPr marL="72471" marR="72471" marT="36236" marB="36236" anchor="ctr"/>
                </a:tc>
                <a:extLst>
                  <a:ext uri="{0D108BD9-81ED-4DB2-BD59-A6C34878D82A}">
                    <a16:rowId xmlns:a16="http://schemas.microsoft.com/office/drawing/2014/main" val="3372481749"/>
                  </a:ext>
                </a:extLst>
              </a:tr>
              <a:tr h="423267">
                <a:tc>
                  <a:txBody>
                    <a:bodyPr/>
                    <a:lstStyle/>
                    <a:p>
                      <a:pPr>
                        <a:buNone/>
                      </a:pPr>
                      <a:r>
                        <a:rPr lang="it-IT" sz="1800"/>
                        <a:t>5</a:t>
                      </a:r>
                    </a:p>
                  </a:txBody>
                  <a:tcPr marL="72471" marR="72471" marT="36236" marB="36236" anchor="ctr"/>
                </a:tc>
                <a:tc>
                  <a:txBody>
                    <a:bodyPr/>
                    <a:lstStyle/>
                    <a:p>
                      <a:pPr marL="0" indent="0">
                        <a:buNone/>
                      </a:pPr>
                      <a:r>
                        <a:rPr lang="en-US" sz="1800" dirty="0">
                          <a:solidFill>
                            <a:srgbClr val="1A1A1A"/>
                          </a:solidFill>
                          <a:latin typeface="Segoe UI" pitchFamily="34" charset="0"/>
                          <a:ea typeface="Segoe UI" pitchFamily="34" charset="-122"/>
                          <a:cs typeface="Segoe UI" pitchFamily="34" charset="-120"/>
                        </a:rPr>
                        <a:t>So se </a:t>
                      </a:r>
                      <a:r>
                        <a:rPr lang="en-US" sz="1800" dirty="0" err="1">
                          <a:solidFill>
                            <a:srgbClr val="1A1A1A"/>
                          </a:solidFill>
                          <a:latin typeface="Segoe UI" pitchFamily="34" charset="0"/>
                          <a:ea typeface="Segoe UI" pitchFamily="34" charset="-122"/>
                          <a:cs typeface="Segoe UI" pitchFamily="34" charset="-120"/>
                        </a:rPr>
                        <a:t>l'ALTER</a:t>
                      </a:r>
                      <a:r>
                        <a:rPr lang="en-US" sz="1800" dirty="0">
                          <a:solidFill>
                            <a:srgbClr val="1A1A1A"/>
                          </a:solidFill>
                          <a:latin typeface="Segoe UI" pitchFamily="34" charset="0"/>
                          <a:ea typeface="Segoe UI" pitchFamily="34" charset="-122"/>
                          <a:cs typeface="Segoe UI" pitchFamily="34" charset="-120"/>
                        </a:rPr>
                        <a:t> </a:t>
                      </a:r>
                      <a:r>
                        <a:rPr lang="en-US" sz="1800" dirty="0" err="1">
                          <a:solidFill>
                            <a:srgbClr val="1A1A1A"/>
                          </a:solidFill>
                          <a:latin typeface="Segoe UI" pitchFamily="34" charset="0"/>
                          <a:ea typeface="Segoe UI" pitchFamily="34" charset="-122"/>
                          <a:cs typeface="Segoe UI" pitchFamily="34" charset="-120"/>
                        </a:rPr>
                        <a:t>che</a:t>
                      </a:r>
                      <a:r>
                        <a:rPr lang="en-US" sz="1800" dirty="0">
                          <a:solidFill>
                            <a:srgbClr val="1A1A1A"/>
                          </a:solidFill>
                          <a:latin typeface="Segoe UI" pitchFamily="34" charset="0"/>
                          <a:ea typeface="Segoe UI" pitchFamily="34" charset="-122"/>
                          <a:cs typeface="Segoe UI" pitchFamily="34" charset="-120"/>
                        </a:rPr>
                        <a:t> devo </a:t>
                      </a:r>
                      <a:r>
                        <a:rPr lang="en-US" sz="1800" dirty="0" err="1">
                          <a:solidFill>
                            <a:srgbClr val="1A1A1A"/>
                          </a:solidFill>
                          <a:latin typeface="Segoe UI" pitchFamily="34" charset="0"/>
                          <a:ea typeface="Segoe UI" pitchFamily="34" charset="-122"/>
                          <a:cs typeface="Segoe UI" pitchFamily="34" charset="-120"/>
                        </a:rPr>
                        <a:t>eseguire</a:t>
                      </a:r>
                      <a:r>
                        <a:rPr lang="en-US" sz="1800" dirty="0">
                          <a:solidFill>
                            <a:srgbClr val="1A1A1A"/>
                          </a:solidFill>
                          <a:latin typeface="Segoe UI" pitchFamily="34" charset="0"/>
                          <a:ea typeface="Segoe UI" pitchFamily="34" charset="-122"/>
                          <a:cs typeface="Segoe UI" pitchFamily="34" charset="-120"/>
                        </a:rPr>
                        <a:t> è metadata-only o </a:t>
                      </a:r>
                      <a:r>
                        <a:rPr lang="en-US" sz="1800" dirty="0" err="1">
                          <a:solidFill>
                            <a:srgbClr val="1A1A1A"/>
                          </a:solidFill>
                          <a:latin typeface="Segoe UI" pitchFamily="34" charset="0"/>
                          <a:ea typeface="Segoe UI" pitchFamily="34" charset="-122"/>
                          <a:cs typeface="Segoe UI" pitchFamily="34" charset="-120"/>
                        </a:rPr>
                        <a:t>riscrive</a:t>
                      </a:r>
                      <a:r>
                        <a:rPr lang="en-US" sz="1800" dirty="0">
                          <a:solidFill>
                            <a:srgbClr val="1A1A1A"/>
                          </a:solidFill>
                          <a:latin typeface="Segoe UI" pitchFamily="34" charset="0"/>
                          <a:ea typeface="Segoe UI" pitchFamily="34" charset="-122"/>
                          <a:cs typeface="Segoe UI" pitchFamily="34" charset="-120"/>
                        </a:rPr>
                        <a:t> la </a:t>
                      </a:r>
                      <a:r>
                        <a:rPr lang="en-US" sz="1800" dirty="0" err="1">
                          <a:solidFill>
                            <a:srgbClr val="1A1A1A"/>
                          </a:solidFill>
                          <a:latin typeface="Segoe UI" pitchFamily="34" charset="0"/>
                          <a:ea typeface="Segoe UI" pitchFamily="34" charset="-122"/>
                          <a:cs typeface="Segoe UI" pitchFamily="34" charset="-120"/>
                        </a:rPr>
                        <a:t>tabella</a:t>
                      </a:r>
                      <a:r>
                        <a:rPr lang="en-US" sz="1800" dirty="0">
                          <a:solidFill>
                            <a:srgbClr val="1A1A1A"/>
                          </a:solidFill>
                          <a:latin typeface="Segoe UI" pitchFamily="34" charset="0"/>
                          <a:ea typeface="Segoe UI" pitchFamily="34" charset="-122"/>
                          <a:cs typeface="Segoe UI" pitchFamily="34" charset="-120"/>
                        </a:rPr>
                        <a:t>?</a:t>
                      </a:r>
                      <a:endParaRPr lang="en-US" sz="1800" dirty="0">
                        <a:latin typeface="Segoe UI" charset="0"/>
                        <a:ea typeface="Segoe UI" charset="0"/>
                        <a:cs typeface="Segoe UI" charset="0"/>
                      </a:endParaRPr>
                    </a:p>
                  </a:txBody>
                  <a:tcPr marL="72471" marR="72471" marT="36236" marB="36236" anchor="ctr"/>
                </a:tc>
                <a:extLst>
                  <a:ext uri="{0D108BD9-81ED-4DB2-BD59-A6C34878D82A}">
                    <a16:rowId xmlns:a16="http://schemas.microsoft.com/office/drawing/2014/main" val="1153661363"/>
                  </a:ext>
                </a:extLst>
              </a:tr>
            </a:tbl>
          </a:graphicData>
        </a:graphic>
      </p:graphicFrame>
    </p:spTree>
    <p:extLst>
      <p:ext uri="{BB962C8B-B14F-4D97-AF65-F5344CB8AC3E}">
        <p14:creationId xmlns:p14="http://schemas.microsoft.com/office/powerpoint/2010/main" val="28624671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6F19C-A660-27C5-550D-F6DD101235DD}"/>
            </a:ext>
          </a:extLst>
        </p:cNvPr>
        <p:cNvGrpSpPr/>
        <p:nvPr/>
      </p:nvGrpSpPr>
      <p:grpSpPr>
        <a:xfrm>
          <a:off x="0" y="0"/>
          <a:ext cx="0" cy="0"/>
          <a:chOff x="0" y="0"/>
          <a:chExt cx="0" cy="0"/>
        </a:xfrm>
      </p:grpSpPr>
      <p:sp>
        <p:nvSpPr>
          <p:cNvPr id="4" name="Titolo 3">
            <a:extLst>
              <a:ext uri="{FF2B5EF4-FFF2-40B4-BE49-F238E27FC236}">
                <a16:creationId xmlns:a16="http://schemas.microsoft.com/office/drawing/2014/main" id="{16FA2CE1-A017-53FC-3E8E-1CCC0708EAA5}"/>
              </a:ext>
            </a:extLst>
          </p:cNvPr>
          <p:cNvSpPr>
            <a:spLocks noGrp="1"/>
          </p:cNvSpPr>
          <p:nvPr>
            <p:ph type="ctrTitle"/>
          </p:nvPr>
        </p:nvSpPr>
        <p:spPr>
          <a:xfrm>
            <a:off x="0" y="1802165"/>
            <a:ext cx="9144000" cy="1539171"/>
          </a:xfrm>
        </p:spPr>
        <p:txBody>
          <a:bodyPr anchor="ctr"/>
          <a:lstStyle/>
          <a:p>
            <a:r>
              <a:rPr lang="it-IT" sz="3800" dirty="0"/>
              <a:t>Prossima lezione</a:t>
            </a:r>
            <a:br>
              <a:rPr lang="it-IT" sz="3800" dirty="0"/>
            </a:br>
            <a:r>
              <a:rPr lang="it-IT" sz="3800" dirty="0"/>
              <a:t>indici </a:t>
            </a:r>
            <a:endParaRPr lang="it-IT" sz="3800" spc="0" dirty="0"/>
          </a:p>
        </p:txBody>
      </p:sp>
    </p:spTree>
    <p:extLst>
      <p:ext uri="{BB962C8B-B14F-4D97-AF65-F5344CB8AC3E}">
        <p14:creationId xmlns:p14="http://schemas.microsoft.com/office/powerpoint/2010/main" val="346385672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119d383a77d69c9fe4b65d6ff37d099a55e5bbd"/>
</p:tagLst>
</file>

<file path=ppt/theme/theme1.xml><?xml version="1.0" encoding="utf-8"?>
<a:theme xmlns:a="http://schemas.openxmlformats.org/drawingml/2006/main" name="Sistemi">
  <a:themeElements>
    <a:clrScheme name="SISTEMI">
      <a:dk1>
        <a:sysClr val="windowText" lastClr="000000"/>
      </a:dk1>
      <a:lt1>
        <a:sysClr val="window" lastClr="FFFFFF"/>
      </a:lt1>
      <a:dk2>
        <a:srgbClr val="505460"/>
      </a:dk2>
      <a:lt2>
        <a:srgbClr val="FFFFFF"/>
      </a:lt2>
      <a:accent1>
        <a:srgbClr val="3A537E"/>
      </a:accent1>
      <a:accent2>
        <a:srgbClr val="AC1A2F"/>
      </a:accent2>
      <a:accent3>
        <a:srgbClr val="033D83"/>
      </a:accent3>
      <a:accent4>
        <a:srgbClr val="773E90"/>
      </a:accent4>
      <a:accent5>
        <a:srgbClr val="0092AE"/>
      </a:accent5>
      <a:accent6>
        <a:srgbClr val="FED03C"/>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rgbClr val="A71930"/>
          </a:solidFill>
          <a:round/>
          <a:headEnd/>
          <a:tailEnd/>
        </a:ln>
        <a:effectLst/>
      </a:spPr>
      <a:bodyPr lIns="17999" tIns="10799" rIns="17999" bIns="10799" rtlCol="0" anchor="ctr"/>
      <a:lstStyle>
        <a:defPPr algn="ctr" eaLnBrk="0" hangingPunct="0">
          <a:lnSpc>
            <a:spcPct val="80000"/>
          </a:lnSpc>
          <a:spcBef>
            <a:spcPct val="20000"/>
          </a:spcBef>
          <a:buClr>
            <a:srgbClr val="A71930"/>
          </a:buClr>
          <a:defRPr sz="1600" b="1" dirty="0">
            <a:effectLst>
              <a:outerShdw blurRad="38100" dist="38100" dir="2700000" algn="tl">
                <a:srgbClr val="C0C0C0"/>
              </a:outerShdw>
            </a:effectLst>
          </a:defRPr>
        </a:defPPr>
      </a:lstStyle>
    </a:spDef>
    <a:txDef>
      <a:spPr>
        <a:noFill/>
      </a:spPr>
      <a:bodyPr wrap="square" rtlCol="0">
        <a:spAutoFit/>
      </a:bodyPr>
      <a:lstStyle>
        <a:defPPr algn="l">
          <a:defRPr dirty="0" smtClean="0"/>
        </a:defPPr>
      </a:lstStyle>
    </a:txDef>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25921</TotalTime>
  <Words>3978</Words>
  <Application>Microsoft Office PowerPoint</Application>
  <PresentationFormat>Presentazione su schermo (16:9)</PresentationFormat>
  <Paragraphs>416</Paragraphs>
  <Slides>25</Slides>
  <Notes>25</Notes>
  <HiddenSlides>0</HiddenSlides>
  <MMClips>0</MMClips>
  <ScaleCrop>false</ScaleCrop>
  <HeadingPairs>
    <vt:vector size="6" baseType="variant">
      <vt:variant>
        <vt:lpstr>Caratteri utilizzati</vt:lpstr>
      </vt:variant>
      <vt:variant>
        <vt:i4>8</vt:i4>
      </vt:variant>
      <vt:variant>
        <vt:lpstr>Tema</vt:lpstr>
      </vt:variant>
      <vt:variant>
        <vt:i4>1</vt:i4>
      </vt:variant>
      <vt:variant>
        <vt:lpstr>Titoli diapositive</vt:lpstr>
      </vt:variant>
      <vt:variant>
        <vt:i4>25</vt:i4>
      </vt:variant>
    </vt:vector>
  </HeadingPairs>
  <TitlesOfParts>
    <vt:vector size="34" baseType="lpstr">
      <vt:lpstr>Arial</vt:lpstr>
      <vt:lpstr>Arial Narrow</vt:lpstr>
      <vt:lpstr>Calibri</vt:lpstr>
      <vt:lpstr>Consolas</vt:lpstr>
      <vt:lpstr>Courier New</vt:lpstr>
      <vt:lpstr>Segoe Print</vt:lpstr>
      <vt:lpstr>Segoe UI</vt:lpstr>
      <vt:lpstr>Wingdings</vt:lpstr>
      <vt:lpstr>Sistemi</vt:lpstr>
      <vt:lpstr>Presentazione standard di PowerPoint</vt:lpstr>
      <vt:lpstr>agenda</vt:lpstr>
      <vt:lpstr>Il modello</vt:lpstr>
      <vt:lpstr>Architettura di un buon database</vt:lpstr>
      <vt:lpstr>Architettura di un buon database</vt:lpstr>
      <vt:lpstr>La normalizzazione</vt:lpstr>
      <vt:lpstr>PRIMA FORMA NORMALE (1NF)</vt:lpstr>
      <vt:lpstr>seconda FORMA NORMALE (2NF)</vt:lpstr>
      <vt:lpstr>terza FORMA NORMALE (3NF)</vt:lpstr>
      <vt:lpstr>Riepilogo forme normali</vt:lpstr>
      <vt:lpstr>Presentazione standard di PowerPoint</vt:lpstr>
      <vt:lpstr>create</vt:lpstr>
      <vt:lpstr>Presentazione standard di PowerPoint</vt:lpstr>
      <vt:lpstr>CREATE TABLE </vt:lpstr>
      <vt:lpstr>Tipi di dato</vt:lpstr>
      <vt:lpstr>Costo della definizione</vt:lpstr>
      <vt:lpstr>Proprietà di colonna</vt:lpstr>
      <vt:lpstr>ALTER</vt:lpstr>
      <vt:lpstr>ALTER TABLE </vt:lpstr>
      <vt:lpstr>Meta data only vs riscrittura</vt:lpstr>
      <vt:lpstr>Presentazione standard di PowerPoint</vt:lpstr>
      <vt:lpstr>DROP</vt:lpstr>
      <vt:lpstr>DROP table</vt:lpstr>
      <vt:lpstr>checklist</vt:lpstr>
      <vt:lpstr>Prossima lezione indici </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Risultati aziendali e novità organizzative</dc:title>
  <dc:creator>Manuela.Pellegrino@sistemi.com</dc:creator>
  <cp:lastModifiedBy>Murzio Luca</cp:lastModifiedBy>
  <cp:revision>1469</cp:revision>
  <cp:lastPrinted>2026-03-23T15:16:51Z</cp:lastPrinted>
  <dcterms:created xsi:type="dcterms:W3CDTF">2013-03-01T10:25:06Z</dcterms:created>
  <dcterms:modified xsi:type="dcterms:W3CDTF">2026-10-07T14:10:59Z</dcterms:modified>
</cp:coreProperties>
</file>