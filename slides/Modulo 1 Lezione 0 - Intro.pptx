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0"/>
  </p:notesMasterIdLst>
  <p:handoutMasterIdLst>
    <p:handoutMasterId r:id="rId11"/>
  </p:handoutMasterIdLst>
  <p:sldIdLst>
    <p:sldId id="398" r:id="rId2"/>
    <p:sldId id="418" r:id="rId3"/>
    <p:sldId id="399" r:id="rId4"/>
    <p:sldId id="400" r:id="rId5"/>
    <p:sldId id="419" r:id="rId6"/>
    <p:sldId id="420" r:id="rId7"/>
    <p:sldId id="421" r:id="rId8"/>
    <p:sldId id="417" r:id="rId9"/>
  </p:sldIdLst>
  <p:sldSz cx="9144000" cy="5143500" type="screen16x9"/>
  <p:notesSz cx="6797675" cy="9928225"/>
  <p:custDataLst>
    <p:tags r:id="rId12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5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ndi Enrico" initials="EE" lastIdx="3" clrIdx="0"/>
  <p:cmAuthor id="2" name="Eandi Francesco" initials="EF" lastIdx="1" clrIdx="1"/>
  <p:cmAuthor id="3" name="Rosso Valter" initials="RV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0E1A"/>
    <a:srgbClr val="FFFFCC"/>
    <a:srgbClr val="8C8C8C"/>
    <a:srgbClr val="AC1A2F"/>
    <a:srgbClr val="E30613"/>
    <a:srgbClr val="D3D3D3"/>
    <a:srgbClr val="33CC33"/>
    <a:srgbClr val="FFCCFF"/>
    <a:srgbClr val="0000FF"/>
    <a:srgbClr val="83B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618A85-FD8E-4AB4-986E-20ECCFB63C57}" v="40" dt="2026-04-15T14:12:44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Stile medio 4 - Color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1" autoAdjust="0"/>
    <p:restoredTop sz="75182" autoAdjust="0"/>
  </p:normalViewPr>
  <p:slideViewPr>
    <p:cSldViewPr showGuides="1">
      <p:cViewPr varScale="1">
        <p:scale>
          <a:sx n="110" d="100"/>
          <a:sy n="110" d="100"/>
        </p:scale>
        <p:origin x="1896" y="90"/>
      </p:cViewPr>
      <p:guideLst>
        <p:guide orient="horz" pos="686"/>
        <p:guide pos="2880"/>
        <p:guide orient="horz" pos="51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580" y="-96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zio Luca" userId="62ead766-6eaf-4057-bb25-25909a8c13e9" providerId="ADAL" clId="{3FA68CEF-BA90-4830-B164-02BEB71A7E1D}"/>
    <pc:docChg chg="undo redo custSel addSld delSld modSld sldOrd modNotesMaster modHandout">
      <pc:chgData name="Murzio Luca" userId="62ead766-6eaf-4057-bb25-25909a8c13e9" providerId="ADAL" clId="{3FA68CEF-BA90-4830-B164-02BEB71A7E1D}" dt="2026-04-15T14:12:44.128" v="8743" actId="1076"/>
      <pc:docMkLst>
        <pc:docMk/>
      </pc:docMkLst>
      <pc:sldChg chg="addSp delSp modSp del mod modAnim modNotes modNotesTx">
        <pc:chgData name="Murzio Luca" userId="62ead766-6eaf-4057-bb25-25909a8c13e9" providerId="ADAL" clId="{3FA68CEF-BA90-4830-B164-02BEB71A7E1D}" dt="2026-04-15T09:07:42.629" v="6998" actId="47"/>
        <pc:sldMkLst>
          <pc:docMk/>
          <pc:sldMk cId="785026775" sldId="395"/>
        </pc:sldMkLst>
      </pc:sldChg>
      <pc:sldChg chg="addSp delSp modSp del mod modNotesTx">
        <pc:chgData name="Murzio Luca" userId="62ead766-6eaf-4057-bb25-25909a8c13e9" providerId="ADAL" clId="{3FA68CEF-BA90-4830-B164-02BEB71A7E1D}" dt="2026-04-15T09:52:19.227" v="8738" actId="47"/>
        <pc:sldMkLst>
          <pc:docMk/>
          <pc:sldMk cId="1742129704" sldId="396"/>
        </pc:sldMkLst>
        <pc:graphicFrameChg chg="add mod modGraphic">
          <ac:chgData name="Murzio Luca" userId="62ead766-6eaf-4057-bb25-25909a8c13e9" providerId="ADAL" clId="{3FA68CEF-BA90-4830-B164-02BEB71A7E1D}" dt="2026-04-15T09:08:00.727" v="7019" actId="20577"/>
          <ac:graphicFrameMkLst>
            <pc:docMk/>
            <pc:sldMk cId="1742129704" sldId="396"/>
            <ac:graphicFrameMk id="5" creationId="{6BFF772B-8A15-9994-B0EE-F4836F067C6E}"/>
          </ac:graphicFrameMkLst>
        </pc:graphicFrameChg>
      </pc:sldChg>
      <pc:sldChg chg="addSp delSp modSp mod setBg modNotesTx">
        <pc:chgData name="Murzio Luca" userId="62ead766-6eaf-4057-bb25-25909a8c13e9" providerId="ADAL" clId="{3FA68CEF-BA90-4830-B164-02BEB71A7E1D}" dt="2026-04-15T08:36:12.974" v="6600" actId="20577"/>
        <pc:sldMkLst>
          <pc:docMk/>
          <pc:sldMk cId="2453220132" sldId="398"/>
        </pc:sldMkLst>
        <pc:spChg chg="mod">
          <ac:chgData name="Murzio Luca" userId="62ead766-6eaf-4057-bb25-25909a8c13e9" providerId="ADAL" clId="{3FA68CEF-BA90-4830-B164-02BEB71A7E1D}" dt="2026-04-15T08:36:07.485" v="6593" actId="20577"/>
          <ac:spMkLst>
            <pc:docMk/>
            <pc:sldMk cId="2453220132" sldId="398"/>
            <ac:spMk id="7" creationId="{202B71B1-14B4-3B1A-B56D-A2CE7F9978E6}"/>
          </ac:spMkLst>
        </pc:spChg>
        <pc:spChg chg="mod">
          <ac:chgData name="Murzio Luca" userId="62ead766-6eaf-4057-bb25-25909a8c13e9" providerId="ADAL" clId="{3FA68CEF-BA90-4830-B164-02BEB71A7E1D}" dt="2026-04-15T08:36:12.974" v="6600" actId="20577"/>
          <ac:spMkLst>
            <pc:docMk/>
            <pc:sldMk cId="2453220132" sldId="398"/>
            <ac:spMk id="8" creationId="{914F1CCD-6988-40EB-8723-4DA122189198}"/>
          </ac:spMkLst>
        </pc:spChg>
        <pc:picChg chg="add mod">
          <ac:chgData name="Murzio Luca" userId="62ead766-6eaf-4057-bb25-25909a8c13e9" providerId="ADAL" clId="{3FA68CEF-BA90-4830-B164-02BEB71A7E1D}" dt="2026-03-23T10:26:25.396" v="1996" actId="1076"/>
          <ac:picMkLst>
            <pc:docMk/>
            <pc:sldMk cId="2453220132" sldId="398"/>
            <ac:picMk id="4" creationId="{94975818-5F77-CDA3-C7A8-B948528764E0}"/>
          </ac:picMkLst>
        </pc:picChg>
      </pc:sldChg>
      <pc:sldChg chg="addSp delSp modSp new mod modNotesTx">
        <pc:chgData name="Murzio Luca" userId="62ead766-6eaf-4057-bb25-25909a8c13e9" providerId="ADAL" clId="{3FA68CEF-BA90-4830-B164-02BEB71A7E1D}" dt="2026-04-15T09:24:34.994" v="7726" actId="1076"/>
        <pc:sldMkLst>
          <pc:docMk/>
          <pc:sldMk cId="55841807" sldId="399"/>
        </pc:sldMkLst>
        <pc:spChg chg="mod">
          <ac:chgData name="Murzio Luca" userId="62ead766-6eaf-4057-bb25-25909a8c13e9" providerId="ADAL" clId="{3FA68CEF-BA90-4830-B164-02BEB71A7E1D}" dt="2026-04-15T09:16:11.966" v="7056" actId="20577"/>
          <ac:spMkLst>
            <pc:docMk/>
            <pc:sldMk cId="55841807" sldId="399"/>
            <ac:spMk id="2" creationId="{C3CB3ADD-C3A7-622D-EF25-67E5F292A821}"/>
          </ac:spMkLst>
        </pc:spChg>
        <pc:spChg chg="mod">
          <ac:chgData name="Murzio Luca" userId="62ead766-6eaf-4057-bb25-25909a8c13e9" providerId="ADAL" clId="{3FA68CEF-BA90-4830-B164-02BEB71A7E1D}" dt="2026-04-15T09:20:43.330" v="7557" actId="27636"/>
          <ac:spMkLst>
            <pc:docMk/>
            <pc:sldMk cId="55841807" sldId="399"/>
            <ac:spMk id="3" creationId="{5EC2FB72-2E68-35B2-DE2E-826162C12B0D}"/>
          </ac:spMkLst>
        </pc:spChg>
        <pc:spChg chg="add del mod">
          <ac:chgData name="Murzio Luca" userId="62ead766-6eaf-4057-bb25-25909a8c13e9" providerId="ADAL" clId="{3FA68CEF-BA90-4830-B164-02BEB71A7E1D}" dt="2026-04-15T09:18:47.928" v="7512" actId="478"/>
          <ac:spMkLst>
            <pc:docMk/>
            <pc:sldMk cId="55841807" sldId="399"/>
            <ac:spMk id="5" creationId="{43003706-D65A-6FE6-6AC9-E76B3BA6C126}"/>
          </ac:spMkLst>
        </pc:spChg>
        <pc:spChg chg="add mod">
          <ac:chgData name="Murzio Luca" userId="62ead766-6eaf-4057-bb25-25909a8c13e9" providerId="ADAL" clId="{3FA68CEF-BA90-4830-B164-02BEB71A7E1D}" dt="2026-04-15T09:23:33.569" v="7703" actId="1036"/>
          <ac:spMkLst>
            <pc:docMk/>
            <pc:sldMk cId="55841807" sldId="399"/>
            <ac:spMk id="8" creationId="{B95508B5-F041-02B7-56B6-25D3BF3675CF}"/>
          </ac:spMkLst>
        </pc:spChg>
        <pc:spChg chg="add mod">
          <ac:chgData name="Murzio Luca" userId="62ead766-6eaf-4057-bb25-25909a8c13e9" providerId="ADAL" clId="{3FA68CEF-BA90-4830-B164-02BEB71A7E1D}" dt="2026-04-15T09:24:20.878" v="7725" actId="20577"/>
          <ac:spMkLst>
            <pc:docMk/>
            <pc:sldMk cId="55841807" sldId="399"/>
            <ac:spMk id="14" creationId="{0F9D444A-DEF5-AC0B-AB43-361A04D78170}"/>
          </ac:spMkLst>
        </pc:spChg>
        <pc:graphicFrameChg chg="add mod modGraphic">
          <ac:chgData name="Murzio Luca" userId="62ead766-6eaf-4057-bb25-25909a8c13e9" providerId="ADAL" clId="{3FA68CEF-BA90-4830-B164-02BEB71A7E1D}" dt="2026-04-15T09:23:59.402" v="7710" actId="1076"/>
          <ac:graphicFrameMkLst>
            <pc:docMk/>
            <pc:sldMk cId="55841807" sldId="399"/>
            <ac:graphicFrameMk id="6" creationId="{765F45F8-74D0-9BB8-891B-D267E184783E}"/>
          </ac:graphicFrameMkLst>
        </pc:graphicFrameChg>
        <pc:picChg chg="add mod">
          <ac:chgData name="Murzio Luca" userId="62ead766-6eaf-4057-bb25-25909a8c13e9" providerId="ADAL" clId="{3FA68CEF-BA90-4830-B164-02BEB71A7E1D}" dt="2026-04-15T09:24:34.994" v="7726" actId="1076"/>
          <ac:picMkLst>
            <pc:docMk/>
            <pc:sldMk cId="55841807" sldId="399"/>
            <ac:picMk id="4" creationId="{F1A4E9FB-EA06-A57F-E263-6366A04A5457}"/>
          </ac:picMkLst>
        </pc:picChg>
        <pc:picChg chg="add del mod">
          <ac:chgData name="Murzio Luca" userId="62ead766-6eaf-4057-bb25-25909a8c13e9" providerId="ADAL" clId="{3FA68CEF-BA90-4830-B164-02BEB71A7E1D}" dt="2026-04-15T09:19:18.057" v="7516" actId="478"/>
          <ac:picMkLst>
            <pc:docMk/>
            <pc:sldMk cId="55841807" sldId="399"/>
            <ac:picMk id="7" creationId="{8AF3DB59-9AA6-6FE8-814C-2AC75CE5FC6B}"/>
          </ac:picMkLst>
        </pc:picChg>
        <pc:cxnChg chg="add mod">
          <ac:chgData name="Murzio Luca" userId="62ead766-6eaf-4057-bb25-25909a8c13e9" providerId="ADAL" clId="{3FA68CEF-BA90-4830-B164-02BEB71A7E1D}" dt="2026-04-15T09:23:46.773" v="7706" actId="208"/>
          <ac:cxnSpMkLst>
            <pc:docMk/>
            <pc:sldMk cId="55841807" sldId="399"/>
            <ac:cxnSpMk id="10" creationId="{3B881928-1FC4-E7DB-83A5-048415F9DA9E}"/>
          </ac:cxnSpMkLst>
        </pc:cxnChg>
        <pc:cxnChg chg="add mod">
          <ac:chgData name="Murzio Luca" userId="62ead766-6eaf-4057-bb25-25909a8c13e9" providerId="ADAL" clId="{3FA68CEF-BA90-4830-B164-02BEB71A7E1D}" dt="2026-04-15T09:24:19.368" v="7719" actId="20577"/>
          <ac:cxnSpMkLst>
            <pc:docMk/>
            <pc:sldMk cId="55841807" sldId="399"/>
            <ac:cxnSpMk id="19" creationId="{61DB39F1-2862-8B93-0F96-01DC4AD37207}"/>
          </ac:cxnSpMkLst>
        </pc:cxnChg>
      </pc:sldChg>
      <pc:sldChg chg="addSp delSp modSp new mod modClrScheme chgLayout modNotesTx">
        <pc:chgData name="Murzio Luca" userId="62ead766-6eaf-4057-bb25-25909a8c13e9" providerId="ADAL" clId="{3FA68CEF-BA90-4830-B164-02BEB71A7E1D}" dt="2026-04-15T09:41:38.196" v="8108" actId="1076"/>
        <pc:sldMkLst>
          <pc:docMk/>
          <pc:sldMk cId="3034292770" sldId="400"/>
        </pc:sldMkLst>
        <pc:spChg chg="mod">
          <ac:chgData name="Murzio Luca" userId="62ead766-6eaf-4057-bb25-25909a8c13e9" providerId="ADAL" clId="{3FA68CEF-BA90-4830-B164-02BEB71A7E1D}" dt="2026-04-15T09:35:36.050" v="7751" actId="20577"/>
          <ac:spMkLst>
            <pc:docMk/>
            <pc:sldMk cId="3034292770" sldId="400"/>
            <ac:spMk id="2" creationId="{C4A75248-5618-AF3F-F07C-AB61A1A1A1E3}"/>
          </ac:spMkLst>
        </pc:spChg>
        <pc:spChg chg="del mod">
          <ac:chgData name="Murzio Luca" userId="62ead766-6eaf-4057-bb25-25909a8c13e9" providerId="ADAL" clId="{3FA68CEF-BA90-4830-B164-02BEB71A7E1D}" dt="2026-04-15T09:35:42.605" v="7752" actId="478"/>
          <ac:spMkLst>
            <pc:docMk/>
            <pc:sldMk cId="3034292770" sldId="400"/>
            <ac:spMk id="3" creationId="{CA133FD5-B0CB-B2F4-B5BC-6552E23B3288}"/>
          </ac:spMkLst>
        </pc:spChg>
        <pc:spChg chg="add del mod">
          <ac:chgData name="Murzio Luca" userId="62ead766-6eaf-4057-bb25-25909a8c13e9" providerId="ADAL" clId="{3FA68CEF-BA90-4830-B164-02BEB71A7E1D}" dt="2026-04-15T09:35:50.499" v="7754" actId="478"/>
          <ac:spMkLst>
            <pc:docMk/>
            <pc:sldMk cId="3034292770" sldId="400"/>
            <ac:spMk id="6" creationId="{8A0FD39A-BD73-A661-9DCD-123FA081D3CD}"/>
          </ac:spMkLst>
        </pc:spChg>
        <pc:graphicFrameChg chg="add del mod modGraphic">
          <ac:chgData name="Murzio Luca" userId="62ead766-6eaf-4057-bb25-25909a8c13e9" providerId="ADAL" clId="{3FA68CEF-BA90-4830-B164-02BEB71A7E1D}" dt="2026-04-15T09:35:46.587" v="7753" actId="478"/>
          <ac:graphicFrameMkLst>
            <pc:docMk/>
            <pc:sldMk cId="3034292770" sldId="400"/>
            <ac:graphicFrameMk id="4" creationId="{8A0444D1-5487-816A-9EFB-30021AF421B0}"/>
          </ac:graphicFrameMkLst>
        </pc:graphicFrameChg>
        <pc:graphicFrameChg chg="add mod modGraphic">
          <ac:chgData name="Murzio Luca" userId="62ead766-6eaf-4057-bb25-25909a8c13e9" providerId="ADAL" clId="{3FA68CEF-BA90-4830-B164-02BEB71A7E1D}" dt="2026-04-15T09:41:38.196" v="8108" actId="1076"/>
          <ac:graphicFrameMkLst>
            <pc:docMk/>
            <pc:sldMk cId="3034292770" sldId="400"/>
            <ac:graphicFrameMk id="7" creationId="{DA5A3741-8B66-E9D1-232E-1FBB3263DF44}"/>
          </ac:graphicFrameMkLst>
        </pc:graphicFrameChg>
      </pc:sldChg>
      <pc:sldChg chg="addSp delSp modSp new add del mod modClrScheme chgLayout">
        <pc:chgData name="Murzio Luca" userId="62ead766-6eaf-4057-bb25-25909a8c13e9" providerId="ADAL" clId="{3FA68CEF-BA90-4830-B164-02BEB71A7E1D}" dt="2026-04-15T09:52:05.190" v="8719" actId="47"/>
        <pc:sldMkLst>
          <pc:docMk/>
          <pc:sldMk cId="4259039672" sldId="402"/>
        </pc:sldMkLst>
      </pc:sldChg>
      <pc:sldChg chg="addSp delSp modSp new add del mod modClrScheme chgLayout modNotesTx">
        <pc:chgData name="Murzio Luca" userId="62ead766-6eaf-4057-bb25-25909a8c13e9" providerId="ADAL" clId="{3FA68CEF-BA90-4830-B164-02BEB71A7E1D}" dt="2026-04-15T09:52:05.190" v="8719" actId="47"/>
        <pc:sldMkLst>
          <pc:docMk/>
          <pc:sldMk cId="1476396478" sldId="403"/>
        </pc:sldMkLst>
      </pc:sldChg>
      <pc:sldChg chg="addSp delSp modSp new add del mod modNotesTx">
        <pc:chgData name="Murzio Luca" userId="62ead766-6eaf-4057-bb25-25909a8c13e9" providerId="ADAL" clId="{3FA68CEF-BA90-4830-B164-02BEB71A7E1D}" dt="2026-04-15T09:52:05.190" v="8719" actId="47"/>
        <pc:sldMkLst>
          <pc:docMk/>
          <pc:sldMk cId="3330975531" sldId="404"/>
        </pc:sldMkLst>
      </pc:sldChg>
      <pc:sldChg chg="addSp delSp modSp new add del mod modNotesTx">
        <pc:chgData name="Murzio Luca" userId="62ead766-6eaf-4057-bb25-25909a8c13e9" providerId="ADAL" clId="{3FA68CEF-BA90-4830-B164-02BEB71A7E1D}" dt="2026-04-15T09:52:05.190" v="8719" actId="47"/>
        <pc:sldMkLst>
          <pc:docMk/>
          <pc:sldMk cId="2625071894" sldId="405"/>
        </pc:sldMkLst>
      </pc:sldChg>
      <pc:sldChg chg="modSp add del mod">
        <pc:chgData name="Murzio Luca" userId="62ead766-6eaf-4057-bb25-25909a8c13e9" providerId="ADAL" clId="{3FA68CEF-BA90-4830-B164-02BEB71A7E1D}" dt="2026-04-15T09:07:44.776" v="6999" actId="47"/>
        <pc:sldMkLst>
          <pc:docMk/>
          <pc:sldMk cId="1551648104" sldId="408"/>
        </pc:sldMkLst>
      </pc:sldChg>
      <pc:sldChg chg="modSp add del mod">
        <pc:chgData name="Murzio Luca" userId="62ead766-6eaf-4057-bb25-25909a8c13e9" providerId="ADAL" clId="{3FA68CEF-BA90-4830-B164-02BEB71A7E1D}" dt="2026-04-15T09:52:12.109" v="8737" actId="20577"/>
        <pc:sldMkLst>
          <pc:docMk/>
          <pc:sldMk cId="3463856726" sldId="417"/>
        </pc:sldMkLst>
        <pc:spChg chg="mod">
          <ac:chgData name="Murzio Luca" userId="62ead766-6eaf-4057-bb25-25909a8c13e9" providerId="ADAL" clId="{3FA68CEF-BA90-4830-B164-02BEB71A7E1D}" dt="2026-04-15T09:52:12.109" v="8737" actId="20577"/>
          <ac:spMkLst>
            <pc:docMk/>
            <pc:sldMk cId="3463856726" sldId="417"/>
            <ac:spMk id="4" creationId="{16FA2CE1-A017-53FC-3E8E-1CCC0708EAA5}"/>
          </ac:spMkLst>
        </pc:spChg>
      </pc:sldChg>
      <pc:sldChg chg="addSp delSp modSp add mod modNotesTx">
        <pc:chgData name="Murzio Luca" userId="62ead766-6eaf-4057-bb25-25909a8c13e9" providerId="ADAL" clId="{3FA68CEF-BA90-4830-B164-02BEB71A7E1D}" dt="2026-04-15T09:34:51.799" v="7729" actId="1076"/>
        <pc:sldMkLst>
          <pc:docMk/>
          <pc:sldMk cId="1168894434" sldId="418"/>
        </pc:sldMkLst>
        <pc:spChg chg="mod">
          <ac:chgData name="Murzio Luca" userId="62ead766-6eaf-4057-bb25-25909a8c13e9" providerId="ADAL" clId="{3FA68CEF-BA90-4830-B164-02BEB71A7E1D}" dt="2026-04-15T08:41:37.186" v="6968" actId="20577"/>
          <ac:spMkLst>
            <pc:docMk/>
            <pc:sldMk cId="1168894434" sldId="418"/>
            <ac:spMk id="2" creationId="{0F191E77-217D-BCD7-B23F-4E57EB88A253}"/>
          </ac:spMkLst>
        </pc:spChg>
        <pc:spChg chg="del">
          <ac:chgData name="Murzio Luca" userId="62ead766-6eaf-4057-bb25-25909a8c13e9" providerId="ADAL" clId="{3FA68CEF-BA90-4830-B164-02BEB71A7E1D}" dt="2026-04-15T09:02:02.211" v="6971" actId="478"/>
          <ac:spMkLst>
            <pc:docMk/>
            <pc:sldMk cId="1168894434" sldId="418"/>
            <ac:spMk id="3" creationId="{4F79E30F-3BC2-2242-968C-6DFC64ED1087}"/>
          </ac:spMkLst>
        </pc:spChg>
        <pc:spChg chg="del">
          <ac:chgData name="Murzio Luca" userId="62ead766-6eaf-4057-bb25-25909a8c13e9" providerId="ADAL" clId="{3FA68CEF-BA90-4830-B164-02BEB71A7E1D}" dt="2026-04-15T09:01:55.478" v="6969" actId="478"/>
          <ac:spMkLst>
            <pc:docMk/>
            <pc:sldMk cId="1168894434" sldId="418"/>
            <ac:spMk id="5" creationId="{7442CE57-A6D9-5062-9F2E-6E48B02B63C5}"/>
          </ac:spMkLst>
        </pc:spChg>
        <pc:spChg chg="add del mod">
          <ac:chgData name="Murzio Luca" userId="62ead766-6eaf-4057-bb25-25909a8c13e9" providerId="ADAL" clId="{3FA68CEF-BA90-4830-B164-02BEB71A7E1D}" dt="2026-04-15T09:04:57.976" v="6972" actId="478"/>
          <ac:spMkLst>
            <pc:docMk/>
            <pc:sldMk cId="1168894434" sldId="418"/>
            <ac:spMk id="6" creationId="{6A736437-B03C-1E8C-9B5B-42A8B115BDA9}"/>
          </ac:spMkLst>
        </pc:spChg>
        <pc:spChg chg="add mod">
          <ac:chgData name="Murzio Luca" userId="62ead766-6eaf-4057-bb25-25909a8c13e9" providerId="ADAL" clId="{3FA68CEF-BA90-4830-B164-02BEB71A7E1D}" dt="2026-04-15T09:34:51.799" v="7729" actId="1076"/>
          <ac:spMkLst>
            <pc:docMk/>
            <pc:sldMk cId="1168894434" sldId="418"/>
            <ac:spMk id="8" creationId="{32874F65-7367-CA2E-78EB-F21918D40126}"/>
          </ac:spMkLst>
        </pc:spChg>
        <pc:spChg chg="add mod">
          <ac:chgData name="Murzio Luca" userId="62ead766-6eaf-4057-bb25-25909a8c13e9" providerId="ADAL" clId="{3FA68CEF-BA90-4830-B164-02BEB71A7E1D}" dt="2026-04-15T09:34:46.867" v="7728" actId="1076"/>
          <ac:spMkLst>
            <pc:docMk/>
            <pc:sldMk cId="1168894434" sldId="418"/>
            <ac:spMk id="9" creationId="{C9E8DA8A-B9F9-B9AF-FEA4-09B445830C7F}"/>
          </ac:spMkLst>
        </pc:spChg>
        <pc:spChg chg="add mod">
          <ac:chgData name="Murzio Luca" userId="62ead766-6eaf-4057-bb25-25909a8c13e9" providerId="ADAL" clId="{3FA68CEF-BA90-4830-B164-02BEB71A7E1D}" dt="2026-04-15T09:05:01.589" v="6974" actId="1076"/>
          <ac:spMkLst>
            <pc:docMk/>
            <pc:sldMk cId="1168894434" sldId="418"/>
            <ac:spMk id="10" creationId="{21E52DB7-B4C0-E155-89D1-BD3C4F7F068F}"/>
          </ac:spMkLst>
        </pc:spChg>
        <pc:spChg chg="add mod">
          <ac:chgData name="Murzio Luca" userId="62ead766-6eaf-4057-bb25-25909a8c13e9" providerId="ADAL" clId="{3FA68CEF-BA90-4830-B164-02BEB71A7E1D}" dt="2026-04-15T09:05:21.800" v="6981" actId="403"/>
          <ac:spMkLst>
            <pc:docMk/>
            <pc:sldMk cId="1168894434" sldId="418"/>
            <ac:spMk id="13" creationId="{4672EDEF-6480-4E46-9804-69CC7E0E7893}"/>
          </ac:spMkLst>
        </pc:spChg>
        <pc:spChg chg="mod">
          <ac:chgData name="Murzio Luca" userId="62ead766-6eaf-4057-bb25-25909a8c13e9" providerId="ADAL" clId="{3FA68CEF-BA90-4830-B164-02BEB71A7E1D}" dt="2026-04-15T09:05:16.362" v="6979" actId="403"/>
          <ac:spMkLst>
            <pc:docMk/>
            <pc:sldMk cId="1168894434" sldId="418"/>
            <ac:spMk id="14" creationId="{73E78F1C-7DB2-47C0-F6DA-44D2138BE867}"/>
          </ac:spMkLst>
        </pc:spChg>
        <pc:spChg chg="add mod">
          <ac:chgData name="Murzio Luca" userId="62ead766-6eaf-4057-bb25-25909a8c13e9" providerId="ADAL" clId="{3FA68CEF-BA90-4830-B164-02BEB71A7E1D}" dt="2026-04-15T09:05:01.589" v="6974" actId="1076"/>
          <ac:spMkLst>
            <pc:docMk/>
            <pc:sldMk cId="1168894434" sldId="418"/>
            <ac:spMk id="15" creationId="{42202A11-2B54-3157-BA5D-A6C7A7A03743}"/>
          </ac:spMkLst>
        </pc:spChg>
        <pc:spChg chg="add mod">
          <ac:chgData name="Murzio Luca" userId="62ead766-6eaf-4057-bb25-25909a8c13e9" providerId="ADAL" clId="{3FA68CEF-BA90-4830-B164-02BEB71A7E1D}" dt="2026-04-15T09:05:01.589" v="6974" actId="1076"/>
          <ac:spMkLst>
            <pc:docMk/>
            <pc:sldMk cId="1168894434" sldId="418"/>
            <ac:spMk id="16" creationId="{93C020CD-D73C-33ED-7003-8F5BAB990FA8}"/>
          </ac:spMkLst>
        </pc:spChg>
        <pc:spChg chg="mod">
          <ac:chgData name="Murzio Luca" userId="62ead766-6eaf-4057-bb25-25909a8c13e9" providerId="ADAL" clId="{3FA68CEF-BA90-4830-B164-02BEB71A7E1D}" dt="2026-04-15T09:05:41.277" v="6989" actId="404"/>
          <ac:spMkLst>
            <pc:docMk/>
            <pc:sldMk cId="1168894434" sldId="418"/>
            <ac:spMk id="18" creationId="{44134ADB-16A3-5790-C474-4DF635ADD9F2}"/>
          </ac:spMkLst>
        </pc:spChg>
        <pc:spChg chg="mod">
          <ac:chgData name="Murzio Luca" userId="62ead766-6eaf-4057-bb25-25909a8c13e9" providerId="ADAL" clId="{3FA68CEF-BA90-4830-B164-02BEB71A7E1D}" dt="2026-04-15T09:05:36.553" v="6985" actId="403"/>
          <ac:spMkLst>
            <pc:docMk/>
            <pc:sldMk cId="1168894434" sldId="418"/>
            <ac:spMk id="19" creationId="{4CBCD5E3-604B-113E-472E-9BE5BB973CF2}"/>
          </ac:spMkLst>
        </pc:spChg>
        <pc:spChg chg="add mod">
          <ac:chgData name="Murzio Luca" userId="62ead766-6eaf-4057-bb25-25909a8c13e9" providerId="ADAL" clId="{3FA68CEF-BA90-4830-B164-02BEB71A7E1D}" dt="2026-04-15T09:05:01.589" v="6974" actId="1076"/>
          <ac:spMkLst>
            <pc:docMk/>
            <pc:sldMk cId="1168894434" sldId="418"/>
            <ac:spMk id="21" creationId="{1CEA7A17-575B-B27E-0018-9E4A7653F358}"/>
          </ac:spMkLst>
        </pc:spChg>
        <pc:spChg chg="add mod">
          <ac:chgData name="Murzio Luca" userId="62ead766-6eaf-4057-bb25-25909a8c13e9" providerId="ADAL" clId="{3FA68CEF-BA90-4830-B164-02BEB71A7E1D}" dt="2026-04-15T09:05:01.589" v="6974" actId="1076"/>
          <ac:spMkLst>
            <pc:docMk/>
            <pc:sldMk cId="1168894434" sldId="418"/>
            <ac:spMk id="22" creationId="{39610F4F-5EF4-7329-CFA7-FB0D8B86BC78}"/>
          </ac:spMkLst>
        </pc:spChg>
        <pc:spChg chg="add mod">
          <ac:chgData name="Murzio Luca" userId="62ead766-6eaf-4057-bb25-25909a8c13e9" providerId="ADAL" clId="{3FA68CEF-BA90-4830-B164-02BEB71A7E1D}" dt="2026-04-15T09:05:44.494" v="6991" actId="403"/>
          <ac:spMkLst>
            <pc:docMk/>
            <pc:sldMk cId="1168894434" sldId="418"/>
            <ac:spMk id="23" creationId="{5ADC773F-A4B6-80FB-69A1-7E19B223415C}"/>
          </ac:spMkLst>
        </pc:spChg>
        <pc:spChg chg="add mod">
          <ac:chgData name="Murzio Luca" userId="62ead766-6eaf-4057-bb25-25909a8c13e9" providerId="ADAL" clId="{3FA68CEF-BA90-4830-B164-02BEB71A7E1D}" dt="2026-04-15T09:05:52.107" v="6996" actId="404"/>
          <ac:spMkLst>
            <pc:docMk/>
            <pc:sldMk cId="1168894434" sldId="418"/>
            <ac:spMk id="24" creationId="{938A8298-2466-2D83-C05E-18DE49A7C320}"/>
          </ac:spMkLst>
        </pc:spChg>
        <pc:picChg chg="del">
          <ac:chgData name="Murzio Luca" userId="62ead766-6eaf-4057-bb25-25909a8c13e9" providerId="ADAL" clId="{3FA68CEF-BA90-4830-B164-02BEB71A7E1D}" dt="2026-04-15T09:01:56.696" v="6970" actId="478"/>
          <ac:picMkLst>
            <pc:docMk/>
            <pc:sldMk cId="1168894434" sldId="418"/>
            <ac:picMk id="7" creationId="{4745DD5A-AE06-0BA0-B1C6-FD8DEB60FD13}"/>
          </ac:picMkLst>
        </pc:picChg>
      </pc:sldChg>
      <pc:sldChg chg="new del">
        <pc:chgData name="Murzio Luca" userId="62ead766-6eaf-4057-bb25-25909a8c13e9" providerId="ADAL" clId="{3FA68CEF-BA90-4830-B164-02BEB71A7E1D}" dt="2026-04-15T08:41:17.229" v="6949" actId="47"/>
        <pc:sldMkLst>
          <pc:docMk/>
          <pc:sldMk cId="2599783741" sldId="418"/>
        </pc:sldMkLst>
      </pc:sldChg>
      <pc:sldChg chg="addSp delSp modSp new mod">
        <pc:chgData name="Murzio Luca" userId="62ead766-6eaf-4057-bb25-25909a8c13e9" providerId="ADAL" clId="{3FA68CEF-BA90-4830-B164-02BEB71A7E1D}" dt="2026-04-15T09:44:22.105" v="8178" actId="1076"/>
        <pc:sldMkLst>
          <pc:docMk/>
          <pc:sldMk cId="71523868" sldId="419"/>
        </pc:sldMkLst>
        <pc:spChg chg="mod">
          <ac:chgData name="Murzio Luca" userId="62ead766-6eaf-4057-bb25-25909a8c13e9" providerId="ADAL" clId="{3FA68CEF-BA90-4830-B164-02BEB71A7E1D}" dt="2026-04-15T09:41:55.458" v="8135" actId="20577"/>
          <ac:spMkLst>
            <pc:docMk/>
            <pc:sldMk cId="71523868" sldId="419"/>
            <ac:spMk id="2" creationId="{59895F78-E5A6-A5A6-8C5D-7C2879231118}"/>
          </ac:spMkLst>
        </pc:spChg>
        <pc:spChg chg="del">
          <ac:chgData name="Murzio Luca" userId="62ead766-6eaf-4057-bb25-25909a8c13e9" providerId="ADAL" clId="{3FA68CEF-BA90-4830-B164-02BEB71A7E1D}" dt="2026-04-15T09:42:26.485" v="8137" actId="478"/>
          <ac:spMkLst>
            <pc:docMk/>
            <pc:sldMk cId="71523868" sldId="419"/>
            <ac:spMk id="3" creationId="{162100BD-8679-E51B-FC52-09979D8F464A}"/>
          </ac:spMkLst>
        </pc:spChg>
        <pc:spChg chg="del">
          <ac:chgData name="Murzio Luca" userId="62ead766-6eaf-4057-bb25-25909a8c13e9" providerId="ADAL" clId="{3FA68CEF-BA90-4830-B164-02BEB71A7E1D}" dt="2026-04-15T09:42:29.084" v="8138" actId="478"/>
          <ac:spMkLst>
            <pc:docMk/>
            <pc:sldMk cId="71523868" sldId="419"/>
            <ac:spMk id="4" creationId="{73B46241-9059-95F2-4300-4A49C92B7EBD}"/>
          </ac:spMkLst>
        </pc:spChg>
        <pc:spChg chg="add mod">
          <ac:chgData name="Murzio Luca" userId="62ead766-6eaf-4057-bb25-25909a8c13e9" providerId="ADAL" clId="{3FA68CEF-BA90-4830-B164-02BEB71A7E1D}" dt="2026-04-15T09:42:23.735" v="8136"/>
          <ac:spMkLst>
            <pc:docMk/>
            <pc:sldMk cId="71523868" sldId="419"/>
            <ac:spMk id="6" creationId="{2D99E082-BAD7-FE39-357C-A470334CAF74}"/>
          </ac:spMkLst>
        </pc:spChg>
        <pc:spChg chg="add mod">
          <ac:chgData name="Murzio Luca" userId="62ead766-6eaf-4057-bb25-25909a8c13e9" providerId="ADAL" clId="{3FA68CEF-BA90-4830-B164-02BEB71A7E1D}" dt="2026-04-15T09:42:47.780" v="8143" actId="2085"/>
          <ac:spMkLst>
            <pc:docMk/>
            <pc:sldMk cId="71523868" sldId="419"/>
            <ac:spMk id="7" creationId="{9A22EEE6-BC71-1E6B-76A5-27DF608EF1A5}"/>
          </ac:spMkLst>
        </pc:spChg>
        <pc:spChg chg="add mod">
          <ac:chgData name="Murzio Luca" userId="62ead766-6eaf-4057-bb25-25909a8c13e9" providerId="ADAL" clId="{3FA68CEF-BA90-4830-B164-02BEB71A7E1D}" dt="2026-04-15T09:42:23.735" v="8136"/>
          <ac:spMkLst>
            <pc:docMk/>
            <pc:sldMk cId="71523868" sldId="419"/>
            <ac:spMk id="9" creationId="{BF9BC085-D53F-9597-1331-4951466913D0}"/>
          </ac:spMkLst>
        </pc:spChg>
        <pc:spChg chg="mod">
          <ac:chgData name="Murzio Luca" userId="62ead766-6eaf-4057-bb25-25909a8c13e9" providerId="ADAL" clId="{3FA68CEF-BA90-4830-B164-02BEB71A7E1D}" dt="2026-04-15T09:43:01" v="8147" actId="113"/>
          <ac:spMkLst>
            <pc:docMk/>
            <pc:sldMk cId="71523868" sldId="419"/>
            <ac:spMk id="10" creationId="{68973C3B-2F39-56F4-9B59-A341CB47F74A}"/>
          </ac:spMkLst>
        </pc:spChg>
        <pc:spChg chg="add mod">
          <ac:chgData name="Murzio Luca" userId="62ead766-6eaf-4057-bb25-25909a8c13e9" providerId="ADAL" clId="{3FA68CEF-BA90-4830-B164-02BEB71A7E1D}" dt="2026-04-15T09:42:23.735" v="8136"/>
          <ac:spMkLst>
            <pc:docMk/>
            <pc:sldMk cId="71523868" sldId="419"/>
            <ac:spMk id="11" creationId="{9D540738-D659-F101-BA2C-CE8EEE0EA5F5}"/>
          </ac:spMkLst>
        </pc:spChg>
        <pc:spChg chg="add mod">
          <ac:chgData name="Murzio Luca" userId="62ead766-6eaf-4057-bb25-25909a8c13e9" providerId="ADAL" clId="{3FA68CEF-BA90-4830-B164-02BEB71A7E1D}" dt="2026-04-15T09:43:30.655" v="8164" actId="403"/>
          <ac:spMkLst>
            <pc:docMk/>
            <pc:sldMk cId="71523868" sldId="419"/>
            <ac:spMk id="12" creationId="{F8545D34-4CAA-0E99-7B8E-558228C6DDCA}"/>
          </ac:spMkLst>
        </pc:spChg>
        <pc:spChg chg="mod">
          <ac:chgData name="Murzio Luca" userId="62ead766-6eaf-4057-bb25-25909a8c13e9" providerId="ADAL" clId="{3FA68CEF-BA90-4830-B164-02BEB71A7E1D}" dt="2026-04-15T09:42:47.780" v="8143" actId="2085"/>
          <ac:spMkLst>
            <pc:docMk/>
            <pc:sldMk cId="71523868" sldId="419"/>
            <ac:spMk id="15" creationId="{04DBC858-5DDC-BDF1-BC25-541467521E55}"/>
          </ac:spMkLst>
        </pc:spChg>
        <pc:spChg chg="add mod">
          <ac:chgData name="Murzio Luca" userId="62ead766-6eaf-4057-bb25-25909a8c13e9" providerId="ADAL" clId="{3FA68CEF-BA90-4830-B164-02BEB71A7E1D}" dt="2026-04-15T09:42:23.735" v="8136"/>
          <ac:spMkLst>
            <pc:docMk/>
            <pc:sldMk cId="71523868" sldId="419"/>
            <ac:spMk id="16" creationId="{7F45F924-F128-284D-AAE2-552826B8FBB7}"/>
          </ac:spMkLst>
        </pc:spChg>
        <pc:spChg chg="mod">
          <ac:chgData name="Murzio Luca" userId="62ead766-6eaf-4057-bb25-25909a8c13e9" providerId="ADAL" clId="{3FA68CEF-BA90-4830-B164-02BEB71A7E1D}" dt="2026-04-15T09:43:19.402" v="8161" actId="113"/>
          <ac:spMkLst>
            <pc:docMk/>
            <pc:sldMk cId="71523868" sldId="419"/>
            <ac:spMk id="18" creationId="{78BBEAA3-CC80-9FC1-C96D-D499AC618058}"/>
          </ac:spMkLst>
        </pc:spChg>
        <pc:spChg chg="mod">
          <ac:chgData name="Murzio Luca" userId="62ead766-6eaf-4057-bb25-25909a8c13e9" providerId="ADAL" clId="{3FA68CEF-BA90-4830-B164-02BEB71A7E1D}" dt="2026-04-15T09:43:37.691" v="8167" actId="403"/>
          <ac:spMkLst>
            <pc:docMk/>
            <pc:sldMk cId="71523868" sldId="419"/>
            <ac:spMk id="20" creationId="{B5226BCC-F514-056D-0D8E-90EC7DC1F965}"/>
          </ac:spMkLst>
        </pc:spChg>
        <pc:spChg chg="mod">
          <ac:chgData name="Murzio Luca" userId="62ead766-6eaf-4057-bb25-25909a8c13e9" providerId="ADAL" clId="{3FA68CEF-BA90-4830-B164-02BEB71A7E1D}" dt="2026-04-15T09:42:47.780" v="8143" actId="2085"/>
          <ac:spMkLst>
            <pc:docMk/>
            <pc:sldMk cId="71523868" sldId="419"/>
            <ac:spMk id="23" creationId="{5F68CA1E-FEC5-7945-625B-617AF95C3F7B}"/>
          </ac:spMkLst>
        </pc:spChg>
        <pc:spChg chg="add mod">
          <ac:chgData name="Murzio Luca" userId="62ead766-6eaf-4057-bb25-25909a8c13e9" providerId="ADAL" clId="{3FA68CEF-BA90-4830-B164-02BEB71A7E1D}" dt="2026-04-15T09:42:23.735" v="8136"/>
          <ac:spMkLst>
            <pc:docMk/>
            <pc:sldMk cId="71523868" sldId="419"/>
            <ac:spMk id="25" creationId="{EB6EDFC6-D684-F41C-3372-62C33A647871}"/>
          </ac:spMkLst>
        </pc:spChg>
        <pc:spChg chg="add mod">
          <ac:chgData name="Murzio Luca" userId="62ead766-6eaf-4057-bb25-25909a8c13e9" providerId="ADAL" clId="{3FA68CEF-BA90-4830-B164-02BEB71A7E1D}" dt="2026-04-15T09:43:13.734" v="8155" actId="113"/>
          <ac:spMkLst>
            <pc:docMk/>
            <pc:sldMk cId="71523868" sldId="419"/>
            <ac:spMk id="26" creationId="{23FD12E6-89FA-C823-4781-AD1DED67CEBB}"/>
          </ac:spMkLst>
        </pc:spChg>
        <pc:spChg chg="mod">
          <ac:chgData name="Murzio Luca" userId="62ead766-6eaf-4057-bb25-25909a8c13e9" providerId="ADAL" clId="{3FA68CEF-BA90-4830-B164-02BEB71A7E1D}" dt="2026-04-15T09:43:42.993" v="8170" actId="403"/>
          <ac:spMkLst>
            <pc:docMk/>
            <pc:sldMk cId="71523868" sldId="419"/>
            <ac:spMk id="28" creationId="{85B68C92-44DF-124A-65AA-83184A6F5DED}"/>
          </ac:spMkLst>
        </pc:spChg>
        <pc:spChg chg="del">
          <ac:chgData name="Murzio Luca" userId="62ead766-6eaf-4057-bb25-25909a8c13e9" providerId="ADAL" clId="{3FA68CEF-BA90-4830-B164-02BEB71A7E1D}" dt="2026-04-15T09:44:09.940" v="8176" actId="478"/>
          <ac:spMkLst>
            <pc:docMk/>
            <pc:sldMk cId="71523868" sldId="419"/>
            <ac:spMk id="31" creationId="{D6E7AE86-5115-010D-6B88-DDBA614865C1}"/>
          </ac:spMkLst>
        </pc:spChg>
        <pc:spChg chg="add mod">
          <ac:chgData name="Murzio Luca" userId="62ead766-6eaf-4057-bb25-25909a8c13e9" providerId="ADAL" clId="{3FA68CEF-BA90-4830-B164-02BEB71A7E1D}" dt="2026-04-15T09:44:22.105" v="8178" actId="1076"/>
          <ac:spMkLst>
            <pc:docMk/>
            <pc:sldMk cId="71523868" sldId="419"/>
            <ac:spMk id="32" creationId="{673899CD-5B81-32C7-FFD5-4EE09C60F8F5}"/>
          </ac:spMkLst>
        </pc:spChg>
        <pc:spChg chg="add mod">
          <ac:chgData name="Murzio Luca" userId="62ead766-6eaf-4057-bb25-25909a8c13e9" providerId="ADAL" clId="{3FA68CEF-BA90-4830-B164-02BEB71A7E1D}" dt="2026-04-15T09:43:08.149" v="8151" actId="403"/>
          <ac:spMkLst>
            <pc:docMk/>
            <pc:sldMk cId="71523868" sldId="419"/>
            <ac:spMk id="34" creationId="{F0619E87-945C-7029-21C8-563B0A1B0520}"/>
          </ac:spMkLst>
        </pc:spChg>
        <pc:spChg chg="mod">
          <ac:chgData name="Murzio Luca" userId="62ead766-6eaf-4057-bb25-25909a8c13e9" providerId="ADAL" clId="{3FA68CEF-BA90-4830-B164-02BEB71A7E1D}" dt="2026-04-15T09:43:47.015" v="8173" actId="403"/>
          <ac:spMkLst>
            <pc:docMk/>
            <pc:sldMk cId="71523868" sldId="419"/>
            <ac:spMk id="36" creationId="{E5C4D527-1BB5-D560-AD59-C4402EBD7B7D}"/>
          </ac:spMkLst>
        </pc:spChg>
      </pc:sldChg>
      <pc:sldChg chg="addSp delSp modSp new mod">
        <pc:chgData name="Murzio Luca" userId="62ead766-6eaf-4057-bb25-25909a8c13e9" providerId="ADAL" clId="{3FA68CEF-BA90-4830-B164-02BEB71A7E1D}" dt="2026-04-15T09:49:11.702" v="8404"/>
        <pc:sldMkLst>
          <pc:docMk/>
          <pc:sldMk cId="1905359544" sldId="420"/>
        </pc:sldMkLst>
        <pc:spChg chg="mod">
          <ac:chgData name="Murzio Luca" userId="62ead766-6eaf-4057-bb25-25909a8c13e9" providerId="ADAL" clId="{3FA68CEF-BA90-4830-B164-02BEB71A7E1D}" dt="2026-04-15T09:45:08.844" v="8200" actId="20577"/>
          <ac:spMkLst>
            <pc:docMk/>
            <pc:sldMk cId="1905359544" sldId="420"/>
            <ac:spMk id="2" creationId="{FD853F84-0520-726F-08A3-671C22DEFAD2}"/>
          </ac:spMkLst>
        </pc:spChg>
        <pc:spChg chg="del">
          <ac:chgData name="Murzio Luca" userId="62ead766-6eaf-4057-bb25-25909a8c13e9" providerId="ADAL" clId="{3FA68CEF-BA90-4830-B164-02BEB71A7E1D}" dt="2026-04-15T09:45:15.453" v="8201" actId="478"/>
          <ac:spMkLst>
            <pc:docMk/>
            <pc:sldMk cId="1905359544" sldId="420"/>
            <ac:spMk id="3" creationId="{F0971C9D-E29C-E011-5125-00C6FDF12DE6}"/>
          </ac:spMkLst>
        </pc:spChg>
        <pc:spChg chg="del">
          <ac:chgData name="Murzio Luca" userId="62ead766-6eaf-4057-bb25-25909a8c13e9" providerId="ADAL" clId="{3FA68CEF-BA90-4830-B164-02BEB71A7E1D}" dt="2026-04-15T09:45:17.381" v="8202" actId="478"/>
          <ac:spMkLst>
            <pc:docMk/>
            <pc:sldMk cId="1905359544" sldId="420"/>
            <ac:spMk id="4" creationId="{DF4C31A5-9DC3-8334-3D56-09FBADAAE004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11" creationId="{0AA1E8EF-4122-9FD3-A959-A1568E676204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19" creationId="{949D5D5B-D946-9997-2A30-646B21561A13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20" creationId="{A8026E6D-CA17-48A1-9EB2-450F44CE71B0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22" creationId="{5D609768-B356-C1A9-CDF2-E43FDB32377E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26" creationId="{AB222051-7320-1E00-F797-20FC220B4BE5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28" creationId="{C4EFAED7-F446-6F58-0175-0C109E86FCCE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32" creationId="{FF19844D-A865-C34A-7D13-F8FD1EF20337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34" creationId="{0AC7944A-4809-6570-A65D-9C89B336A226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36" creationId="{7C2203BB-A8B0-13EC-A52A-902F799B50CB}"/>
          </ac:spMkLst>
        </pc:spChg>
        <pc:spChg chg="add mod">
          <ac:chgData name="Murzio Luca" userId="62ead766-6eaf-4057-bb25-25909a8c13e9" providerId="ADAL" clId="{3FA68CEF-BA90-4830-B164-02BEB71A7E1D}" dt="2026-04-15T09:49:11.702" v="8404"/>
          <ac:spMkLst>
            <pc:docMk/>
            <pc:sldMk cId="1905359544" sldId="420"/>
            <ac:spMk id="37" creationId="{F7ED24B7-03E6-1961-AEA3-D5D8B97073DD}"/>
          </ac:spMkLst>
        </pc:spChg>
        <pc:graphicFrameChg chg="add mod modGraphic">
          <ac:chgData name="Murzio Luca" userId="62ead766-6eaf-4057-bb25-25909a8c13e9" providerId="ADAL" clId="{3FA68CEF-BA90-4830-B164-02BEB71A7E1D}" dt="2026-04-15T09:48:49.031" v="8398" actId="207"/>
          <ac:graphicFrameMkLst>
            <pc:docMk/>
            <pc:sldMk cId="1905359544" sldId="420"/>
            <ac:graphicFrameMk id="9" creationId="{DB19AC8A-C780-BF58-96C0-3631EC0CFAD8}"/>
          </ac:graphicFrameMkLst>
        </pc:graphicFrameChg>
        <pc:picChg chg="add del mod">
          <ac:chgData name="Murzio Luca" userId="62ead766-6eaf-4057-bb25-25909a8c13e9" providerId="ADAL" clId="{3FA68CEF-BA90-4830-B164-02BEB71A7E1D}" dt="2026-04-15T09:45:37.780" v="8204" actId="478"/>
          <ac:picMkLst>
            <pc:docMk/>
            <pc:sldMk cId="1905359544" sldId="420"/>
            <ac:picMk id="6" creationId="{41DD7061-BFE9-B618-4F35-1AA377ED51C7}"/>
          </ac:picMkLst>
        </pc:picChg>
        <pc:picChg chg="add mod">
          <ac:chgData name="Murzio Luca" userId="62ead766-6eaf-4057-bb25-25909a8c13e9" providerId="ADAL" clId="{3FA68CEF-BA90-4830-B164-02BEB71A7E1D}" dt="2026-04-15T09:49:00.092" v="8402" actId="14100"/>
          <ac:picMkLst>
            <pc:docMk/>
            <pc:sldMk cId="1905359544" sldId="420"/>
            <ac:picMk id="8" creationId="{E36EB54D-D567-A4B9-6AAC-DA020296D05B}"/>
          </ac:picMkLst>
        </pc:picChg>
      </pc:sldChg>
      <pc:sldChg chg="addSp delSp modSp new mod modClrScheme chgLayout">
        <pc:chgData name="Murzio Luca" userId="62ead766-6eaf-4057-bb25-25909a8c13e9" providerId="ADAL" clId="{3FA68CEF-BA90-4830-B164-02BEB71A7E1D}" dt="2026-04-15T14:12:44.128" v="8743" actId="1076"/>
        <pc:sldMkLst>
          <pc:docMk/>
          <pc:sldMk cId="1022853909" sldId="421"/>
        </pc:sldMkLst>
        <pc:spChg chg="mod">
          <ac:chgData name="Murzio Luca" userId="62ead766-6eaf-4057-bb25-25909a8c13e9" providerId="ADAL" clId="{3FA68CEF-BA90-4830-B164-02BEB71A7E1D}" dt="2026-04-15T09:51:10.361" v="8707" actId="26606"/>
          <ac:spMkLst>
            <pc:docMk/>
            <pc:sldMk cId="1022853909" sldId="421"/>
            <ac:spMk id="2" creationId="{1D485A30-F537-26BF-03E4-AE2C5AC7A647}"/>
          </ac:spMkLst>
        </pc:spChg>
        <pc:spChg chg="mod ord">
          <ac:chgData name="Murzio Luca" userId="62ead766-6eaf-4057-bb25-25909a8c13e9" providerId="ADAL" clId="{3FA68CEF-BA90-4830-B164-02BEB71A7E1D}" dt="2026-04-15T09:51:39.911" v="8716" actId="27636"/>
          <ac:spMkLst>
            <pc:docMk/>
            <pc:sldMk cId="1022853909" sldId="421"/>
            <ac:spMk id="3" creationId="{2F0C86FB-F896-0DF4-D36B-27EE6C0A7BDD}"/>
          </ac:spMkLst>
        </pc:spChg>
        <pc:spChg chg="del">
          <ac:chgData name="Murzio Luca" userId="62ead766-6eaf-4057-bb25-25909a8c13e9" providerId="ADAL" clId="{3FA68CEF-BA90-4830-B164-02BEB71A7E1D}" dt="2026-04-15T09:51:10.361" v="8707" actId="26606"/>
          <ac:spMkLst>
            <pc:docMk/>
            <pc:sldMk cId="1022853909" sldId="421"/>
            <ac:spMk id="4" creationId="{27CDB595-2A5C-D95A-2B43-BD7D6EC5C1D3}"/>
          </ac:spMkLst>
        </pc:spChg>
        <pc:picChg chg="add mod">
          <ac:chgData name="Murzio Luca" userId="62ead766-6eaf-4057-bb25-25909a8c13e9" providerId="ADAL" clId="{3FA68CEF-BA90-4830-B164-02BEB71A7E1D}" dt="2026-04-15T14:12:44.128" v="8743" actId="1076"/>
          <ac:picMkLst>
            <pc:docMk/>
            <pc:sldMk cId="1022853909" sldId="421"/>
            <ac:picMk id="4" creationId="{B5E47EBA-E298-CDF6-5954-0FF2C8228104}"/>
          </ac:picMkLst>
        </pc:picChg>
        <pc:picChg chg="add del mod">
          <ac:chgData name="Murzio Luca" userId="62ead766-6eaf-4057-bb25-25909a8c13e9" providerId="ADAL" clId="{3FA68CEF-BA90-4830-B164-02BEB71A7E1D}" dt="2026-04-15T14:12:38.232" v="8739" actId="478"/>
          <ac:picMkLst>
            <pc:docMk/>
            <pc:sldMk cId="1022853909" sldId="421"/>
            <ac:picMk id="1026" creationId="{318049A6-5A1B-1F7B-D7EB-1A6D2EC6344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A5A6E4-F99C-449B-93FE-B1D3423CF8CC}" type="doc">
      <dgm:prSet loTypeId="urn:microsoft.com/office/officeart/2005/8/layout/defaul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it-IT"/>
        </a:p>
      </dgm:t>
    </dgm:pt>
    <dgm:pt modelId="{0685D889-B636-4069-BD37-0CCFD2456CBF}">
      <dgm:prSet phldrT="[Testo]" phldr="0"/>
      <dgm:spPr/>
      <dgm:t>
        <a:bodyPr/>
        <a:lstStyle/>
        <a:p>
          <a:r>
            <a:rPr lang="it-IT" dirty="0"/>
            <a:t>DQL </a:t>
          </a:r>
        </a:p>
      </dgm:t>
    </dgm:pt>
    <dgm:pt modelId="{3EEF5667-D4FC-4D85-B469-EDAAB76AF705}" type="parTrans" cxnId="{7409A403-A8BF-4977-8266-627AE504A87F}">
      <dgm:prSet/>
      <dgm:spPr/>
      <dgm:t>
        <a:bodyPr/>
        <a:lstStyle/>
        <a:p>
          <a:endParaRPr lang="it-IT"/>
        </a:p>
      </dgm:t>
    </dgm:pt>
    <dgm:pt modelId="{2524635A-B575-4204-95EA-83E29F9E4E93}" type="sibTrans" cxnId="{7409A403-A8BF-4977-8266-627AE504A87F}">
      <dgm:prSet/>
      <dgm:spPr/>
      <dgm:t>
        <a:bodyPr/>
        <a:lstStyle/>
        <a:p>
          <a:endParaRPr lang="it-IT"/>
        </a:p>
      </dgm:t>
    </dgm:pt>
    <dgm:pt modelId="{5AA7271B-8601-442F-981E-A9661C33D971}">
      <dgm:prSet phldrT="[Testo]" phldr="0"/>
      <dgm:spPr/>
      <dgm:t>
        <a:bodyPr/>
        <a:lstStyle/>
        <a:p>
          <a:r>
            <a:rPr lang="it-IT" dirty="0"/>
            <a:t>DDL  </a:t>
          </a:r>
        </a:p>
      </dgm:t>
    </dgm:pt>
    <dgm:pt modelId="{90D85194-7D9C-42C4-8822-CC956367E5B4}" type="parTrans" cxnId="{94F7F58D-2C2A-473C-8865-071A3617DE66}">
      <dgm:prSet/>
      <dgm:spPr/>
      <dgm:t>
        <a:bodyPr/>
        <a:lstStyle/>
        <a:p>
          <a:endParaRPr lang="it-IT"/>
        </a:p>
      </dgm:t>
    </dgm:pt>
    <dgm:pt modelId="{87F282B1-43A3-427F-BFF0-22E3DDA83011}" type="sibTrans" cxnId="{94F7F58D-2C2A-473C-8865-071A3617DE66}">
      <dgm:prSet/>
      <dgm:spPr/>
      <dgm:t>
        <a:bodyPr/>
        <a:lstStyle/>
        <a:p>
          <a:endParaRPr lang="it-IT"/>
        </a:p>
      </dgm:t>
    </dgm:pt>
    <dgm:pt modelId="{B58BFD2B-2DAC-4757-924D-711637864EB3}">
      <dgm:prSet phldrT="[Testo]" phldr="0"/>
      <dgm:spPr/>
      <dgm:t>
        <a:bodyPr/>
        <a:lstStyle/>
        <a:p>
          <a:r>
            <a:rPr lang="it-IT" dirty="0"/>
            <a:t>DCL</a:t>
          </a:r>
        </a:p>
      </dgm:t>
    </dgm:pt>
    <dgm:pt modelId="{5901AD6D-6E26-4983-B261-3FB357EB6627}" type="parTrans" cxnId="{D473B430-065E-4509-9138-4BD8035FC8D6}">
      <dgm:prSet/>
      <dgm:spPr/>
      <dgm:t>
        <a:bodyPr/>
        <a:lstStyle/>
        <a:p>
          <a:endParaRPr lang="it-IT"/>
        </a:p>
      </dgm:t>
    </dgm:pt>
    <dgm:pt modelId="{89BEBDB7-BE37-46A4-BD2E-85EBDC13F4FB}" type="sibTrans" cxnId="{D473B430-065E-4509-9138-4BD8035FC8D6}">
      <dgm:prSet/>
      <dgm:spPr/>
      <dgm:t>
        <a:bodyPr/>
        <a:lstStyle/>
        <a:p>
          <a:endParaRPr lang="it-IT"/>
        </a:p>
      </dgm:t>
    </dgm:pt>
    <dgm:pt modelId="{346EBDFD-8A3F-400C-90C6-D658FCF4858C}">
      <dgm:prSet phldrT="[Testo]" phldr="0"/>
      <dgm:spPr/>
      <dgm:t>
        <a:bodyPr/>
        <a:lstStyle/>
        <a:p>
          <a:r>
            <a:rPr lang="it-IT" dirty="0"/>
            <a:t>Legge i dati</a:t>
          </a:r>
        </a:p>
      </dgm:t>
    </dgm:pt>
    <dgm:pt modelId="{E2A984E5-0A6E-4659-82E2-11CF75549570}" type="parTrans" cxnId="{2C2C2DA8-444A-4A27-8707-C5ED6DDBFD7B}">
      <dgm:prSet/>
      <dgm:spPr/>
      <dgm:t>
        <a:bodyPr/>
        <a:lstStyle/>
        <a:p>
          <a:endParaRPr lang="it-IT"/>
        </a:p>
      </dgm:t>
    </dgm:pt>
    <dgm:pt modelId="{35583DA4-DF63-41AE-9684-5F669CFB8534}" type="sibTrans" cxnId="{2C2C2DA8-444A-4A27-8707-C5ED6DDBFD7B}">
      <dgm:prSet/>
      <dgm:spPr/>
      <dgm:t>
        <a:bodyPr/>
        <a:lstStyle/>
        <a:p>
          <a:endParaRPr lang="it-IT"/>
        </a:p>
      </dgm:t>
    </dgm:pt>
    <dgm:pt modelId="{45E109F9-96E7-4C23-832B-AE2C7911A6A8}">
      <dgm:prSet phldrT="[Testo]" phldr="0"/>
      <dgm:spPr/>
      <dgm:t>
        <a:bodyPr/>
        <a:lstStyle/>
        <a:p>
          <a:r>
            <a:rPr lang="it-IT" dirty="0"/>
            <a:t>Comando più usato</a:t>
          </a:r>
        </a:p>
      </dgm:t>
    </dgm:pt>
    <dgm:pt modelId="{D3CEE08B-FB53-4863-A49D-88193621BF25}" type="parTrans" cxnId="{C5B8B132-94E2-46D1-9F51-C91757869F0B}">
      <dgm:prSet/>
      <dgm:spPr/>
      <dgm:t>
        <a:bodyPr/>
        <a:lstStyle/>
        <a:p>
          <a:endParaRPr lang="it-IT"/>
        </a:p>
      </dgm:t>
    </dgm:pt>
    <dgm:pt modelId="{9728325D-8B42-40E3-8B2B-7A7EFDAEE433}" type="sibTrans" cxnId="{C5B8B132-94E2-46D1-9F51-C91757869F0B}">
      <dgm:prSet/>
      <dgm:spPr/>
      <dgm:t>
        <a:bodyPr/>
        <a:lstStyle/>
        <a:p>
          <a:endParaRPr lang="it-IT"/>
        </a:p>
      </dgm:t>
    </dgm:pt>
    <dgm:pt modelId="{36AFAF35-EF36-4C61-A01F-47C4ADC28843}">
      <dgm:prSet phldrT="[Testo]" phldr="0"/>
      <dgm:spPr/>
      <dgm:t>
        <a:bodyPr/>
        <a:lstStyle/>
        <a:p>
          <a:r>
            <a:rPr lang="it-IT" dirty="0"/>
            <a:t>DML</a:t>
          </a:r>
        </a:p>
      </dgm:t>
    </dgm:pt>
    <dgm:pt modelId="{702699FC-4A7A-4654-9ACF-557B3E2D727B}" type="parTrans" cxnId="{39CE46D4-608B-427A-8104-B71797DE4B77}">
      <dgm:prSet/>
      <dgm:spPr/>
      <dgm:t>
        <a:bodyPr/>
        <a:lstStyle/>
        <a:p>
          <a:endParaRPr lang="it-IT"/>
        </a:p>
      </dgm:t>
    </dgm:pt>
    <dgm:pt modelId="{C6B91760-F012-43A6-92D5-4527CC220F4E}" type="sibTrans" cxnId="{39CE46D4-608B-427A-8104-B71797DE4B77}">
      <dgm:prSet/>
      <dgm:spPr/>
      <dgm:t>
        <a:bodyPr/>
        <a:lstStyle/>
        <a:p>
          <a:endParaRPr lang="it-IT"/>
        </a:p>
      </dgm:t>
    </dgm:pt>
    <dgm:pt modelId="{B8EB5416-BE02-4C4C-A756-38EDE590A6C3}">
      <dgm:prSet phldrT="[Testo]" phldr="0"/>
      <dgm:spPr/>
      <dgm:t>
        <a:bodyPr/>
        <a:lstStyle/>
        <a:p>
          <a:r>
            <a:rPr lang="it-IT" dirty="0"/>
            <a:t>Modifica dei dati</a:t>
          </a:r>
        </a:p>
      </dgm:t>
    </dgm:pt>
    <dgm:pt modelId="{8A9D416A-1A5F-4C4F-9E39-F19F66F0A2F3}" type="parTrans" cxnId="{E9BC6B04-334E-4C17-B08A-F912D9854431}">
      <dgm:prSet/>
      <dgm:spPr/>
      <dgm:t>
        <a:bodyPr/>
        <a:lstStyle/>
        <a:p>
          <a:endParaRPr lang="it-IT"/>
        </a:p>
      </dgm:t>
    </dgm:pt>
    <dgm:pt modelId="{690C8254-B07E-452A-BF6F-4D337FA06F83}" type="sibTrans" cxnId="{E9BC6B04-334E-4C17-B08A-F912D9854431}">
      <dgm:prSet/>
      <dgm:spPr/>
      <dgm:t>
        <a:bodyPr/>
        <a:lstStyle/>
        <a:p>
          <a:endParaRPr lang="it-IT"/>
        </a:p>
      </dgm:t>
    </dgm:pt>
    <dgm:pt modelId="{0CF27B28-6064-42A5-AC55-F3158A49D856}">
      <dgm:prSet phldrT="[Testo]" phldr="0"/>
      <dgm:spPr/>
      <dgm:t>
        <a:bodyPr/>
        <a:lstStyle/>
        <a:p>
          <a:r>
            <a:rPr lang="it-IT" dirty="0"/>
            <a:t>Gestisce i permessi</a:t>
          </a:r>
        </a:p>
      </dgm:t>
    </dgm:pt>
    <dgm:pt modelId="{E59354A2-7F8D-41B0-8AED-D5209874698F}" type="parTrans" cxnId="{7AFEBB6C-C6C7-4EF7-A2F5-1CCA4D35BB85}">
      <dgm:prSet/>
      <dgm:spPr/>
      <dgm:t>
        <a:bodyPr/>
        <a:lstStyle/>
        <a:p>
          <a:endParaRPr lang="it-IT"/>
        </a:p>
      </dgm:t>
    </dgm:pt>
    <dgm:pt modelId="{A422A3CE-34CF-4EAE-ABC9-307A537B2CA7}" type="sibTrans" cxnId="{7AFEBB6C-C6C7-4EF7-A2F5-1CCA4D35BB85}">
      <dgm:prSet/>
      <dgm:spPr/>
      <dgm:t>
        <a:bodyPr/>
        <a:lstStyle/>
        <a:p>
          <a:endParaRPr lang="it-IT"/>
        </a:p>
      </dgm:t>
    </dgm:pt>
    <dgm:pt modelId="{79E2CBAB-DDEC-4FBD-898D-3255B53C15B3}">
      <dgm:prSet phldrT="[Testo]" phldr="0"/>
      <dgm:spPr/>
      <dgm:t>
        <a:bodyPr/>
        <a:lstStyle/>
        <a:p>
          <a:r>
            <a:rPr lang="it-IT" dirty="0"/>
            <a:t>Definisce le strutture dati</a:t>
          </a:r>
        </a:p>
      </dgm:t>
    </dgm:pt>
    <dgm:pt modelId="{AAB8285F-0971-4932-AEEB-2DEF684F6382}" type="parTrans" cxnId="{6D163D05-74B3-43F7-9C4D-26C642A45535}">
      <dgm:prSet/>
      <dgm:spPr/>
      <dgm:t>
        <a:bodyPr/>
        <a:lstStyle/>
        <a:p>
          <a:endParaRPr lang="it-IT"/>
        </a:p>
      </dgm:t>
    </dgm:pt>
    <dgm:pt modelId="{E36F8442-85F4-45F2-BBD2-FA10750E4BF8}" type="sibTrans" cxnId="{6D163D05-74B3-43F7-9C4D-26C642A45535}">
      <dgm:prSet/>
      <dgm:spPr/>
      <dgm:t>
        <a:bodyPr/>
        <a:lstStyle/>
        <a:p>
          <a:endParaRPr lang="it-IT"/>
        </a:p>
      </dgm:t>
    </dgm:pt>
    <dgm:pt modelId="{CDBEFF51-761F-4035-9DDD-F388A63468B6}">
      <dgm:prSet phldrT="[Testo]" phldr="0"/>
      <dgm:spPr/>
      <dgm:t>
        <a:bodyPr/>
        <a:lstStyle/>
        <a:p>
          <a:r>
            <a:rPr lang="it-IT" dirty="0"/>
            <a:t>SELECT</a:t>
          </a:r>
        </a:p>
      </dgm:t>
    </dgm:pt>
    <dgm:pt modelId="{65207788-CE3A-4066-A2C4-22206FF344B0}" type="parTrans" cxnId="{1D214925-A804-43D3-83BB-B3E6D93DE4F3}">
      <dgm:prSet/>
      <dgm:spPr/>
      <dgm:t>
        <a:bodyPr/>
        <a:lstStyle/>
        <a:p>
          <a:endParaRPr lang="it-IT"/>
        </a:p>
      </dgm:t>
    </dgm:pt>
    <dgm:pt modelId="{053A8FA2-03E2-4FF0-A44B-E6E63C6DAB1F}" type="sibTrans" cxnId="{1D214925-A804-43D3-83BB-B3E6D93DE4F3}">
      <dgm:prSet/>
      <dgm:spPr/>
      <dgm:t>
        <a:bodyPr/>
        <a:lstStyle/>
        <a:p>
          <a:endParaRPr lang="it-IT"/>
        </a:p>
      </dgm:t>
    </dgm:pt>
    <dgm:pt modelId="{09ED3C5E-D507-455C-806D-7BE3F82ECCE2}">
      <dgm:prSet phldrT="[Testo]" phldr="0"/>
      <dgm:spPr/>
      <dgm:t>
        <a:bodyPr/>
        <a:lstStyle/>
        <a:p>
          <a:r>
            <a:rPr lang="it-IT"/>
            <a:t>INSERT/UPDATE/DELETE</a:t>
          </a:r>
          <a:endParaRPr lang="it-IT" dirty="0"/>
        </a:p>
      </dgm:t>
    </dgm:pt>
    <dgm:pt modelId="{20324096-7D24-4731-8BB2-076D7558DAF0}" type="parTrans" cxnId="{2F1704F0-D15F-4875-8F6B-2702B9C700D3}">
      <dgm:prSet/>
      <dgm:spPr/>
      <dgm:t>
        <a:bodyPr/>
        <a:lstStyle/>
        <a:p>
          <a:endParaRPr lang="it-IT"/>
        </a:p>
      </dgm:t>
    </dgm:pt>
    <dgm:pt modelId="{676CFAE0-05A9-4388-8CFC-C915C62C56D4}" type="sibTrans" cxnId="{2F1704F0-D15F-4875-8F6B-2702B9C700D3}">
      <dgm:prSet/>
      <dgm:spPr/>
      <dgm:t>
        <a:bodyPr/>
        <a:lstStyle/>
        <a:p>
          <a:endParaRPr lang="it-IT"/>
        </a:p>
      </dgm:t>
    </dgm:pt>
    <dgm:pt modelId="{5EAAD466-BD63-4185-9E0D-7E49F7FE94AA}">
      <dgm:prSet phldrT="[Testo]" phldr="0"/>
      <dgm:spPr/>
      <dgm:t>
        <a:bodyPr/>
        <a:lstStyle/>
        <a:p>
          <a:r>
            <a:rPr lang="it-IT" dirty="0"/>
            <a:t>CREATE/ALTER/DROP</a:t>
          </a:r>
        </a:p>
      </dgm:t>
    </dgm:pt>
    <dgm:pt modelId="{B7BE9ACD-5C97-438D-8C5B-7CE6611769ED}" type="parTrans" cxnId="{C677C33D-CE26-4F2E-832F-05ABD770CB1A}">
      <dgm:prSet/>
      <dgm:spPr/>
      <dgm:t>
        <a:bodyPr/>
        <a:lstStyle/>
        <a:p>
          <a:endParaRPr lang="it-IT"/>
        </a:p>
      </dgm:t>
    </dgm:pt>
    <dgm:pt modelId="{FF8C685C-24DE-404E-A980-BA27E9A616DB}" type="sibTrans" cxnId="{C677C33D-CE26-4F2E-832F-05ABD770CB1A}">
      <dgm:prSet/>
      <dgm:spPr/>
      <dgm:t>
        <a:bodyPr/>
        <a:lstStyle/>
        <a:p>
          <a:endParaRPr lang="it-IT"/>
        </a:p>
      </dgm:t>
    </dgm:pt>
    <dgm:pt modelId="{8A9E62A3-BCC3-4B9C-BEA0-4983FCE60EAD}">
      <dgm:prSet phldrT="[Testo]" phldr="0"/>
      <dgm:spPr/>
      <dgm:t>
        <a:bodyPr/>
        <a:lstStyle/>
        <a:p>
          <a:r>
            <a:rPr lang="it-IT"/>
            <a:t>GRANT/REVOKE</a:t>
          </a:r>
          <a:endParaRPr lang="it-IT" dirty="0"/>
        </a:p>
      </dgm:t>
    </dgm:pt>
    <dgm:pt modelId="{86394387-386F-41D6-958A-318D543F7DDD}" type="parTrans" cxnId="{0FD715CA-ECD3-45F4-B6EA-F942B87E0571}">
      <dgm:prSet/>
      <dgm:spPr/>
      <dgm:t>
        <a:bodyPr/>
        <a:lstStyle/>
        <a:p>
          <a:endParaRPr lang="it-IT"/>
        </a:p>
      </dgm:t>
    </dgm:pt>
    <dgm:pt modelId="{E000D14C-E15B-4534-9C9A-6DDF28626CFE}" type="sibTrans" cxnId="{0FD715CA-ECD3-45F4-B6EA-F942B87E0571}">
      <dgm:prSet/>
      <dgm:spPr/>
      <dgm:t>
        <a:bodyPr/>
        <a:lstStyle/>
        <a:p>
          <a:endParaRPr lang="it-IT"/>
        </a:p>
      </dgm:t>
    </dgm:pt>
    <dgm:pt modelId="{707E6331-43F1-4D6B-9A98-49BFAE3EAD94}" type="pres">
      <dgm:prSet presAssocID="{FBA5A6E4-F99C-449B-93FE-B1D3423CF8CC}" presName="diagram" presStyleCnt="0">
        <dgm:presLayoutVars>
          <dgm:dir/>
          <dgm:resizeHandles val="exact"/>
        </dgm:presLayoutVars>
      </dgm:prSet>
      <dgm:spPr/>
    </dgm:pt>
    <dgm:pt modelId="{28109460-2C22-4160-A8FE-6D1F94FCBD9C}" type="pres">
      <dgm:prSet presAssocID="{0685D889-B636-4069-BD37-0CCFD2456CBF}" presName="node" presStyleLbl="node1" presStyleIdx="0" presStyleCnt="4">
        <dgm:presLayoutVars>
          <dgm:bulletEnabled val="1"/>
        </dgm:presLayoutVars>
      </dgm:prSet>
      <dgm:spPr/>
    </dgm:pt>
    <dgm:pt modelId="{41EB98FD-6147-4908-9E43-A2DF07791063}" type="pres">
      <dgm:prSet presAssocID="{2524635A-B575-4204-95EA-83E29F9E4E93}" presName="sibTrans" presStyleCnt="0"/>
      <dgm:spPr/>
    </dgm:pt>
    <dgm:pt modelId="{836D7653-4DBE-4925-97B6-FE0F1560163C}" type="pres">
      <dgm:prSet presAssocID="{36AFAF35-EF36-4C61-A01F-47C4ADC28843}" presName="node" presStyleLbl="node1" presStyleIdx="1" presStyleCnt="4">
        <dgm:presLayoutVars>
          <dgm:bulletEnabled val="1"/>
        </dgm:presLayoutVars>
      </dgm:prSet>
      <dgm:spPr/>
    </dgm:pt>
    <dgm:pt modelId="{FC345FDF-F1AE-401F-8CD8-C799D1E58E14}" type="pres">
      <dgm:prSet presAssocID="{C6B91760-F012-43A6-92D5-4527CC220F4E}" presName="sibTrans" presStyleCnt="0"/>
      <dgm:spPr/>
    </dgm:pt>
    <dgm:pt modelId="{D62F2F25-16BE-4A0E-8C9D-563FF1BCBF77}" type="pres">
      <dgm:prSet presAssocID="{5AA7271B-8601-442F-981E-A9661C33D971}" presName="node" presStyleLbl="node1" presStyleIdx="2" presStyleCnt="4">
        <dgm:presLayoutVars>
          <dgm:bulletEnabled val="1"/>
        </dgm:presLayoutVars>
      </dgm:prSet>
      <dgm:spPr/>
    </dgm:pt>
    <dgm:pt modelId="{8198E29F-DD52-46ED-AB39-18E2DC9E78C1}" type="pres">
      <dgm:prSet presAssocID="{87F282B1-43A3-427F-BFF0-22E3DDA83011}" presName="sibTrans" presStyleCnt="0"/>
      <dgm:spPr/>
    </dgm:pt>
    <dgm:pt modelId="{36B6E646-08C1-4875-B3EB-B49792637892}" type="pres">
      <dgm:prSet presAssocID="{B58BFD2B-2DAC-4757-924D-711637864EB3}" presName="node" presStyleLbl="node1" presStyleIdx="3" presStyleCnt="4">
        <dgm:presLayoutVars>
          <dgm:bulletEnabled val="1"/>
        </dgm:presLayoutVars>
      </dgm:prSet>
      <dgm:spPr/>
    </dgm:pt>
  </dgm:ptLst>
  <dgm:cxnLst>
    <dgm:cxn modelId="{7409A403-A8BF-4977-8266-627AE504A87F}" srcId="{FBA5A6E4-F99C-449B-93FE-B1D3423CF8CC}" destId="{0685D889-B636-4069-BD37-0CCFD2456CBF}" srcOrd="0" destOrd="0" parTransId="{3EEF5667-D4FC-4D85-B469-EDAAB76AF705}" sibTransId="{2524635A-B575-4204-95EA-83E29F9E4E93}"/>
    <dgm:cxn modelId="{E9BC6B04-334E-4C17-B08A-F912D9854431}" srcId="{36AFAF35-EF36-4C61-A01F-47C4ADC28843}" destId="{B8EB5416-BE02-4C4C-A756-38EDE590A6C3}" srcOrd="1" destOrd="0" parTransId="{8A9D416A-1A5F-4C4F-9E39-F19F66F0A2F3}" sibTransId="{690C8254-B07E-452A-BF6F-4D337FA06F83}"/>
    <dgm:cxn modelId="{6D163D05-74B3-43F7-9C4D-26C642A45535}" srcId="{5AA7271B-8601-442F-981E-A9661C33D971}" destId="{79E2CBAB-DDEC-4FBD-898D-3255B53C15B3}" srcOrd="1" destOrd="0" parTransId="{AAB8285F-0971-4932-AEEB-2DEF684F6382}" sibTransId="{E36F8442-85F4-45F2-BBD2-FA10750E4BF8}"/>
    <dgm:cxn modelId="{AE01D31F-7C56-4857-BEBC-67D2C7392A7B}" type="presOf" srcId="{45E109F9-96E7-4C23-832B-AE2C7911A6A8}" destId="{28109460-2C22-4160-A8FE-6D1F94FCBD9C}" srcOrd="0" destOrd="3" presId="urn:microsoft.com/office/officeart/2005/8/layout/default"/>
    <dgm:cxn modelId="{1D214925-A804-43D3-83BB-B3E6D93DE4F3}" srcId="{0685D889-B636-4069-BD37-0CCFD2456CBF}" destId="{CDBEFF51-761F-4035-9DDD-F388A63468B6}" srcOrd="0" destOrd="0" parTransId="{65207788-CE3A-4066-A2C4-22206FF344B0}" sibTransId="{053A8FA2-03E2-4FF0-A44B-E6E63C6DAB1F}"/>
    <dgm:cxn modelId="{DF2A3530-54CD-4BE4-B520-7C3038F6017F}" type="presOf" srcId="{0685D889-B636-4069-BD37-0CCFD2456CBF}" destId="{28109460-2C22-4160-A8FE-6D1F94FCBD9C}" srcOrd="0" destOrd="0" presId="urn:microsoft.com/office/officeart/2005/8/layout/default"/>
    <dgm:cxn modelId="{D473B430-065E-4509-9138-4BD8035FC8D6}" srcId="{FBA5A6E4-F99C-449B-93FE-B1D3423CF8CC}" destId="{B58BFD2B-2DAC-4757-924D-711637864EB3}" srcOrd="3" destOrd="0" parTransId="{5901AD6D-6E26-4983-B261-3FB357EB6627}" sibTransId="{89BEBDB7-BE37-46A4-BD2E-85EBDC13F4FB}"/>
    <dgm:cxn modelId="{C5B8B132-94E2-46D1-9F51-C91757869F0B}" srcId="{0685D889-B636-4069-BD37-0CCFD2456CBF}" destId="{45E109F9-96E7-4C23-832B-AE2C7911A6A8}" srcOrd="2" destOrd="0" parTransId="{D3CEE08B-FB53-4863-A49D-88193621BF25}" sibTransId="{9728325D-8B42-40E3-8B2B-7A7EFDAEE433}"/>
    <dgm:cxn modelId="{C677C33D-CE26-4F2E-832F-05ABD770CB1A}" srcId="{5AA7271B-8601-442F-981E-A9661C33D971}" destId="{5EAAD466-BD63-4185-9E0D-7E49F7FE94AA}" srcOrd="0" destOrd="0" parTransId="{B7BE9ACD-5C97-438D-8C5B-7CE6611769ED}" sibTransId="{FF8C685C-24DE-404E-A980-BA27E9A616DB}"/>
    <dgm:cxn modelId="{ED2B5F5F-294E-4B59-A3A1-99CC007787F0}" type="presOf" srcId="{CDBEFF51-761F-4035-9DDD-F388A63468B6}" destId="{28109460-2C22-4160-A8FE-6D1F94FCBD9C}" srcOrd="0" destOrd="1" presId="urn:microsoft.com/office/officeart/2005/8/layout/default"/>
    <dgm:cxn modelId="{E73B0D48-2710-4DA0-B806-202E796F4F5A}" type="presOf" srcId="{79E2CBAB-DDEC-4FBD-898D-3255B53C15B3}" destId="{D62F2F25-16BE-4A0E-8C9D-563FF1BCBF77}" srcOrd="0" destOrd="2" presId="urn:microsoft.com/office/officeart/2005/8/layout/default"/>
    <dgm:cxn modelId="{7213C268-2BA7-47AF-8C88-FB1ECA2922DD}" type="presOf" srcId="{36AFAF35-EF36-4C61-A01F-47C4ADC28843}" destId="{836D7653-4DBE-4925-97B6-FE0F1560163C}" srcOrd="0" destOrd="0" presId="urn:microsoft.com/office/officeart/2005/8/layout/default"/>
    <dgm:cxn modelId="{7AFEBB6C-C6C7-4EF7-A2F5-1CCA4D35BB85}" srcId="{B58BFD2B-2DAC-4757-924D-711637864EB3}" destId="{0CF27B28-6064-42A5-AC55-F3158A49D856}" srcOrd="1" destOrd="0" parTransId="{E59354A2-7F8D-41B0-8AED-D5209874698F}" sibTransId="{A422A3CE-34CF-4EAE-ABC9-307A537B2CA7}"/>
    <dgm:cxn modelId="{33E8185A-42B6-483D-BF66-9EE4BD2B0E96}" type="presOf" srcId="{09ED3C5E-D507-455C-806D-7BE3F82ECCE2}" destId="{836D7653-4DBE-4925-97B6-FE0F1560163C}" srcOrd="0" destOrd="1" presId="urn:microsoft.com/office/officeart/2005/8/layout/default"/>
    <dgm:cxn modelId="{CAD6D87E-55FB-4A66-B119-72750D383864}" type="presOf" srcId="{0CF27B28-6064-42A5-AC55-F3158A49D856}" destId="{36B6E646-08C1-4875-B3EB-B49792637892}" srcOrd="0" destOrd="2" presId="urn:microsoft.com/office/officeart/2005/8/layout/default"/>
    <dgm:cxn modelId="{94F7F58D-2C2A-473C-8865-071A3617DE66}" srcId="{FBA5A6E4-F99C-449B-93FE-B1D3423CF8CC}" destId="{5AA7271B-8601-442F-981E-A9661C33D971}" srcOrd="2" destOrd="0" parTransId="{90D85194-7D9C-42C4-8822-CC956367E5B4}" sibTransId="{87F282B1-43A3-427F-BFF0-22E3DDA83011}"/>
    <dgm:cxn modelId="{1507D397-381B-4923-A1F7-745CB9A156A5}" type="presOf" srcId="{346EBDFD-8A3F-400C-90C6-D658FCF4858C}" destId="{28109460-2C22-4160-A8FE-6D1F94FCBD9C}" srcOrd="0" destOrd="2" presId="urn:microsoft.com/office/officeart/2005/8/layout/default"/>
    <dgm:cxn modelId="{19A2C4A3-D323-4466-9F9E-A7884A84D691}" type="presOf" srcId="{B8EB5416-BE02-4C4C-A756-38EDE590A6C3}" destId="{836D7653-4DBE-4925-97B6-FE0F1560163C}" srcOrd="0" destOrd="2" presId="urn:microsoft.com/office/officeart/2005/8/layout/default"/>
    <dgm:cxn modelId="{2C2C2DA8-444A-4A27-8707-C5ED6DDBFD7B}" srcId="{0685D889-B636-4069-BD37-0CCFD2456CBF}" destId="{346EBDFD-8A3F-400C-90C6-D658FCF4858C}" srcOrd="1" destOrd="0" parTransId="{E2A984E5-0A6E-4659-82E2-11CF75549570}" sibTransId="{35583DA4-DF63-41AE-9684-5F669CFB8534}"/>
    <dgm:cxn modelId="{96EEFABD-1A95-4146-A35D-78E7715BED50}" type="presOf" srcId="{8A9E62A3-BCC3-4B9C-BEA0-4983FCE60EAD}" destId="{36B6E646-08C1-4875-B3EB-B49792637892}" srcOrd="0" destOrd="1" presId="urn:microsoft.com/office/officeart/2005/8/layout/default"/>
    <dgm:cxn modelId="{A37C5FBF-9065-4098-87FA-A22097FB13F3}" type="presOf" srcId="{5AA7271B-8601-442F-981E-A9661C33D971}" destId="{D62F2F25-16BE-4A0E-8C9D-563FF1BCBF77}" srcOrd="0" destOrd="0" presId="urn:microsoft.com/office/officeart/2005/8/layout/default"/>
    <dgm:cxn modelId="{0FD715CA-ECD3-45F4-B6EA-F942B87E0571}" srcId="{B58BFD2B-2DAC-4757-924D-711637864EB3}" destId="{8A9E62A3-BCC3-4B9C-BEA0-4983FCE60EAD}" srcOrd="0" destOrd="0" parTransId="{86394387-386F-41D6-958A-318D543F7DDD}" sibTransId="{E000D14C-E15B-4534-9C9A-6DDF28626CFE}"/>
    <dgm:cxn modelId="{39CE46D4-608B-427A-8104-B71797DE4B77}" srcId="{FBA5A6E4-F99C-449B-93FE-B1D3423CF8CC}" destId="{36AFAF35-EF36-4C61-A01F-47C4ADC28843}" srcOrd="1" destOrd="0" parTransId="{702699FC-4A7A-4654-9ACF-557B3E2D727B}" sibTransId="{C6B91760-F012-43A6-92D5-4527CC220F4E}"/>
    <dgm:cxn modelId="{5FB1E1D6-36F2-4865-9B19-AF8F0A29C909}" type="presOf" srcId="{FBA5A6E4-F99C-449B-93FE-B1D3423CF8CC}" destId="{707E6331-43F1-4D6B-9A98-49BFAE3EAD94}" srcOrd="0" destOrd="0" presId="urn:microsoft.com/office/officeart/2005/8/layout/default"/>
    <dgm:cxn modelId="{005F06E8-26A9-4319-B99B-EDB6EE5CE598}" type="presOf" srcId="{5EAAD466-BD63-4185-9E0D-7E49F7FE94AA}" destId="{D62F2F25-16BE-4A0E-8C9D-563FF1BCBF77}" srcOrd="0" destOrd="1" presId="urn:microsoft.com/office/officeart/2005/8/layout/default"/>
    <dgm:cxn modelId="{2F1704F0-D15F-4875-8F6B-2702B9C700D3}" srcId="{36AFAF35-EF36-4C61-A01F-47C4ADC28843}" destId="{09ED3C5E-D507-455C-806D-7BE3F82ECCE2}" srcOrd="0" destOrd="0" parTransId="{20324096-7D24-4731-8BB2-076D7558DAF0}" sibTransId="{676CFAE0-05A9-4388-8CFC-C915C62C56D4}"/>
    <dgm:cxn modelId="{06A6B5FF-58E1-4AC7-B51A-16B596843C57}" type="presOf" srcId="{B58BFD2B-2DAC-4757-924D-711637864EB3}" destId="{36B6E646-08C1-4875-B3EB-B49792637892}" srcOrd="0" destOrd="0" presId="urn:microsoft.com/office/officeart/2005/8/layout/default"/>
    <dgm:cxn modelId="{78FC4DCA-B5D6-4FE6-85FC-0BC38F6BB611}" type="presParOf" srcId="{707E6331-43F1-4D6B-9A98-49BFAE3EAD94}" destId="{28109460-2C22-4160-A8FE-6D1F94FCBD9C}" srcOrd="0" destOrd="0" presId="urn:microsoft.com/office/officeart/2005/8/layout/default"/>
    <dgm:cxn modelId="{29136632-31FB-461B-909F-BB24030ADF8B}" type="presParOf" srcId="{707E6331-43F1-4D6B-9A98-49BFAE3EAD94}" destId="{41EB98FD-6147-4908-9E43-A2DF07791063}" srcOrd="1" destOrd="0" presId="urn:microsoft.com/office/officeart/2005/8/layout/default"/>
    <dgm:cxn modelId="{1E761DF0-1760-44D3-B161-A0A130D3EA5E}" type="presParOf" srcId="{707E6331-43F1-4D6B-9A98-49BFAE3EAD94}" destId="{836D7653-4DBE-4925-97B6-FE0F1560163C}" srcOrd="2" destOrd="0" presId="urn:microsoft.com/office/officeart/2005/8/layout/default"/>
    <dgm:cxn modelId="{00BB8104-A7C0-4CCA-89A4-05C49D2D1244}" type="presParOf" srcId="{707E6331-43F1-4D6B-9A98-49BFAE3EAD94}" destId="{FC345FDF-F1AE-401F-8CD8-C799D1E58E14}" srcOrd="3" destOrd="0" presId="urn:microsoft.com/office/officeart/2005/8/layout/default"/>
    <dgm:cxn modelId="{9EAA72E8-834B-4254-88FF-D93C8A6A0D33}" type="presParOf" srcId="{707E6331-43F1-4D6B-9A98-49BFAE3EAD94}" destId="{D62F2F25-16BE-4A0E-8C9D-563FF1BCBF77}" srcOrd="4" destOrd="0" presId="urn:microsoft.com/office/officeart/2005/8/layout/default"/>
    <dgm:cxn modelId="{85754532-E245-4BDF-985D-530C94A5C1A2}" type="presParOf" srcId="{707E6331-43F1-4D6B-9A98-49BFAE3EAD94}" destId="{8198E29F-DD52-46ED-AB39-18E2DC9E78C1}" srcOrd="5" destOrd="0" presId="urn:microsoft.com/office/officeart/2005/8/layout/default"/>
    <dgm:cxn modelId="{1D3B54F2-3B26-42C7-9301-2FE990A9145B}" type="presParOf" srcId="{707E6331-43F1-4D6B-9A98-49BFAE3EAD94}" destId="{36B6E646-08C1-4875-B3EB-B4979263789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05BF02-B82D-4805-88A8-36F297AF161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6EFF06EC-1862-4856-9929-C230B9DEF3C7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Senza indici</a:t>
          </a:r>
        </a:p>
      </dgm:t>
    </dgm:pt>
    <dgm:pt modelId="{DC9858F3-567A-4B17-9CD7-5509B62AD91A}" type="parTrans" cxnId="{D1E93920-BB32-4772-999D-45E0E93CCF50}">
      <dgm:prSet/>
      <dgm:spPr/>
      <dgm:t>
        <a:bodyPr/>
        <a:lstStyle/>
        <a:p>
          <a:endParaRPr lang="it-IT"/>
        </a:p>
      </dgm:t>
    </dgm:pt>
    <dgm:pt modelId="{A42CCD8A-B591-4505-85AB-27237F4DEC7B}" type="sibTrans" cxnId="{D1E93920-BB32-4772-999D-45E0E93CCF50}">
      <dgm:prSet/>
      <dgm:spPr/>
      <dgm:t>
        <a:bodyPr/>
        <a:lstStyle/>
        <a:p>
          <a:endParaRPr lang="it-IT"/>
        </a:p>
      </dgm:t>
    </dgm:pt>
    <dgm:pt modelId="{2E129DC6-6B85-456B-88EC-93EC2B753DAC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Con indice</a:t>
          </a:r>
        </a:p>
      </dgm:t>
    </dgm:pt>
    <dgm:pt modelId="{E1EEE227-53A7-4D6E-87ED-3F7A869ED83E}" type="parTrans" cxnId="{89022780-DD9A-4F3E-A7D7-AAFD5C27AE7A}">
      <dgm:prSet/>
      <dgm:spPr/>
      <dgm:t>
        <a:bodyPr/>
        <a:lstStyle/>
        <a:p>
          <a:endParaRPr lang="it-IT"/>
        </a:p>
      </dgm:t>
    </dgm:pt>
    <dgm:pt modelId="{8DA00FEC-9F9A-4DCE-82C5-A09ACEC9C28E}" type="sibTrans" cxnId="{89022780-DD9A-4F3E-A7D7-AAFD5C27AE7A}">
      <dgm:prSet/>
      <dgm:spPr/>
      <dgm:t>
        <a:bodyPr/>
        <a:lstStyle/>
        <a:p>
          <a:endParaRPr lang="it-IT"/>
        </a:p>
      </dgm:t>
    </dgm:pt>
    <dgm:pt modelId="{951032DD-A3C1-4058-8EE0-0375E5765F55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Lettura completa</a:t>
          </a:r>
        </a:p>
      </dgm:t>
    </dgm:pt>
    <dgm:pt modelId="{EC6F6B90-68F6-47BC-8F0F-C49142CBA3A2}" type="parTrans" cxnId="{20F9E557-A5D3-41B7-A72E-23BABD517DF0}">
      <dgm:prSet/>
      <dgm:spPr/>
      <dgm:t>
        <a:bodyPr/>
        <a:lstStyle/>
        <a:p>
          <a:endParaRPr lang="it-IT"/>
        </a:p>
      </dgm:t>
    </dgm:pt>
    <dgm:pt modelId="{300A7C73-B68F-4681-BA1B-E24951562BA9}" type="sibTrans" cxnId="{20F9E557-A5D3-41B7-A72E-23BABD517DF0}">
      <dgm:prSet/>
      <dgm:spPr/>
      <dgm:t>
        <a:bodyPr/>
        <a:lstStyle/>
        <a:p>
          <a:endParaRPr lang="it-IT"/>
        </a:p>
      </dgm:t>
    </dgm:pt>
    <dgm:pt modelId="{F7C4460F-36D4-4FFC-92D2-D51D4003B197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Su tabelle grandi molto lento</a:t>
          </a:r>
        </a:p>
      </dgm:t>
    </dgm:pt>
    <dgm:pt modelId="{EAF49FAE-7224-4F70-ACF6-57FB5071ECA7}" type="parTrans" cxnId="{E576334F-4739-4490-8941-1B11E2E4DB48}">
      <dgm:prSet/>
      <dgm:spPr/>
      <dgm:t>
        <a:bodyPr/>
        <a:lstStyle/>
        <a:p>
          <a:endParaRPr lang="it-IT"/>
        </a:p>
      </dgm:t>
    </dgm:pt>
    <dgm:pt modelId="{45F317FE-E7CC-4B00-8AD6-3081E9CBDF9D}" type="sibTrans" cxnId="{E576334F-4739-4490-8941-1B11E2E4DB48}">
      <dgm:prSet/>
      <dgm:spPr/>
      <dgm:t>
        <a:bodyPr/>
        <a:lstStyle/>
        <a:p>
          <a:endParaRPr lang="it-IT"/>
        </a:p>
      </dgm:t>
    </dgm:pt>
    <dgm:pt modelId="{A298BC47-D99D-4DCA-A24A-6315A8A9174E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Accesso diretto</a:t>
          </a:r>
        </a:p>
      </dgm:t>
    </dgm:pt>
    <dgm:pt modelId="{C1D8A208-1B5F-46F3-9479-A7D8A01F6A77}" type="parTrans" cxnId="{488FBD2E-9893-4704-8991-34C6E8D9D07F}">
      <dgm:prSet/>
      <dgm:spPr/>
      <dgm:t>
        <a:bodyPr/>
        <a:lstStyle/>
        <a:p>
          <a:endParaRPr lang="it-IT"/>
        </a:p>
      </dgm:t>
    </dgm:pt>
    <dgm:pt modelId="{EFA9B835-7CBC-404A-A287-EF1BC12D7475}" type="sibTrans" cxnId="{488FBD2E-9893-4704-8991-34C6E8D9D07F}">
      <dgm:prSet/>
      <dgm:spPr/>
      <dgm:t>
        <a:bodyPr/>
        <a:lstStyle/>
        <a:p>
          <a:endParaRPr lang="it-IT"/>
        </a:p>
      </dgm:t>
    </dgm:pt>
    <dgm:pt modelId="{98CB007D-2A7F-4468-9781-77AE28350CA4}">
      <dgm:prSet phldrT="[Testo]" phldr="0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it-IT" dirty="0">
              <a:solidFill>
                <a:schemeClr val="tx1"/>
              </a:solidFill>
            </a:rPr>
            <a:t>Molto veloce</a:t>
          </a:r>
        </a:p>
      </dgm:t>
    </dgm:pt>
    <dgm:pt modelId="{33DA9A9D-7B3A-4AF9-90D0-22B888623503}" type="parTrans" cxnId="{F7D87228-96A7-4BC8-A8E9-FC9CB5B3A1E7}">
      <dgm:prSet/>
      <dgm:spPr/>
      <dgm:t>
        <a:bodyPr/>
        <a:lstStyle/>
        <a:p>
          <a:endParaRPr lang="it-IT"/>
        </a:p>
      </dgm:t>
    </dgm:pt>
    <dgm:pt modelId="{F9C80054-015D-49D3-8BDA-13161476EFA7}" type="sibTrans" cxnId="{F7D87228-96A7-4BC8-A8E9-FC9CB5B3A1E7}">
      <dgm:prSet/>
      <dgm:spPr/>
      <dgm:t>
        <a:bodyPr/>
        <a:lstStyle/>
        <a:p>
          <a:endParaRPr lang="it-IT"/>
        </a:p>
      </dgm:t>
    </dgm:pt>
    <dgm:pt modelId="{64294B7B-836F-4616-AFB7-02621B914FD9}" type="pres">
      <dgm:prSet presAssocID="{0605BF02-B82D-4805-88A8-36F297AF161E}" presName="diagram" presStyleCnt="0">
        <dgm:presLayoutVars>
          <dgm:dir/>
          <dgm:resizeHandles val="exact"/>
        </dgm:presLayoutVars>
      </dgm:prSet>
      <dgm:spPr/>
    </dgm:pt>
    <dgm:pt modelId="{AB41DE00-C0A4-4AA1-B8BC-07131049150C}" type="pres">
      <dgm:prSet presAssocID="{6EFF06EC-1862-4856-9929-C230B9DEF3C7}" presName="node" presStyleLbl="node1" presStyleIdx="0" presStyleCnt="2">
        <dgm:presLayoutVars>
          <dgm:bulletEnabled val="1"/>
        </dgm:presLayoutVars>
      </dgm:prSet>
      <dgm:spPr/>
    </dgm:pt>
    <dgm:pt modelId="{4DC111A4-7607-451F-A485-7AAE72ABC649}" type="pres">
      <dgm:prSet presAssocID="{A42CCD8A-B591-4505-85AB-27237F4DEC7B}" presName="sibTrans" presStyleCnt="0"/>
      <dgm:spPr/>
    </dgm:pt>
    <dgm:pt modelId="{538FF815-78C2-4DC6-A902-E2CF5E11E831}" type="pres">
      <dgm:prSet presAssocID="{2E129DC6-6B85-456B-88EC-93EC2B753DAC}" presName="node" presStyleLbl="node1" presStyleIdx="1" presStyleCnt="2">
        <dgm:presLayoutVars>
          <dgm:bulletEnabled val="1"/>
        </dgm:presLayoutVars>
      </dgm:prSet>
      <dgm:spPr/>
    </dgm:pt>
  </dgm:ptLst>
  <dgm:cxnLst>
    <dgm:cxn modelId="{D1E93920-BB32-4772-999D-45E0E93CCF50}" srcId="{0605BF02-B82D-4805-88A8-36F297AF161E}" destId="{6EFF06EC-1862-4856-9929-C230B9DEF3C7}" srcOrd="0" destOrd="0" parTransId="{DC9858F3-567A-4B17-9CD7-5509B62AD91A}" sibTransId="{A42CCD8A-B591-4505-85AB-27237F4DEC7B}"/>
    <dgm:cxn modelId="{C5065622-F02C-47B9-8A79-67C715FA1383}" type="presOf" srcId="{0605BF02-B82D-4805-88A8-36F297AF161E}" destId="{64294B7B-836F-4616-AFB7-02621B914FD9}" srcOrd="0" destOrd="0" presId="urn:microsoft.com/office/officeart/2005/8/layout/default"/>
    <dgm:cxn modelId="{F7D87228-96A7-4BC8-A8E9-FC9CB5B3A1E7}" srcId="{2E129DC6-6B85-456B-88EC-93EC2B753DAC}" destId="{98CB007D-2A7F-4468-9781-77AE28350CA4}" srcOrd="1" destOrd="0" parTransId="{33DA9A9D-7B3A-4AF9-90D0-22B888623503}" sibTransId="{F9C80054-015D-49D3-8BDA-13161476EFA7}"/>
    <dgm:cxn modelId="{488FBD2E-9893-4704-8991-34C6E8D9D07F}" srcId="{2E129DC6-6B85-456B-88EC-93EC2B753DAC}" destId="{A298BC47-D99D-4DCA-A24A-6315A8A9174E}" srcOrd="0" destOrd="0" parTransId="{C1D8A208-1B5F-46F3-9479-A7D8A01F6A77}" sibTransId="{EFA9B835-7CBC-404A-A287-EF1BC12D7475}"/>
    <dgm:cxn modelId="{F1094161-FBEE-4250-87C9-75576D97AA2C}" type="presOf" srcId="{98CB007D-2A7F-4468-9781-77AE28350CA4}" destId="{538FF815-78C2-4DC6-A902-E2CF5E11E831}" srcOrd="0" destOrd="2" presId="urn:microsoft.com/office/officeart/2005/8/layout/default"/>
    <dgm:cxn modelId="{3404AA4B-746F-4131-B20B-FD39A90FE52F}" type="presOf" srcId="{6EFF06EC-1862-4856-9929-C230B9DEF3C7}" destId="{AB41DE00-C0A4-4AA1-B8BC-07131049150C}" srcOrd="0" destOrd="0" presId="urn:microsoft.com/office/officeart/2005/8/layout/default"/>
    <dgm:cxn modelId="{E576334F-4739-4490-8941-1B11E2E4DB48}" srcId="{6EFF06EC-1862-4856-9929-C230B9DEF3C7}" destId="{F7C4460F-36D4-4FFC-92D2-D51D4003B197}" srcOrd="1" destOrd="0" parTransId="{EAF49FAE-7224-4F70-ACF6-57FB5071ECA7}" sibTransId="{45F317FE-E7CC-4B00-8AD6-3081E9CBDF9D}"/>
    <dgm:cxn modelId="{20F9E557-A5D3-41B7-A72E-23BABD517DF0}" srcId="{6EFF06EC-1862-4856-9929-C230B9DEF3C7}" destId="{951032DD-A3C1-4058-8EE0-0375E5765F55}" srcOrd="0" destOrd="0" parTransId="{EC6F6B90-68F6-47BC-8F0F-C49142CBA3A2}" sibTransId="{300A7C73-B68F-4681-BA1B-E24951562BA9}"/>
    <dgm:cxn modelId="{C7AAC97F-7AB2-4694-8D76-0B646F6B8C79}" type="presOf" srcId="{A298BC47-D99D-4DCA-A24A-6315A8A9174E}" destId="{538FF815-78C2-4DC6-A902-E2CF5E11E831}" srcOrd="0" destOrd="1" presId="urn:microsoft.com/office/officeart/2005/8/layout/default"/>
    <dgm:cxn modelId="{89022780-DD9A-4F3E-A7D7-AAFD5C27AE7A}" srcId="{0605BF02-B82D-4805-88A8-36F297AF161E}" destId="{2E129DC6-6B85-456B-88EC-93EC2B753DAC}" srcOrd="1" destOrd="0" parTransId="{E1EEE227-53A7-4D6E-87ED-3F7A869ED83E}" sibTransId="{8DA00FEC-9F9A-4DCE-82C5-A09ACEC9C28E}"/>
    <dgm:cxn modelId="{E27BC19D-94D4-4973-9E71-B31EE6FF8351}" type="presOf" srcId="{2E129DC6-6B85-456B-88EC-93EC2B753DAC}" destId="{538FF815-78C2-4DC6-A902-E2CF5E11E831}" srcOrd="0" destOrd="0" presId="urn:microsoft.com/office/officeart/2005/8/layout/default"/>
    <dgm:cxn modelId="{0E59C6D0-9980-4B0F-805C-9A1419E8F14B}" type="presOf" srcId="{951032DD-A3C1-4058-8EE0-0375E5765F55}" destId="{AB41DE00-C0A4-4AA1-B8BC-07131049150C}" srcOrd="0" destOrd="1" presId="urn:microsoft.com/office/officeart/2005/8/layout/default"/>
    <dgm:cxn modelId="{ECC33AE5-A7DE-4788-B86C-3AC773E08E08}" type="presOf" srcId="{F7C4460F-36D4-4FFC-92D2-D51D4003B197}" destId="{AB41DE00-C0A4-4AA1-B8BC-07131049150C}" srcOrd="0" destOrd="2" presId="urn:microsoft.com/office/officeart/2005/8/layout/default"/>
    <dgm:cxn modelId="{C480ACB3-3B1D-4C18-A981-0E0BB7F07713}" type="presParOf" srcId="{64294B7B-836F-4616-AFB7-02621B914FD9}" destId="{AB41DE00-C0A4-4AA1-B8BC-07131049150C}" srcOrd="0" destOrd="0" presId="urn:microsoft.com/office/officeart/2005/8/layout/default"/>
    <dgm:cxn modelId="{FA797B37-386D-426D-A11F-F150A181693F}" type="presParOf" srcId="{64294B7B-836F-4616-AFB7-02621B914FD9}" destId="{4DC111A4-7607-451F-A485-7AAE72ABC649}" srcOrd="1" destOrd="0" presId="urn:microsoft.com/office/officeart/2005/8/layout/default"/>
    <dgm:cxn modelId="{BB9C2EF7-8AC5-4057-A8CF-D39326E50357}" type="presParOf" srcId="{64294B7B-836F-4616-AFB7-02621B914FD9}" destId="{538FF815-78C2-4DC6-A902-E2CF5E11E831}" srcOrd="2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09460-2C22-4160-A8FE-6D1F94FCBD9C}">
      <dsp:nvSpPr>
        <dsp:cNvPr id="0" name=""/>
        <dsp:cNvSpPr/>
      </dsp:nvSpPr>
      <dsp:spPr>
        <a:xfrm>
          <a:off x="744" y="145603"/>
          <a:ext cx="2902148" cy="174128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DQL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SELECT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Legge i dati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Comando più usato</a:t>
          </a:r>
        </a:p>
      </dsp:txBody>
      <dsp:txXfrm>
        <a:off x="744" y="145603"/>
        <a:ext cx="2902148" cy="1741289"/>
      </dsp:txXfrm>
    </dsp:sp>
    <dsp:sp modelId="{836D7653-4DBE-4925-97B6-FE0F1560163C}">
      <dsp:nvSpPr>
        <dsp:cNvPr id="0" name=""/>
        <dsp:cNvSpPr/>
      </dsp:nvSpPr>
      <dsp:spPr>
        <a:xfrm>
          <a:off x="3193107" y="145603"/>
          <a:ext cx="2902148" cy="174128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DML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/>
            <a:t>INSERT/UPDATE/DELETE</a:t>
          </a:r>
          <a:endParaRPr lang="it-IT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Modifica dei dati</a:t>
          </a:r>
        </a:p>
      </dsp:txBody>
      <dsp:txXfrm>
        <a:off x="3193107" y="145603"/>
        <a:ext cx="2902148" cy="1741289"/>
      </dsp:txXfrm>
    </dsp:sp>
    <dsp:sp modelId="{D62F2F25-16BE-4A0E-8C9D-563FF1BCBF77}">
      <dsp:nvSpPr>
        <dsp:cNvPr id="0" name=""/>
        <dsp:cNvSpPr/>
      </dsp:nvSpPr>
      <dsp:spPr>
        <a:xfrm>
          <a:off x="744" y="2177107"/>
          <a:ext cx="2902148" cy="174128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DDL  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CREATE/ALTER/DROP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Definisce le strutture dati</a:t>
          </a:r>
        </a:p>
      </dsp:txBody>
      <dsp:txXfrm>
        <a:off x="744" y="2177107"/>
        <a:ext cx="2902148" cy="1741289"/>
      </dsp:txXfrm>
    </dsp:sp>
    <dsp:sp modelId="{36B6E646-08C1-4875-B3EB-B49792637892}">
      <dsp:nvSpPr>
        <dsp:cNvPr id="0" name=""/>
        <dsp:cNvSpPr/>
      </dsp:nvSpPr>
      <dsp:spPr>
        <a:xfrm>
          <a:off x="3193107" y="2177107"/>
          <a:ext cx="2902148" cy="1741289"/>
        </a:xfrm>
        <a:prstGeom prst="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kern="1200" dirty="0"/>
            <a:t>DCL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/>
            <a:t>GRANT/REVOKE</a:t>
          </a:r>
          <a:endParaRPr lang="it-IT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900" kern="1200" dirty="0"/>
            <a:t>Gestisce i permessi</a:t>
          </a:r>
        </a:p>
      </dsp:txBody>
      <dsp:txXfrm>
        <a:off x="3193107" y="2177107"/>
        <a:ext cx="2902148" cy="17412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41DE00-C0A4-4AA1-B8BC-07131049150C}">
      <dsp:nvSpPr>
        <dsp:cNvPr id="0" name=""/>
        <dsp:cNvSpPr/>
      </dsp:nvSpPr>
      <dsp:spPr>
        <a:xfrm>
          <a:off x="1485304" y="496"/>
          <a:ext cx="3125390" cy="187523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solidFill>
                <a:schemeClr val="tx1"/>
              </a:solidFill>
            </a:rPr>
            <a:t>Senza indici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 dirty="0">
              <a:solidFill>
                <a:schemeClr val="tx1"/>
              </a:solidFill>
            </a:rPr>
            <a:t>Lettura completa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 dirty="0">
              <a:solidFill>
                <a:schemeClr val="tx1"/>
              </a:solidFill>
            </a:rPr>
            <a:t>Su tabelle grandi molto lento</a:t>
          </a:r>
        </a:p>
      </dsp:txBody>
      <dsp:txXfrm>
        <a:off x="1485304" y="496"/>
        <a:ext cx="3125390" cy="1875234"/>
      </dsp:txXfrm>
    </dsp:sp>
    <dsp:sp modelId="{538FF815-78C2-4DC6-A902-E2CF5E11E831}">
      <dsp:nvSpPr>
        <dsp:cNvPr id="0" name=""/>
        <dsp:cNvSpPr/>
      </dsp:nvSpPr>
      <dsp:spPr>
        <a:xfrm>
          <a:off x="1485304" y="2188269"/>
          <a:ext cx="3125390" cy="1875234"/>
        </a:xfrm>
        <a:prstGeom prst="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000" kern="1200" dirty="0">
              <a:solidFill>
                <a:schemeClr val="tx1"/>
              </a:solidFill>
            </a:rPr>
            <a:t>Con indice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 dirty="0">
              <a:solidFill>
                <a:schemeClr val="tx1"/>
              </a:solidFill>
            </a:rPr>
            <a:t>Accesso diretto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300" kern="1200" dirty="0">
              <a:solidFill>
                <a:schemeClr val="tx1"/>
              </a:solidFill>
            </a:rPr>
            <a:t>Molto veloce</a:t>
          </a:r>
        </a:p>
      </dsp:txBody>
      <dsp:txXfrm>
        <a:off x="1485304" y="2188269"/>
        <a:ext cx="3125390" cy="18752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248258A5-DC51-4C40-8133-EBDA4B5D97F7}" type="datetimeFigureOut">
              <a:rPr lang="it-IT" smtClean="0"/>
              <a:pPr/>
              <a:t>15/04/2026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4E5DA427-FE90-406E-9D90-D8AF6ED9F7F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422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/>
          <a:lstStyle>
            <a:lvl1pPr algn="r">
              <a:defRPr sz="1200"/>
            </a:lvl1pPr>
          </a:lstStyle>
          <a:p>
            <a:fld id="{C3299855-277B-4364-AE49-729F5FF1E17A}" type="datetimeFigureOut">
              <a:rPr lang="it-IT" smtClean="0"/>
              <a:pPr/>
              <a:t>15/04/2026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5" rIns="91432" bIns="45715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32" tIns="45715" rIns="91432" bIns="45715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2" tIns="45715" rIns="91432" bIns="45715" rtlCol="0" anchor="b"/>
          <a:lstStyle>
            <a:lvl1pPr algn="r">
              <a:defRPr sz="1200"/>
            </a:lvl1pPr>
          </a:lstStyle>
          <a:p>
            <a:fld id="{7044E27A-C44E-4CBB-87AC-E383B3A8CE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307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Gran parte del lavoro quotidiano delle applicazioni è leggere dati. Partiamo da qui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0349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D2289-D31C-A844-07DD-6C18851F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258101C-29D2-CDC1-48C5-FBB765213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DD23D4-95DC-512C-5084-401A25776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D7080F-1FA9-6F6C-D4C7-979332C7AE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31103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1. Impedisce il </a:t>
            </a:r>
            <a:r>
              <a:rPr lang="it-IT" b="1" dirty="0" err="1"/>
              <a:t>covering</a:t>
            </a:r>
            <a:r>
              <a:rPr lang="it-IT" b="1" dirty="0"/>
              <a:t> index.</a:t>
            </a:r>
            <a:r>
              <a:rPr lang="it-IT" dirty="0"/>
              <a:t> Un indice copre una query solo se contiene tutte le colonne richieste. Con SELECT * non esiste indice che basti: SQL Server torna sempre alla riga base con un </a:t>
            </a:r>
            <a:r>
              <a:rPr lang="it-IT" b="1" dirty="0"/>
              <a:t>key </a:t>
            </a:r>
            <a:r>
              <a:rPr lang="it-IT" b="1" dirty="0" err="1"/>
              <a:t>lookup</a:t>
            </a:r>
            <a:r>
              <a:rPr lang="it-IT" dirty="0"/>
              <a:t> — un'operazione aggiuntiva per ogni riga restituita.</a:t>
            </a:r>
          </a:p>
          <a:p>
            <a:r>
              <a:rPr lang="it-IT" b="1" dirty="0"/>
              <a:t>2. I/O maggiore.</a:t>
            </a:r>
            <a:r>
              <a:rPr lang="it-IT" dirty="0"/>
              <a:t> Colonne NVARCHAR(MAX), VARCHAR(MAX) o VARBINARY(MAX) sono spesso salvate fuori dalla pagina dati principale (LOB storage). SELECT * le legge tutte anche se non servono.</a:t>
            </a:r>
          </a:p>
          <a:p>
            <a:br>
              <a:rPr lang="it-IT" dirty="0"/>
            </a:b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2661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Operatori da sottolineare:</a:t>
            </a:r>
            <a:br>
              <a:rPr lang="it-IT" dirty="0"/>
            </a:br>
            <a:r>
              <a:rPr lang="it-IT" dirty="0"/>
              <a:t>- OR/AND e precedenza AND</a:t>
            </a:r>
          </a:p>
          <a:p>
            <a:pPr marL="171450" indent="-171450">
              <a:buFontTx/>
              <a:buChar char="-"/>
            </a:pPr>
            <a:r>
              <a:rPr lang="it-IT" dirty="0"/>
              <a:t>IN vs OR</a:t>
            </a:r>
          </a:p>
          <a:p>
            <a:pPr marL="171450" indent="-171450">
              <a:buFontTx/>
              <a:buChar char="-"/>
            </a:pPr>
            <a:r>
              <a:rPr lang="it-IT" dirty="0"/>
              <a:t>Like vs </a:t>
            </a:r>
            <a:r>
              <a:rPr lang="it-IT" dirty="0" err="1"/>
              <a:t>sargability</a:t>
            </a:r>
            <a:endParaRPr lang="it-IT" dirty="0"/>
          </a:p>
          <a:p>
            <a:pPr marL="171450" indent="-171450">
              <a:buFontTx/>
              <a:buChar char="-"/>
            </a:pPr>
            <a:endParaRPr lang="it-IT" dirty="0"/>
          </a:p>
          <a:p>
            <a:pPr marL="0" indent="0">
              <a:buFontTx/>
              <a:buNone/>
            </a:pPr>
            <a:r>
              <a:rPr lang="it-IT" dirty="0"/>
              <a:t>DEMO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44E27A-C44E-4CBB-87AC-E383B3A8CE46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5898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pertina-rossa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70506" y="2139702"/>
            <a:ext cx="8192986" cy="576000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lang="it-IT" sz="4600" b="1" u="none" kern="120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Titolo </a:t>
            </a:r>
          </a:p>
        </p:txBody>
      </p:sp>
      <p:sp>
        <p:nvSpPr>
          <p:cNvPr id="13" name="Segnaposto testo 12">
            <a:extLst>
              <a:ext uri="{FF2B5EF4-FFF2-40B4-BE49-F238E27FC236}">
                <a16:creationId xmlns:a16="http://schemas.microsoft.com/office/drawing/2014/main" id="{59699E87-37BE-B122-4218-F76CBA66B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0507" y="2751770"/>
            <a:ext cx="8193592" cy="467960"/>
          </a:xfrm>
        </p:spPr>
        <p:txBody>
          <a:bodyPr lIns="0" anchor="t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dirty="0"/>
              <a:t>Sottotitolo</a:t>
            </a:r>
          </a:p>
        </p:txBody>
      </p: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3FB66C52-296B-8CB9-AD0D-935F8BDF72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4299882"/>
            <a:ext cx="8193592" cy="288000"/>
          </a:xfrm>
        </p:spPr>
        <p:txBody>
          <a:bodyPr lIns="0" anchor="b">
            <a:noAutofit/>
          </a:bodyPr>
          <a:lstStyle>
            <a:lvl1pPr marL="0" indent="0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it-IT" dirty="0"/>
              <a:t>Relatore: Nome Cognome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F73984F-6480-A8BF-5D22-61F62806EB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  <p:sp>
        <p:nvSpPr>
          <p:cNvPr id="36" name="Segnaposto immagine 2">
            <a:extLst>
              <a:ext uri="{FF2B5EF4-FFF2-40B4-BE49-F238E27FC236}">
                <a16:creationId xmlns:a16="http://schemas.microsoft.com/office/drawing/2014/main" id="{73A4A78A-154B-0984-A223-48CE455A459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468000" y="540000"/>
            <a:ext cx="1879104" cy="576362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 logo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3DE4E2A-5E65-84A5-F94E-D16C0AF09B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8313" y="4644139"/>
            <a:ext cx="2447925" cy="23177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it-IT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 marL="1828800" indent="0" algn="l">
              <a:buNone/>
              <a:defRPr lang="it-IT" sz="15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XX mese 202X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10205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11" userDrawn="1">
          <p15:clr>
            <a:srgbClr val="FBAE40"/>
          </p15:clr>
        </p15:guide>
        <p15:guide id="2" pos="5761">
          <p15:clr>
            <a:srgbClr val="FBAE40"/>
          </p15:clr>
        </p15:guide>
        <p15:guide id="3" orient="horz" pos="713" userDrawn="1">
          <p15:clr>
            <a:srgbClr val="FBAE40"/>
          </p15:clr>
        </p15:guide>
        <p15:guide id="4" orient="horz" pos="3026" userDrawn="1">
          <p15:clr>
            <a:srgbClr val="FBAE40"/>
          </p15:clr>
        </p15:guide>
        <p15:guide id="5" pos="296" userDrawn="1">
          <p15:clr>
            <a:srgbClr val="FBAE40"/>
          </p15:clr>
        </p15:guide>
        <p15:guide id="6" pos="54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0" cap="all" spc="-100" baseline="0">
                <a:latin typeface="+mj-lt"/>
                <a:cs typeface="Aharoni" panose="02010803020104030203" pitchFamily="2" charset="-79"/>
              </a:defRPr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+mj-lt"/>
              </a:defRPr>
            </a:lvl1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lIns="72000" tIns="0" rIns="72000" bIns="0" rtlCol="0" anchor="ctr">
            <a:normAutofit/>
          </a:bodyPr>
          <a:lstStyle>
            <a:lvl1pPr>
              <a:defRPr lang="it-IT" sz="3200" spc="-100">
                <a:latin typeface="+mj-lt"/>
              </a:defRPr>
            </a:lvl1pPr>
          </a:lstStyle>
          <a:p>
            <a:pPr lvl="0"/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329784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028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 userDrawn="1"/>
        </p:nvSpPr>
        <p:spPr bwMode="auto">
          <a:xfrm>
            <a:off x="7920372" y="4785996"/>
            <a:ext cx="1008112" cy="330501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round/>
            <a:headEnd/>
            <a:tailEnd/>
          </a:ln>
          <a:effectLst/>
        </p:spPr>
        <p:txBody>
          <a:bodyPr lIns="17999" tIns="10799" rIns="17999" bIns="10799" rtlCol="0" anchor="ctr"/>
          <a:lstStyle/>
          <a:p>
            <a:pPr algn="ctr" eaLnBrk="0" hangingPunct="0">
              <a:lnSpc>
                <a:spcPct val="80000"/>
              </a:lnSpc>
              <a:spcBef>
                <a:spcPct val="20000"/>
              </a:spcBef>
              <a:buClr>
                <a:srgbClr val="A71930"/>
              </a:buClr>
            </a:pPr>
            <a:endParaRPr lang="it-IT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315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09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49730CC1-8448-454E-BAE4-E4BA381482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Vuota grigia">
    <p:bg>
      <p:bgPr>
        <a:solidFill>
          <a:srgbClr val="C2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51C3C6E-CAB6-4C30-9D30-1D07218E31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80" y="4876005"/>
            <a:ext cx="648000" cy="20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9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Vuota grig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89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1520" y="843907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CE2DB01-18FE-B251-C2FD-A620A62AC64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651666" y="843558"/>
            <a:ext cx="4244280" cy="3888083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defRPr sz="2400"/>
            </a:lvl1pPr>
            <a:lvl2pPr>
              <a:lnSpc>
                <a:spcPct val="80000"/>
              </a:lnSpc>
              <a:spcAft>
                <a:spcPts val="600"/>
              </a:spcAft>
              <a:defRPr sz="2000"/>
            </a:lvl2pPr>
            <a:lvl3pPr>
              <a:lnSpc>
                <a:spcPct val="80000"/>
              </a:lnSpc>
              <a:spcAft>
                <a:spcPts val="600"/>
              </a:spcAft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557030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251520" y="843558"/>
            <a:ext cx="4245868" cy="679586"/>
          </a:xfr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251520" y="1631156"/>
            <a:ext cx="4245868" cy="3073831"/>
          </a:xfrm>
        </p:spPr>
        <p:txBody>
          <a:bodyPr/>
          <a:lstStyle>
            <a:lvl1pPr marL="268288" indent="-268288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2400"/>
            </a:lvl1pPr>
            <a:lvl2pPr marL="268288" indent="-268288" defTabSz="792000">
              <a:defRPr sz="2000"/>
            </a:lvl2pPr>
            <a:lvl3pPr marL="538163" indent="-182563" defTabSz="792000">
              <a:lnSpc>
                <a:spcPct val="80000"/>
              </a:lnSpc>
              <a:spcBef>
                <a:spcPts val="0"/>
              </a:spcBef>
              <a:spcAft>
                <a:spcPts val="500"/>
              </a:spcAft>
              <a:defRPr sz="1800"/>
            </a:lvl3pPr>
            <a:lvl4pPr marL="625475" indent="0">
              <a:buNone/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2"/>
            <a:r>
              <a:rPr lang="it-IT" dirty="0"/>
              <a:t>Secondo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6" y="843558"/>
            <a:ext cx="4211451" cy="679586"/>
          </a:xfrm>
        </p:spPr>
        <p:txBody>
          <a:bodyPr anchor="t">
            <a:noAutofit/>
          </a:bodyPr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lang="it-IT" sz="2400" b="1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4645026" y="1631156"/>
            <a:ext cx="4247455" cy="3100834"/>
          </a:xfrm>
        </p:spPr>
        <p:txBody>
          <a:bodyPr/>
          <a:lstStyle>
            <a:lvl1pPr marL="268288" indent="-268288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400"/>
            </a:lvl1pPr>
            <a:lvl2pPr marL="538163" indent="-182563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</p:txBody>
      </p:sp>
    </p:spTree>
    <p:extLst>
      <p:ext uri="{BB962C8B-B14F-4D97-AF65-F5344CB8AC3E}">
        <p14:creationId xmlns:p14="http://schemas.microsoft.com/office/powerpoint/2010/main" val="4276315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 txBox="1">
            <a:spLocks/>
          </p:cNvSpPr>
          <p:nvPr userDrawn="1"/>
        </p:nvSpPr>
        <p:spPr>
          <a:xfrm>
            <a:off x="1828800" y="3600450"/>
            <a:ext cx="5486400" cy="425054"/>
          </a:xfrm>
          <a:prstGeom prst="rect">
            <a:avLst/>
          </a:prstGeom>
          <a:noFill/>
        </p:spPr>
        <p:txBody>
          <a:bodyPr vert="horz" lIns="72000" tIns="0" rIns="72000" bIns="0" rtlCol="0" anchor="b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it-IT" sz="2000" b="1" kern="1200" cap="all" spc="-100" baseline="0">
                <a:solidFill>
                  <a:schemeClr val="accent2"/>
                </a:solidFill>
                <a:latin typeface="+mj-lt"/>
                <a:ea typeface="+mj-ea"/>
                <a:cs typeface="Aharoni" panose="02010803020104030203" pitchFamily="2" charset="-79"/>
              </a:defRPr>
            </a:lvl1pPr>
          </a:lstStyle>
          <a:p>
            <a:r>
              <a:rPr lang="it-IT" spc="0" dirty="0">
                <a:solidFill>
                  <a:srgbClr val="C20E1A"/>
                </a:solidFill>
              </a:rPr>
              <a:t>Fare clic per modificare lo stile del titolo</a:t>
            </a:r>
          </a:p>
        </p:txBody>
      </p:sp>
      <p:sp>
        <p:nvSpPr>
          <p:cNvPr id="4" name="Segnaposto immagine 2"/>
          <p:cNvSpPr>
            <a:spLocks noGrp="1"/>
          </p:cNvSpPr>
          <p:nvPr>
            <p:ph type="pic" idx="1"/>
          </p:nvPr>
        </p:nvSpPr>
        <p:spPr>
          <a:xfrm>
            <a:off x="1828800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5" name="Segnaposto testo 3"/>
          <p:cNvSpPr>
            <a:spLocks noGrp="1"/>
          </p:cNvSpPr>
          <p:nvPr>
            <p:ph type="body" sz="half" idx="2"/>
          </p:nvPr>
        </p:nvSpPr>
        <p:spPr>
          <a:xfrm>
            <a:off x="1828800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529843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8"/>
          <p:cNvSpPr>
            <a:spLocks noGrp="1"/>
          </p:cNvSpPr>
          <p:nvPr>
            <p:ph type="pic" sz="quarter" idx="10"/>
          </p:nvPr>
        </p:nvSpPr>
        <p:spPr>
          <a:xfrm>
            <a:off x="251606" y="843818"/>
            <a:ext cx="2880234" cy="218724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it-IT" dirty="0"/>
              <a:t>Fare clic sull'icona per inserire un'immagine</a:t>
            </a:r>
          </a:p>
        </p:txBody>
      </p:sp>
      <p:sp>
        <p:nvSpPr>
          <p:cNvPr id="4" name="Segnaposto contenuto 10"/>
          <p:cNvSpPr>
            <a:spLocks noGrp="1"/>
          </p:cNvSpPr>
          <p:nvPr>
            <p:ph sz="quarter" idx="11"/>
          </p:nvPr>
        </p:nvSpPr>
        <p:spPr>
          <a:xfrm>
            <a:off x="3419475" y="843558"/>
            <a:ext cx="5473700" cy="3780234"/>
          </a:xfrm>
        </p:spPr>
        <p:txBody>
          <a:bodyPr>
            <a:normAutofit/>
          </a:bodyPr>
          <a:lstStyle>
            <a:lvl1pPr>
              <a:buClr>
                <a:srgbClr val="C20E1A"/>
              </a:buClr>
              <a:defRPr sz="2400"/>
            </a:lvl1pPr>
            <a:lvl2pPr>
              <a:buClr>
                <a:srgbClr val="C20E1A"/>
              </a:buClr>
              <a:defRPr sz="2000"/>
            </a:lvl2pPr>
            <a:lvl3pPr>
              <a:buClr>
                <a:srgbClr val="C20E1A"/>
              </a:buClr>
              <a:defRPr sz="1800"/>
            </a:lvl3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</p:spTree>
    <p:extLst>
      <p:ext uri="{BB962C8B-B14F-4D97-AF65-F5344CB8AC3E}">
        <p14:creationId xmlns:p14="http://schemas.microsoft.com/office/powerpoint/2010/main" val="2085360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20E1A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5"/>
          <p:cNvSpPr>
            <a:spLocks noGrp="1"/>
          </p:cNvSpPr>
          <p:nvPr>
            <p:ph type="pic" sz="quarter" idx="10"/>
          </p:nvPr>
        </p:nvSpPr>
        <p:spPr>
          <a:xfrm>
            <a:off x="250825" y="843558"/>
            <a:ext cx="5041901" cy="3780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contenuto 7"/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407775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3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2"/>
          <p:cNvSpPr>
            <a:spLocks noGrp="1"/>
          </p:cNvSpPr>
          <p:nvPr>
            <p:ph type="body" idx="1"/>
          </p:nvPr>
        </p:nvSpPr>
        <p:spPr>
          <a:xfrm>
            <a:off x="254980" y="2180035"/>
            <a:ext cx="8638195" cy="1125140"/>
          </a:xfr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3399842"/>
            <a:ext cx="8686800" cy="1062621"/>
          </a:xfrm>
        </p:spPr>
        <p:txBody>
          <a:bodyPr>
            <a:noAutofit/>
          </a:bodyPr>
          <a:lstStyle>
            <a:lvl1pPr marL="0" indent="0">
              <a:lnSpc>
                <a:spcPct val="80000"/>
              </a:lnSpc>
              <a:spcBef>
                <a:spcPts val="300"/>
              </a:spcBef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183483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pos="560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iu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testo 5"/>
          <p:cNvSpPr>
            <a:spLocks noGrp="1"/>
          </p:cNvSpPr>
          <p:nvPr>
            <p:ph type="body" sz="quarter" idx="10" hasCustomPrompt="1"/>
          </p:nvPr>
        </p:nvSpPr>
        <p:spPr>
          <a:xfrm>
            <a:off x="683419" y="2004418"/>
            <a:ext cx="7777162" cy="113466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aseline="0">
                <a:solidFill>
                  <a:srgbClr val="C20E1A"/>
                </a:solidFill>
                <a:latin typeface="+mj-lt"/>
              </a:defRPr>
            </a:lvl1pPr>
            <a:lvl2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2pPr>
            <a:lvl3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3pPr>
            <a:lvl4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4pPr>
            <a:lvl5pPr>
              <a:defRPr sz="4000">
                <a:solidFill>
                  <a:srgbClr val="C00000"/>
                </a:solidFill>
                <a:latin typeface="Arial Narrow" panose="020B0606020202030204" pitchFamily="34" charset="0"/>
              </a:defRPr>
            </a:lvl5pPr>
          </a:lstStyle>
          <a:p>
            <a:pPr lvl="0"/>
            <a:r>
              <a:rPr lang="it-IT" dirty="0"/>
              <a:t>Fare clic per modificare il testo</a:t>
            </a:r>
          </a:p>
        </p:txBody>
      </p:sp>
    </p:spTree>
    <p:extLst>
      <p:ext uri="{BB962C8B-B14F-4D97-AF65-F5344CB8AC3E}">
        <p14:creationId xmlns:p14="http://schemas.microsoft.com/office/powerpoint/2010/main" val="337740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iusa-red"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  <a:noFill/>
        </p:spPr>
        <p:txBody>
          <a:bodyPr lIns="0" tIns="0" rIns="0" anchor="ctr" anchorCtr="0">
            <a:noAutofit/>
          </a:bodyPr>
          <a:lstStyle>
            <a:lvl1pPr algn="ctr">
              <a:defRPr sz="4000" b="1" i="0" u="none" spc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Aharoni" panose="02010803020104030203" pitchFamily="2" charset="-79"/>
              </a:defRPr>
            </a:lvl1pPr>
          </a:lstStyle>
          <a:p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6211A20-8BD2-428E-B8D0-2B7CC38EC9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5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rmAutofit/>
          </a:bodyPr>
          <a:lstStyle/>
          <a:p>
            <a:pPr lvl="0"/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251520" y="789552"/>
            <a:ext cx="8640960" cy="3942438"/>
          </a:xfrm>
          <a:prstGeom prst="rect">
            <a:avLst/>
          </a:prstGeom>
        </p:spPr>
        <p:txBody>
          <a:bodyPr vert="horz" lIns="72000" tIns="45720" rIns="7200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</p:txBody>
      </p:sp>
      <p:sp>
        <p:nvSpPr>
          <p:cNvPr id="6" name="Rettangolo 5"/>
          <p:cNvSpPr/>
          <p:nvPr/>
        </p:nvSpPr>
        <p:spPr>
          <a:xfrm flipH="1">
            <a:off x="251520" y="0"/>
            <a:ext cx="8640960" cy="60471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3B43FE0-31EE-4180-A175-2543E30BE8A6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0" y="4806000"/>
            <a:ext cx="720000" cy="2322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677" r:id="rId2"/>
    <p:sldLayoutId id="2147483703" r:id="rId3"/>
    <p:sldLayoutId id="2147483710" r:id="rId4"/>
    <p:sldLayoutId id="2147483717" r:id="rId5"/>
    <p:sldLayoutId id="2147483708" r:id="rId6"/>
    <p:sldLayoutId id="2147483683" r:id="rId7"/>
    <p:sldLayoutId id="2147483721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8" r:id="rId15"/>
    <p:sldLayoutId id="2147483719" r:id="rId16"/>
    <p:sldLayoutId id="2147483720" r:id="rId17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3200" b="0" kern="1200" cap="all" spc="-100" baseline="0" dirty="0">
          <a:solidFill>
            <a:srgbClr val="C20E1A"/>
          </a:solidFill>
          <a:latin typeface="+mj-lt"/>
          <a:ea typeface="+mj-ea"/>
          <a:cs typeface="Aharoni" panose="02010803020104030203" pitchFamily="2" charset="-79"/>
        </a:defRPr>
      </a:lvl1pPr>
    </p:titleStyle>
    <p:bodyStyle>
      <a:lvl1pPr marL="361950" indent="-3619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800" kern="1200" dirty="0" smtClean="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400" kern="1200" dirty="0" smtClean="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C20E1A"/>
        </a:buClr>
        <a:buFont typeface="Arial" panose="020B0604020202020204" pitchFamily="34" charset="0"/>
        <a:buChar char="•"/>
        <a:defRPr lang="it-IT" sz="2000" kern="1200" dirty="0" smtClean="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mailto:carlo@mail.i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luca@mail.it" TargetMode="External"/><Relationship Id="rId5" Type="http://schemas.openxmlformats.org/officeDocument/2006/relationships/hyperlink" Target="mailto:mario@mail.it" TargetMode="Externa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pixnio.com/es/objetos/libros/libro-pagina-aprendizaje-estudio-ciencia" TargetMode="External"/><Relationship Id="rId7" Type="http://schemas.openxmlformats.org/officeDocument/2006/relationships/diagramColors" Target="../diagrams/colors2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rgbClr val="C20E1A"/>
            </a:gs>
            <a:gs pos="100000">
              <a:srgbClr val="C20E1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ottotitolo 6">
            <a:extLst>
              <a:ext uri="{FF2B5EF4-FFF2-40B4-BE49-F238E27FC236}">
                <a16:creationId xmlns:a16="http://schemas.microsoft.com/office/drawing/2014/main" id="{202B71B1-14B4-3B1A-B56D-A2CE7F9978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Introduzione a SQL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914F1CCD-6988-40EB-8723-4DA1221891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t-IT" dirty="0"/>
              <a:t>Le basi</a:t>
            </a:r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1E89FAF0-C089-69A2-9B3F-4856401EF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it-IT" dirty="0"/>
              <a:t>Luca Murzio</a:t>
            </a: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94975818-5F77-CDA3-C7A8-B9485287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376363"/>
            <a:ext cx="971249" cy="97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2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F4AF-F0AB-D550-33A8-1152A474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191E77-217D-BCD7-B23F-4E57EB88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COS’è</a:t>
            </a:r>
            <a:r>
              <a:rPr lang="it-IT" dirty="0"/>
              <a:t> UN DATABASE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32874F65-7367-CA2E-78EB-F21918D40126}"/>
              </a:ext>
            </a:extLst>
          </p:cNvPr>
          <p:cNvSpPr/>
          <p:nvPr/>
        </p:nvSpPr>
        <p:spPr>
          <a:xfrm>
            <a:off x="418595" y="1009290"/>
            <a:ext cx="8412480" cy="100584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9E8DA8A-B9F9-B9AF-FEA4-09B445830C7F}"/>
              </a:ext>
            </a:extLst>
          </p:cNvPr>
          <p:cNvSpPr/>
          <p:nvPr/>
        </p:nvSpPr>
        <p:spPr>
          <a:xfrm>
            <a:off x="619763" y="105958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database è un sistema organizzato per raccogliere, archiviare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recuperare informazioni in modo strutturato e affidabile.</a:t>
            </a:r>
            <a:endParaRPr lang="en-US" sz="16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1E52DB7-B4C0-E155-89D1-BD3C4F7F068F}"/>
              </a:ext>
            </a:extLst>
          </p:cNvPr>
          <p:cNvSpPr/>
          <p:nvPr/>
        </p:nvSpPr>
        <p:spPr>
          <a:xfrm>
            <a:off x="482603" y="2156862"/>
            <a:ext cx="2651760" cy="2606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7F5FB751-59CE-A17A-73BE-7D4BDA5045D7}"/>
              </a:ext>
            </a:extLst>
          </p:cNvPr>
          <p:cNvSpPr/>
          <p:nvPr/>
        </p:nvSpPr>
        <p:spPr>
          <a:xfrm>
            <a:off x="482603" y="2156862"/>
            <a:ext cx="265176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7E36914A-150F-1E80-1690-ADB651E1DF57}"/>
              </a:ext>
            </a:extLst>
          </p:cNvPr>
          <p:cNvSpPr/>
          <p:nvPr/>
        </p:nvSpPr>
        <p:spPr>
          <a:xfrm>
            <a:off x="574043" y="217515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672EDEF-6480-4E46-9804-69CC7E0E7893}"/>
              </a:ext>
            </a:extLst>
          </p:cNvPr>
          <p:cNvSpPr/>
          <p:nvPr/>
        </p:nvSpPr>
        <p:spPr>
          <a:xfrm>
            <a:off x="592331" y="256834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Strutturato</a:t>
            </a:r>
            <a:endParaRPr lang="en-US" sz="13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3E78F1C-7DB2-47C0-F6DA-44D2138BE867}"/>
              </a:ext>
            </a:extLst>
          </p:cNvPr>
          <p:cNvSpPr/>
          <p:nvPr/>
        </p:nvSpPr>
        <p:spPr>
          <a:xfrm>
            <a:off x="592331" y="2979822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seguono regole precise: ogni informazione va nel posto giusto, nel formato giusto. Non puoi mettere un nome dove va un numero.</a:t>
            </a:r>
            <a:endParaRPr lang="en-US" sz="16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2202A11-2B54-3157-BA5D-A6C7A7A03743}"/>
              </a:ext>
            </a:extLst>
          </p:cNvPr>
          <p:cNvSpPr/>
          <p:nvPr/>
        </p:nvSpPr>
        <p:spPr>
          <a:xfrm>
            <a:off x="3298955" y="2156862"/>
            <a:ext cx="2651760" cy="2606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3C020CD-D73C-33ED-7003-8F5BAB990FA8}"/>
              </a:ext>
            </a:extLst>
          </p:cNvPr>
          <p:cNvSpPr/>
          <p:nvPr/>
        </p:nvSpPr>
        <p:spPr>
          <a:xfrm>
            <a:off x="3298955" y="2156862"/>
            <a:ext cx="265176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1A9A095-BE18-B27E-62D3-46155968315F}"/>
              </a:ext>
            </a:extLst>
          </p:cNvPr>
          <p:cNvSpPr/>
          <p:nvPr/>
        </p:nvSpPr>
        <p:spPr>
          <a:xfrm>
            <a:off x="3390395" y="217515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4134ADB-16A3-5790-C474-4DF635ADD9F2}"/>
              </a:ext>
            </a:extLst>
          </p:cNvPr>
          <p:cNvSpPr/>
          <p:nvPr/>
        </p:nvSpPr>
        <p:spPr>
          <a:xfrm>
            <a:off x="3408683" y="256834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Condiviso</a:t>
            </a:r>
            <a:endParaRPr lang="en-US" sz="13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CBCD5E3-604B-113E-472E-9BE5BB973CF2}"/>
              </a:ext>
            </a:extLst>
          </p:cNvPr>
          <p:cNvSpPr/>
          <p:nvPr/>
        </p:nvSpPr>
        <p:spPr>
          <a:xfrm>
            <a:off x="3408683" y="2979822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utenti e più applicazioni accedono agli stessi dati contemporaneamente, senza che uno sovrascriva le modifiche dell'altro</a:t>
            </a: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B905471C-15CE-2C68-5E36-E68845D70271}"/>
              </a:ext>
            </a:extLst>
          </p:cNvPr>
          <p:cNvSpPr/>
          <p:nvPr/>
        </p:nvSpPr>
        <p:spPr>
          <a:xfrm>
            <a:off x="6115307" y="2156862"/>
            <a:ext cx="2651760" cy="26060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1CEA7A17-575B-B27E-0018-9E4A7653F358}"/>
              </a:ext>
            </a:extLst>
          </p:cNvPr>
          <p:cNvSpPr/>
          <p:nvPr/>
        </p:nvSpPr>
        <p:spPr>
          <a:xfrm>
            <a:off x="6115307" y="2156862"/>
            <a:ext cx="265176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9610F4F-5EF4-7329-CFA7-FB0D8B86BC78}"/>
              </a:ext>
            </a:extLst>
          </p:cNvPr>
          <p:cNvSpPr/>
          <p:nvPr/>
        </p:nvSpPr>
        <p:spPr>
          <a:xfrm>
            <a:off x="6206747" y="2175150"/>
            <a:ext cx="320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ADC773F-A4B6-80FB-69A1-7E19B223415C}"/>
              </a:ext>
            </a:extLst>
          </p:cNvPr>
          <p:cNvSpPr/>
          <p:nvPr/>
        </p:nvSpPr>
        <p:spPr>
          <a:xfrm>
            <a:off x="6225035" y="256834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</a:t>
            </a:r>
            <a:endParaRPr lang="en-US" sz="13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938A8298-2466-2D83-C05E-18DE49A7C320}"/>
              </a:ext>
            </a:extLst>
          </p:cNvPr>
          <p:cNvSpPr/>
          <p:nvPr/>
        </p:nvSpPr>
        <p:spPr>
          <a:xfrm>
            <a:off x="6225035" y="2979822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rimangono anche quando il programma si chiude, il server si riavvia o manca la corrente. Sono salvati su disco in modo sicuro.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889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CB3ADD-C3A7-622D-EF25-67E5F292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Tabelle, righe e colonne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EC2FB72-2E68-35B2-DE2E-826162C12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66" y="915566"/>
            <a:ext cx="3780420" cy="3942438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381000" lvl="1" indent="0">
              <a:buNone/>
            </a:pPr>
            <a:r>
              <a:rPr lang="it-IT" sz="1800" b="1" dirty="0"/>
              <a:t>Tabella</a:t>
            </a:r>
          </a:p>
          <a:p>
            <a:pPr marL="381000" lvl="1" indent="0">
              <a:buNone/>
            </a:pPr>
            <a:r>
              <a:rPr lang="it-IT" sz="1800" dirty="0"/>
              <a:t>Contiene i dati omogenei (es. clienti, prodotti)</a:t>
            </a:r>
          </a:p>
          <a:p>
            <a:pPr marL="381000" lvl="1" indent="0">
              <a:buNone/>
            </a:pPr>
            <a:r>
              <a:rPr lang="it-IT" sz="1800" b="1" dirty="0"/>
              <a:t>Colonna (campo)</a:t>
            </a:r>
          </a:p>
          <a:p>
            <a:pPr marL="381000" lvl="1" indent="0">
              <a:buNone/>
            </a:pPr>
            <a:r>
              <a:rPr lang="it-IT" sz="1800" dirty="0"/>
              <a:t>Una tabella è formata da più campi o colonne che possono avere tipo diverso (es. stringhe, date, numeri)</a:t>
            </a:r>
          </a:p>
          <a:p>
            <a:pPr marL="381000" lvl="1" indent="0">
              <a:buNone/>
            </a:pPr>
            <a:r>
              <a:rPr lang="it-IT" sz="1800" b="1" dirty="0"/>
              <a:t>Riga (record)</a:t>
            </a:r>
          </a:p>
          <a:p>
            <a:pPr marL="381000" lvl="1" indent="0">
              <a:buNone/>
            </a:pPr>
            <a:r>
              <a:rPr lang="it-IT" sz="1800" dirty="0"/>
              <a:t>E’ un’istanza reale (es. cliente) e la rappresenta con tutti i suoi dati.</a:t>
            </a:r>
          </a:p>
          <a:p>
            <a:pPr marL="381000" lvl="1" indent="0">
              <a:buNone/>
            </a:pPr>
            <a:r>
              <a:rPr lang="it-IT" sz="1800" b="1" dirty="0" err="1"/>
              <a:t>Resultset</a:t>
            </a:r>
            <a:endParaRPr lang="it-IT" sz="1800" b="1" dirty="0"/>
          </a:p>
          <a:p>
            <a:pPr marL="381000" lvl="1" indent="0">
              <a:buNone/>
            </a:pPr>
            <a:r>
              <a:rPr lang="it-IT" sz="1800" dirty="0"/>
              <a:t>Risultato restituito dall’</a:t>
            </a:r>
            <a:r>
              <a:rPr lang="it-IT" sz="1800" dirty="0" err="1"/>
              <a:t>estazione</a:t>
            </a:r>
            <a:r>
              <a:rPr lang="it-IT" sz="1800" dirty="0"/>
              <a:t> dati da una o più tabelle</a:t>
            </a:r>
          </a:p>
        </p:txBody>
      </p:sp>
      <p:pic>
        <p:nvPicPr>
          <p:cNvPr id="4" name="Elemento grafico 3" descr="Libro chiuso con riempimento a tinta unita">
            <a:extLst>
              <a:ext uri="{FF2B5EF4-FFF2-40B4-BE49-F238E27FC236}">
                <a16:creationId xmlns:a16="http://schemas.microsoft.com/office/drawing/2014/main" id="{F1A4E9FB-EA06-A57F-E263-6366A04A54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49" y="729000"/>
            <a:ext cx="559116" cy="559116"/>
          </a:xfrm>
          <a:prstGeom prst="rect">
            <a:avLst/>
          </a:prstGeom>
        </p:spPr>
      </p:pic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65F45F8-74D0-9BB8-891B-D267E1847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050540"/>
              </p:ext>
            </p:extLst>
          </p:nvPr>
        </p:nvGraphicFramePr>
        <p:xfrm>
          <a:off x="4932040" y="1959682"/>
          <a:ext cx="4084712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38288973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597298664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4271473286"/>
                    </a:ext>
                  </a:extLst>
                </a:gridCol>
                <a:gridCol w="1492424">
                  <a:extLst>
                    <a:ext uri="{9D8B030D-6E8A-4147-A177-3AD203B41FA5}">
                      <a16:colId xmlns:a16="http://schemas.microsoft.com/office/drawing/2014/main" val="1071073616"/>
                    </a:ext>
                  </a:extLst>
                </a:gridCol>
              </a:tblGrid>
              <a:tr h="277232">
                <a:tc>
                  <a:txBody>
                    <a:bodyPr/>
                    <a:lstStyle/>
                    <a:p>
                      <a:r>
                        <a:rPr lang="it-IT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Città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499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Mario Rossi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Milano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hlinkClick r:id="rId5"/>
                        </a:rPr>
                        <a:t>mario@mail.it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Luca Bianchi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Roma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hlinkClick r:id="rId6"/>
                        </a:rPr>
                        <a:t>luca@mail.it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884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Carlo Verdi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/>
                        <a:t>Torino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hlinkClick r:id="rId7"/>
                        </a:rPr>
                        <a:t>carlo@mail.it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009182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B95508B5-F041-02B7-56B6-25D3BF3675CF}"/>
              </a:ext>
            </a:extLst>
          </p:cNvPr>
          <p:cNvSpPr txBox="1"/>
          <p:nvPr/>
        </p:nvSpPr>
        <p:spPr>
          <a:xfrm>
            <a:off x="4070290" y="2371985"/>
            <a:ext cx="5017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400" dirty="0"/>
              <a:t>Riga</a:t>
            </a:r>
            <a:endParaRPr lang="it-IT" dirty="0"/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3B881928-1FC4-E7DB-83A5-048415F9DA9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572000" y="2525874"/>
            <a:ext cx="360040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F9D444A-DEF5-AC0B-AB43-361A04D78170}"/>
              </a:ext>
            </a:extLst>
          </p:cNvPr>
          <p:cNvSpPr txBox="1"/>
          <p:nvPr/>
        </p:nvSpPr>
        <p:spPr>
          <a:xfrm>
            <a:off x="4824028" y="1041235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t-IT" sz="1400" dirty="0"/>
              <a:t>Colonna (campo)</a:t>
            </a: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1DB39F1-2862-8B93-0F96-01DC4AD3720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220072" y="1564455"/>
            <a:ext cx="0" cy="3952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4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A75248-5618-AF3F-F07C-AB61A1A1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Linguaggio SQL</a:t>
            </a:r>
          </a:p>
        </p:txBody>
      </p: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DA5A3741-8B66-E9D1-232E-1FBB3263D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475573"/>
              </p:ext>
            </p:extLst>
          </p:nvPr>
        </p:nvGraphicFramePr>
        <p:xfrm>
          <a:off x="1524000" y="8905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4292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895F78-E5A6-A5A6-8C5D-7C287923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una </a:t>
            </a:r>
            <a:r>
              <a:rPr lang="it-IT" dirty="0" err="1"/>
              <a:t>select</a:t>
            </a:r>
            <a:endParaRPr lang="it-IT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9EF4F02-EB15-C5E8-3F04-B859CECD61A3}"/>
              </a:ext>
            </a:extLst>
          </p:cNvPr>
          <p:cNvSpPr/>
          <p:nvPr/>
        </p:nvSpPr>
        <p:spPr>
          <a:xfrm>
            <a:off x="297180" y="1076706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2D99E082-BAD7-FE39-357C-A470334CAF74}"/>
              </a:ext>
            </a:extLst>
          </p:cNvPr>
          <p:cNvSpPr/>
          <p:nvPr/>
        </p:nvSpPr>
        <p:spPr>
          <a:xfrm>
            <a:off x="297180" y="109499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A22EEE6-BC71-1E6B-76A5-27DF608EF1A5}"/>
              </a:ext>
            </a:extLst>
          </p:cNvPr>
          <p:cNvSpPr/>
          <p:nvPr/>
        </p:nvSpPr>
        <p:spPr>
          <a:xfrm>
            <a:off x="781812" y="985266"/>
            <a:ext cx="1188720" cy="5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9A543ABC-4BA9-0705-8F3A-98D9C1A3ABC5}"/>
              </a:ext>
            </a:extLst>
          </p:cNvPr>
          <p:cNvSpPr/>
          <p:nvPr/>
        </p:nvSpPr>
        <p:spPr>
          <a:xfrm>
            <a:off x="781812" y="98526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F9BC085-D53F-9597-1331-4951466913D0}"/>
              </a:ext>
            </a:extLst>
          </p:cNvPr>
          <p:cNvSpPr/>
          <p:nvPr/>
        </p:nvSpPr>
        <p:spPr>
          <a:xfrm>
            <a:off x="2061972" y="985266"/>
            <a:ext cx="30175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68973C3B-2F39-56F4-9B59-A341CB47F74A}"/>
              </a:ext>
            </a:extLst>
          </p:cNvPr>
          <p:cNvSpPr/>
          <p:nvPr/>
        </p:nvSpPr>
        <p:spPr>
          <a:xfrm>
            <a:off x="2153412" y="112242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colonne vuoi vedere?</a:t>
            </a:r>
            <a:endParaRPr lang="en-US" sz="1600" b="1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D540738-D659-F101-BA2C-CE8EEE0EA5F5}"/>
              </a:ext>
            </a:extLst>
          </p:cNvPr>
          <p:cNvSpPr/>
          <p:nvPr/>
        </p:nvSpPr>
        <p:spPr>
          <a:xfrm>
            <a:off x="5189220" y="985266"/>
            <a:ext cx="3657600" cy="566928"/>
          </a:xfrm>
          <a:prstGeom prst="rect">
            <a:avLst/>
          </a:prstGeom>
          <a:solidFill>
            <a:srgbClr val="F2DADA"/>
          </a:solidFill>
          <a:ln w="6350">
            <a:solidFill>
              <a:srgbClr val="E8C0C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F8545D34-4CAA-0E99-7B8E-558228C6DDCA}"/>
              </a:ext>
            </a:extLst>
          </p:cNvPr>
          <p:cNvSpPr/>
          <p:nvPr/>
        </p:nvSpPr>
        <p:spPr>
          <a:xfrm>
            <a:off x="5298948" y="112242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Nome, Cognome, Email</a:t>
            </a:r>
            <a:endParaRPr lang="en-US" sz="16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CDAA21B-B6C1-24D8-2F87-74B151DE298F}"/>
              </a:ext>
            </a:extLst>
          </p:cNvPr>
          <p:cNvSpPr/>
          <p:nvPr/>
        </p:nvSpPr>
        <p:spPr>
          <a:xfrm>
            <a:off x="297180" y="1945386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60983DC-4EBA-3FF2-EFE1-061DCEC8A61E}"/>
              </a:ext>
            </a:extLst>
          </p:cNvPr>
          <p:cNvSpPr/>
          <p:nvPr/>
        </p:nvSpPr>
        <p:spPr>
          <a:xfrm>
            <a:off x="297180" y="196367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4DBC858-5DDC-BDF1-BC25-541467521E55}"/>
              </a:ext>
            </a:extLst>
          </p:cNvPr>
          <p:cNvSpPr/>
          <p:nvPr/>
        </p:nvSpPr>
        <p:spPr>
          <a:xfrm>
            <a:off x="781812" y="1853946"/>
            <a:ext cx="1188720" cy="5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7F45F924-F128-284D-AAE2-552826B8FBB7}"/>
              </a:ext>
            </a:extLst>
          </p:cNvPr>
          <p:cNvSpPr/>
          <p:nvPr/>
        </p:nvSpPr>
        <p:spPr>
          <a:xfrm>
            <a:off x="781812" y="185394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14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7275BB1F-43FC-6979-59D0-225CF3B79CB9}"/>
              </a:ext>
            </a:extLst>
          </p:cNvPr>
          <p:cNvSpPr/>
          <p:nvPr/>
        </p:nvSpPr>
        <p:spPr>
          <a:xfrm>
            <a:off x="2061972" y="1853946"/>
            <a:ext cx="30175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78BBEAA3-CC80-9FC1-C96D-D499AC618058}"/>
              </a:ext>
            </a:extLst>
          </p:cNvPr>
          <p:cNvSpPr/>
          <p:nvPr/>
        </p:nvSpPr>
        <p:spPr>
          <a:xfrm>
            <a:off x="2153412" y="199110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quale tabella?</a:t>
            </a:r>
            <a:endParaRPr lang="en-US" sz="1600" b="1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CCD5699-8E3B-01F9-8B9B-D55983F8C643}"/>
              </a:ext>
            </a:extLst>
          </p:cNvPr>
          <p:cNvSpPr/>
          <p:nvPr/>
        </p:nvSpPr>
        <p:spPr>
          <a:xfrm>
            <a:off x="5189220" y="1853946"/>
            <a:ext cx="3657600" cy="566928"/>
          </a:xfrm>
          <a:prstGeom prst="rect">
            <a:avLst/>
          </a:prstGeom>
          <a:solidFill>
            <a:srgbClr val="F2DADA"/>
          </a:solidFill>
          <a:ln w="6350">
            <a:solidFill>
              <a:srgbClr val="E8C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5226BCC-F514-056D-0D8E-90EC7DC1F965}"/>
              </a:ext>
            </a:extLst>
          </p:cNvPr>
          <p:cNvSpPr/>
          <p:nvPr/>
        </p:nvSpPr>
        <p:spPr>
          <a:xfrm>
            <a:off x="5298948" y="199110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Clienti</a:t>
            </a:r>
            <a:endParaRPr lang="en-US" sz="16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153DE5A-79F0-CB3D-BEA0-86E96A5333D5}"/>
              </a:ext>
            </a:extLst>
          </p:cNvPr>
          <p:cNvSpPr/>
          <p:nvPr/>
        </p:nvSpPr>
        <p:spPr>
          <a:xfrm>
            <a:off x="297180" y="2814066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D6EF6AF9-A9B5-7332-B080-75D9A91705AC}"/>
              </a:ext>
            </a:extLst>
          </p:cNvPr>
          <p:cNvSpPr/>
          <p:nvPr/>
        </p:nvSpPr>
        <p:spPr>
          <a:xfrm>
            <a:off x="297180" y="283235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5F68CA1E-FEC5-7945-625B-617AF95C3F7B}"/>
              </a:ext>
            </a:extLst>
          </p:cNvPr>
          <p:cNvSpPr/>
          <p:nvPr/>
        </p:nvSpPr>
        <p:spPr>
          <a:xfrm>
            <a:off x="781812" y="2722626"/>
            <a:ext cx="1188720" cy="5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16B5E011-2190-1D8C-60A1-966E51D3C18B}"/>
              </a:ext>
            </a:extLst>
          </p:cNvPr>
          <p:cNvSpPr/>
          <p:nvPr/>
        </p:nvSpPr>
        <p:spPr>
          <a:xfrm>
            <a:off x="781812" y="272262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EB6EDFC6-D684-F41C-3372-62C33A647871}"/>
              </a:ext>
            </a:extLst>
          </p:cNvPr>
          <p:cNvSpPr/>
          <p:nvPr/>
        </p:nvSpPr>
        <p:spPr>
          <a:xfrm>
            <a:off x="2061972" y="2722626"/>
            <a:ext cx="30175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3FD12E6-89FA-C823-4781-AD1DED67CEBB}"/>
              </a:ext>
            </a:extLst>
          </p:cNvPr>
          <p:cNvSpPr/>
          <p:nvPr/>
        </p:nvSpPr>
        <p:spPr>
          <a:xfrm>
            <a:off x="2153412" y="285978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righe? (filtro)</a:t>
            </a:r>
            <a:endParaRPr lang="en-US" sz="1600" b="1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7F3B0742-E7EF-CDD4-C79F-A6F98C2E0452}"/>
              </a:ext>
            </a:extLst>
          </p:cNvPr>
          <p:cNvSpPr/>
          <p:nvPr/>
        </p:nvSpPr>
        <p:spPr>
          <a:xfrm>
            <a:off x="5189220" y="2722626"/>
            <a:ext cx="3657600" cy="566928"/>
          </a:xfrm>
          <a:prstGeom prst="rect">
            <a:avLst/>
          </a:prstGeom>
          <a:solidFill>
            <a:srgbClr val="F2DADA"/>
          </a:solidFill>
          <a:ln w="6350">
            <a:solidFill>
              <a:srgbClr val="E8C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85B68C92-44DF-124A-65AA-83184A6F5DED}"/>
              </a:ext>
            </a:extLst>
          </p:cNvPr>
          <p:cNvSpPr/>
          <p:nvPr/>
        </p:nvSpPr>
        <p:spPr>
          <a:xfrm>
            <a:off x="5298948" y="285978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Città = 'Milano'</a:t>
            </a:r>
            <a:endParaRPr lang="en-US" sz="1600" dirty="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176F757C-0B1C-81D1-63D0-7FA52C811A55}"/>
              </a:ext>
            </a:extLst>
          </p:cNvPr>
          <p:cNvSpPr/>
          <p:nvPr/>
        </p:nvSpPr>
        <p:spPr>
          <a:xfrm>
            <a:off x="297180" y="3682746"/>
            <a:ext cx="384048" cy="38404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7B9C095C-8191-9967-5E4F-3584D1FBD9A4}"/>
              </a:ext>
            </a:extLst>
          </p:cNvPr>
          <p:cNvSpPr/>
          <p:nvPr/>
        </p:nvSpPr>
        <p:spPr>
          <a:xfrm>
            <a:off x="297180" y="370103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673899CD-5B81-32C7-FFD5-4EE09C60F8F5}"/>
              </a:ext>
            </a:extLst>
          </p:cNvPr>
          <p:cNvSpPr/>
          <p:nvPr/>
        </p:nvSpPr>
        <p:spPr>
          <a:xfrm>
            <a:off x="796767" y="3591306"/>
            <a:ext cx="1188720" cy="5669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4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314AABF-6400-388C-8760-97242D922EAB}"/>
              </a:ext>
            </a:extLst>
          </p:cNvPr>
          <p:cNvSpPr/>
          <p:nvPr/>
        </p:nvSpPr>
        <p:spPr>
          <a:xfrm>
            <a:off x="2061972" y="3591306"/>
            <a:ext cx="301752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F0619E87-945C-7029-21C8-563B0A1B0520}"/>
              </a:ext>
            </a:extLst>
          </p:cNvPr>
          <p:cNvSpPr/>
          <p:nvPr/>
        </p:nvSpPr>
        <p:spPr>
          <a:xfrm>
            <a:off x="2153412" y="372846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che ordine?</a:t>
            </a:r>
            <a:endParaRPr lang="en-US" sz="1600" b="1" dirty="0"/>
          </a:p>
        </p:txBody>
      </p:sp>
      <p:sp>
        <p:nvSpPr>
          <p:cNvPr id="35" name="Shape 35">
            <a:extLst>
              <a:ext uri="{FF2B5EF4-FFF2-40B4-BE49-F238E27FC236}">
                <a16:creationId xmlns:a16="http://schemas.microsoft.com/office/drawing/2014/main" id="{24DAFBF4-08A9-0254-7E29-5588D228123C}"/>
              </a:ext>
            </a:extLst>
          </p:cNvPr>
          <p:cNvSpPr/>
          <p:nvPr/>
        </p:nvSpPr>
        <p:spPr>
          <a:xfrm>
            <a:off x="5189220" y="3591306"/>
            <a:ext cx="3657600" cy="566928"/>
          </a:xfrm>
          <a:prstGeom prst="rect">
            <a:avLst/>
          </a:prstGeom>
          <a:solidFill>
            <a:srgbClr val="F2DADA"/>
          </a:solidFill>
          <a:ln w="6350">
            <a:solidFill>
              <a:srgbClr val="E8C0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E5C4D527-1BB5-D560-AD59-C4402EBD7B7D}"/>
              </a:ext>
            </a:extLst>
          </p:cNvPr>
          <p:cNvSpPr/>
          <p:nvPr/>
        </p:nvSpPr>
        <p:spPr>
          <a:xfrm>
            <a:off x="5298948" y="3728466"/>
            <a:ext cx="3456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Cognome ASC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152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853F84-0520-726F-08A3-671C22DE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Indici delle tabelle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36EB54D-D567-A4B9-6AAC-DA020296D0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067945" y="1220641"/>
            <a:ext cx="4824536" cy="3195057"/>
          </a:xfrm>
          <a:prstGeom prst="rect">
            <a:avLst/>
          </a:prstGeom>
        </p:spPr>
      </p:pic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DB19AC8A-C780-BF58-96C0-3631EC0CF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3975476"/>
              </p:ext>
            </p:extLst>
          </p:nvPr>
        </p:nvGraphicFramePr>
        <p:xfrm>
          <a:off x="-792596" y="84440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0535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485A30-F537-26BF-03E4-AE2C5AC7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9000"/>
            <a:ext cx="8640960" cy="540000"/>
          </a:xfrm>
        </p:spPr>
        <p:txBody>
          <a:bodyPr anchor="ctr">
            <a:normAutofit/>
          </a:bodyPr>
          <a:lstStyle/>
          <a:p>
            <a:r>
              <a:rPr lang="it-IT" dirty="0"/>
              <a:t>Piano di esecuzione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0C86FB-F896-0DF4-D36B-27EE6C0A7B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2113" y="843558"/>
            <a:ext cx="3421062" cy="375367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it-IT" dirty="0"/>
              <a:t>Ogni operazione prevede un piano di azione</a:t>
            </a:r>
          </a:p>
          <a:p>
            <a:pPr>
              <a:lnSpc>
                <a:spcPct val="90000"/>
              </a:lnSpc>
            </a:pPr>
            <a:endParaRPr lang="it-IT" dirty="0"/>
          </a:p>
          <a:p>
            <a:pPr>
              <a:lnSpc>
                <a:spcPct val="90000"/>
              </a:lnSpc>
            </a:pPr>
            <a:r>
              <a:rPr lang="it-IT" dirty="0"/>
              <a:t>Il piano è il flow chart di come si muove SQL per eseguire operazione</a:t>
            </a:r>
          </a:p>
          <a:p>
            <a:pPr>
              <a:lnSpc>
                <a:spcPct val="90000"/>
              </a:lnSpc>
            </a:pPr>
            <a:endParaRPr lang="it-IT" dirty="0"/>
          </a:p>
          <a:p>
            <a:pPr>
              <a:lnSpc>
                <a:spcPct val="90000"/>
              </a:lnSpc>
            </a:pPr>
            <a:r>
              <a:rPr lang="it-IT" dirty="0"/>
              <a:t>Il piano è composto da tanti operatori</a:t>
            </a:r>
          </a:p>
          <a:p>
            <a:pPr>
              <a:lnSpc>
                <a:spcPct val="90000"/>
              </a:lnSpc>
            </a:pPr>
            <a:endParaRPr lang="it-IT" dirty="0"/>
          </a:p>
          <a:p>
            <a:pPr>
              <a:lnSpc>
                <a:spcPct val="90000"/>
              </a:lnSpc>
            </a:pPr>
            <a:r>
              <a:rPr lang="it-IT" dirty="0"/>
              <a:t>Ad ogni operatore linguaggio corrisponde un operatore su piano</a:t>
            </a:r>
          </a:p>
        </p:txBody>
      </p:sp>
      <p:pic>
        <p:nvPicPr>
          <p:cNvPr id="4" name="Picture 2" descr="Diagramma di un join con colocazione.">
            <a:extLst>
              <a:ext uri="{FF2B5EF4-FFF2-40B4-BE49-F238E27FC236}">
                <a16:creationId xmlns:a16="http://schemas.microsoft.com/office/drawing/2014/main" id="{B5E47EBA-E298-CDF6-5954-0FF2C8228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83618"/>
            <a:ext cx="4913994" cy="2194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85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6F19C-A660-27C5-550D-F6DD10123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6FA2CE1-A017-53FC-3E8E-1CCC0708E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02165"/>
            <a:ext cx="9144000" cy="1539171"/>
          </a:xfrm>
        </p:spPr>
        <p:txBody>
          <a:bodyPr anchor="ctr"/>
          <a:lstStyle/>
          <a:p>
            <a:r>
              <a:rPr lang="it-IT" sz="3800" dirty="0"/>
              <a:t>Fine introduzione</a:t>
            </a:r>
            <a:endParaRPr lang="it-IT" sz="3800" spc="0" dirty="0"/>
          </a:p>
        </p:txBody>
      </p:sp>
    </p:spTree>
    <p:extLst>
      <p:ext uri="{BB962C8B-B14F-4D97-AF65-F5344CB8AC3E}">
        <p14:creationId xmlns:p14="http://schemas.microsoft.com/office/powerpoint/2010/main" val="3463856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9d383a77d69c9fe4b65d6ff37d099a55e5bbd"/>
</p:tagLst>
</file>

<file path=ppt/theme/theme1.xml><?xml version="1.0" encoding="utf-8"?>
<a:theme xmlns:a="http://schemas.openxmlformats.org/drawingml/2006/main" name="Sistemi">
  <a:themeElements>
    <a:clrScheme name="SISTEMI">
      <a:dk1>
        <a:sysClr val="windowText" lastClr="000000"/>
      </a:dk1>
      <a:lt1>
        <a:sysClr val="window" lastClr="FFFFFF"/>
      </a:lt1>
      <a:dk2>
        <a:srgbClr val="505460"/>
      </a:dk2>
      <a:lt2>
        <a:srgbClr val="FFFFFF"/>
      </a:lt2>
      <a:accent1>
        <a:srgbClr val="3A537E"/>
      </a:accent1>
      <a:accent2>
        <a:srgbClr val="AC1A2F"/>
      </a:accent2>
      <a:accent3>
        <a:srgbClr val="033D83"/>
      </a:accent3>
      <a:accent4>
        <a:srgbClr val="773E90"/>
      </a:accent4>
      <a:accent5>
        <a:srgbClr val="0092AE"/>
      </a:accent5>
      <a:accent6>
        <a:srgbClr val="FED03C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rgbClr val="A71930"/>
          </a:solidFill>
          <a:round/>
          <a:headEnd/>
          <a:tailEnd/>
        </a:ln>
        <a:effectLst/>
      </a:spPr>
      <a:bodyPr lIns="17999" tIns="10799" rIns="17999" bIns="10799" rtlCol="0" anchor="ctr"/>
      <a:lstStyle>
        <a:defPPr algn="ctr" eaLnBrk="0" hangingPunct="0">
          <a:lnSpc>
            <a:spcPct val="80000"/>
          </a:lnSpc>
          <a:spcBef>
            <a:spcPct val="20000"/>
          </a:spcBef>
          <a:buClr>
            <a:srgbClr val="A71930"/>
          </a:buClr>
          <a:defRPr sz="1600" b="1" dirty="0">
            <a:effectLst>
              <a:outerShdw blurRad="38100" dist="38100" dir="2700000" algn="tl">
                <a:srgbClr val="C0C0C0"/>
              </a:outerShdw>
            </a:effectLst>
          </a:defRPr>
        </a:defPPr>
      </a:lst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22226</TotalTime>
  <Words>496</Words>
  <Application>Microsoft Office PowerPoint</Application>
  <PresentationFormat>Presentazione su schermo (16:9)</PresentationFormat>
  <Paragraphs>103</Paragraphs>
  <Slides>8</Slides>
  <Notes>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Arial Narrow</vt:lpstr>
      <vt:lpstr>Calibri</vt:lpstr>
      <vt:lpstr>Sistemi</vt:lpstr>
      <vt:lpstr>Presentazione standard di PowerPoint</vt:lpstr>
      <vt:lpstr>COS’è UN DATABASE</vt:lpstr>
      <vt:lpstr>Tabelle, righe e colonne</vt:lpstr>
      <vt:lpstr>Linguaggio SQL</vt:lpstr>
      <vt:lpstr>Struttura di una select</vt:lpstr>
      <vt:lpstr>Indici delle tabelle</vt:lpstr>
      <vt:lpstr>Piano di esecuzione</vt:lpstr>
      <vt:lpstr>Fine introduzione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Risultati aziendali e novità organizzative</dc:title>
  <dc:creator>Manuela.Pellegrino@sistemi.com</dc:creator>
  <cp:lastModifiedBy>Murzio Luca</cp:lastModifiedBy>
  <cp:revision>1469</cp:revision>
  <cp:lastPrinted>2026-03-23T15:16:51Z</cp:lastPrinted>
  <dcterms:created xsi:type="dcterms:W3CDTF">2013-03-01T10:25:06Z</dcterms:created>
  <dcterms:modified xsi:type="dcterms:W3CDTF">2026-04-15T14:12:47Z</dcterms:modified>
</cp:coreProperties>
</file>