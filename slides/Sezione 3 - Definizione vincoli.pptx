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19"/>
  </p:notesMasterIdLst>
  <p:handoutMasterIdLst>
    <p:handoutMasterId r:id="rId20"/>
  </p:handoutMasterIdLst>
  <p:sldIdLst>
    <p:sldId id="398" r:id="rId2"/>
    <p:sldId id="418" r:id="rId3"/>
    <p:sldId id="397" r:id="rId4"/>
    <p:sldId id="259" r:id="rId5"/>
    <p:sldId id="260" r:id="rId6"/>
    <p:sldId id="261" r:id="rId7"/>
    <p:sldId id="460" r:id="rId8"/>
    <p:sldId id="263" r:id="rId9"/>
    <p:sldId id="461" r:id="rId10"/>
    <p:sldId id="462" r:id="rId11"/>
    <p:sldId id="463" r:id="rId12"/>
    <p:sldId id="464" r:id="rId13"/>
    <p:sldId id="431" r:id="rId14"/>
    <p:sldId id="271" r:id="rId15"/>
    <p:sldId id="465" r:id="rId16"/>
    <p:sldId id="272" r:id="rId17"/>
    <p:sldId id="458" r:id="rId18"/>
  </p:sldIdLst>
  <p:sldSz cx="9144000" cy="5143500" type="screen16x9"/>
  <p:notesSz cx="6797675" cy="9928225"/>
  <p:custDataLst>
    <p:tags r:id="rId21"/>
  </p:custDataLst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86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51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andi Enrico" initials="EE" lastIdx="3" clrIdx="0"/>
  <p:cmAuthor id="2" name="Eandi Francesco" initials="EF" lastIdx="1" clrIdx="1"/>
  <p:cmAuthor id="3" name="Rosso Valter" initials="RV" lastIdx="1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20E1A"/>
    <a:srgbClr val="F1E7E8"/>
    <a:srgbClr val="E51420"/>
    <a:srgbClr val="E3CCCD"/>
    <a:srgbClr val="231D1B"/>
    <a:srgbClr val="E30613"/>
    <a:srgbClr val="C8473A"/>
    <a:srgbClr val="FFFFCC"/>
    <a:srgbClr val="8C8C8C"/>
    <a:srgbClr val="AC1A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663936-B30F-458C-B489-E6BD82B4C71D}" v="11" dt="2026-10-19T12:33:36.83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essuno stile, griglia tabel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Stile medio 2 - Color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Stile medio 2 - Color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2DE63D5-997A-4646-A377-4702673A728D}" styleName="Stile chiaro 2 - Color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D5ABB26-0587-4C30-8999-92F81FD0307C}" styleName="Nessuno stile, nessuna grigli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Stile medio 2 - Color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Stile medio 3 - Color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Stile medio 4 - Colore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B301B821-A1FF-4177-AEE7-76D212191A09}" styleName="Stile medio 1 - Color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Stile chiaro 1 - Color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84E427A-3D55-4303-BF80-6455036E1DE7}" styleName="Stile con tema 1 - Colore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291" autoAdjust="0"/>
    <p:restoredTop sz="78087" autoAdjust="0"/>
  </p:normalViewPr>
  <p:slideViewPr>
    <p:cSldViewPr showGuides="1">
      <p:cViewPr varScale="1">
        <p:scale>
          <a:sx n="109" d="100"/>
          <a:sy n="109" d="100"/>
        </p:scale>
        <p:origin x="1842" y="102"/>
      </p:cViewPr>
      <p:guideLst>
        <p:guide orient="horz" pos="686"/>
        <p:guide pos="2880"/>
        <p:guide orient="horz" pos="51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 varScale="1">
        <p:scale>
          <a:sx n="99" d="100"/>
          <a:sy n="99" d="100"/>
        </p:scale>
        <p:origin x="-2580" y="-96"/>
      </p:cViewPr>
      <p:guideLst>
        <p:guide orient="horz" pos="3127"/>
        <p:guide pos="2141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rzio Luca" userId="62ead766-6eaf-4057-bb25-25909a8c13e9" providerId="ADAL" clId="{3FA68CEF-BA90-4830-B164-02BEB71A7E1D}"/>
    <pc:docChg chg="undo redo custSel addSld delSld modSld sldOrd modNotesMaster modHandout">
      <pc:chgData name="Murzio Luca" userId="62ead766-6eaf-4057-bb25-25909a8c13e9" providerId="ADAL" clId="{3FA68CEF-BA90-4830-B164-02BEB71A7E1D}" dt="2026-10-19T14:41:22.070" v="43884" actId="6549"/>
      <pc:docMkLst>
        <pc:docMk/>
      </pc:docMkLst>
      <pc:sldChg chg="delSp modSp add mod setBg modNotesTx">
        <pc:chgData name="Murzio Luca" userId="62ead766-6eaf-4057-bb25-25909a8c13e9" providerId="ADAL" clId="{3FA68CEF-BA90-4830-B164-02BEB71A7E1D}" dt="2026-10-19T09:00:51.483" v="43622" actId="20577"/>
        <pc:sldMkLst>
          <pc:docMk/>
          <pc:sldMk cId="0" sldId="259"/>
        </pc:sldMkLst>
        <pc:spChg chg="mod">
          <ac:chgData name="Murzio Luca" userId="62ead766-6eaf-4057-bb25-25909a8c13e9" providerId="ADAL" clId="{3FA68CEF-BA90-4830-B164-02BEB71A7E1D}" dt="2026-09-30T14:58:06.407" v="40892" actId="20577"/>
          <ac:spMkLst>
            <pc:docMk/>
            <pc:sldMk cId="0" sldId="259"/>
            <ac:spMk id="3" creationId="{00000000-0000-0000-0000-000000000000}"/>
          </ac:spMkLst>
        </pc:spChg>
        <pc:spChg chg="mod">
          <ac:chgData name="Murzio Luca" userId="62ead766-6eaf-4057-bb25-25909a8c13e9" providerId="ADAL" clId="{3FA68CEF-BA90-4830-B164-02BEB71A7E1D}" dt="2026-10-19T09:00:51.483" v="43622" actId="20577"/>
          <ac:spMkLst>
            <pc:docMk/>
            <pc:sldMk cId="0" sldId="259"/>
            <ac:spMk id="5" creationId="{00000000-0000-0000-0000-000000000000}"/>
          </ac:spMkLst>
        </pc:spChg>
        <pc:picChg chg="mod">
          <ac:chgData name="Murzio Luca" userId="62ead766-6eaf-4057-bb25-25909a8c13e9" providerId="ADAL" clId="{3FA68CEF-BA90-4830-B164-02BEB71A7E1D}" dt="2026-09-30T14:59:25.562" v="40899" actId="1076"/>
          <ac:picMkLst>
            <pc:docMk/>
            <pc:sldMk cId="0" sldId="259"/>
            <ac:picMk id="6" creationId="{00000000-0000-0000-0000-000000000000}"/>
          </ac:picMkLst>
        </pc:picChg>
      </pc:sldChg>
      <pc:sldChg chg="delSp modSp add mod setBg modNotesTx">
        <pc:chgData name="Murzio Luca" userId="62ead766-6eaf-4057-bb25-25909a8c13e9" providerId="ADAL" clId="{3FA68CEF-BA90-4830-B164-02BEB71A7E1D}" dt="2026-10-19T09:03:08.501" v="43683" actId="20577"/>
        <pc:sldMkLst>
          <pc:docMk/>
          <pc:sldMk cId="0" sldId="260"/>
        </pc:sldMkLst>
        <pc:spChg chg="mod">
          <ac:chgData name="Murzio Luca" userId="62ead766-6eaf-4057-bb25-25909a8c13e9" providerId="ADAL" clId="{3FA68CEF-BA90-4830-B164-02BEB71A7E1D}" dt="2026-09-30T15:01:04.258" v="41094" actId="207"/>
          <ac:spMkLst>
            <pc:docMk/>
            <pc:sldMk cId="0" sldId="260"/>
            <ac:spMk id="3" creationId="{00000000-0000-0000-0000-000000000000}"/>
          </ac:spMkLst>
        </pc:spChg>
        <pc:spChg chg="mod">
          <ac:chgData name="Murzio Luca" userId="62ead766-6eaf-4057-bb25-25909a8c13e9" providerId="ADAL" clId="{3FA68CEF-BA90-4830-B164-02BEB71A7E1D}" dt="2026-10-19T09:01:51.819" v="43650" actId="1035"/>
          <ac:spMkLst>
            <pc:docMk/>
            <pc:sldMk cId="0" sldId="260"/>
            <ac:spMk id="6" creationId="{00000000-0000-0000-0000-000000000000}"/>
          </ac:spMkLst>
        </pc:spChg>
        <pc:spChg chg="mod">
          <ac:chgData name="Murzio Luca" userId="62ead766-6eaf-4057-bb25-25909a8c13e9" providerId="ADAL" clId="{3FA68CEF-BA90-4830-B164-02BEB71A7E1D}" dt="2026-10-19T09:02:04.843" v="43660" actId="1036"/>
          <ac:spMkLst>
            <pc:docMk/>
            <pc:sldMk cId="0" sldId="260"/>
            <ac:spMk id="7" creationId="{00000000-0000-0000-0000-000000000000}"/>
          </ac:spMkLst>
        </pc:spChg>
        <pc:spChg chg="mod">
          <ac:chgData name="Murzio Luca" userId="62ead766-6eaf-4057-bb25-25909a8c13e9" providerId="ADAL" clId="{3FA68CEF-BA90-4830-B164-02BEB71A7E1D}" dt="2026-10-19T09:02:04.843" v="43660" actId="1036"/>
          <ac:spMkLst>
            <pc:docMk/>
            <pc:sldMk cId="0" sldId="260"/>
            <ac:spMk id="8" creationId="{00000000-0000-0000-0000-000000000000}"/>
          </ac:spMkLst>
        </pc:spChg>
        <pc:spChg chg="mod">
          <ac:chgData name="Murzio Luca" userId="62ead766-6eaf-4057-bb25-25909a8c13e9" providerId="ADAL" clId="{3FA68CEF-BA90-4830-B164-02BEB71A7E1D}" dt="2026-10-19T09:01:46.882" v="43645" actId="1035"/>
          <ac:spMkLst>
            <pc:docMk/>
            <pc:sldMk cId="0" sldId="260"/>
            <ac:spMk id="9" creationId="{00000000-0000-0000-0000-000000000000}"/>
          </ac:spMkLst>
        </pc:spChg>
        <pc:spChg chg="mod">
          <ac:chgData name="Murzio Luca" userId="62ead766-6eaf-4057-bb25-25909a8c13e9" providerId="ADAL" clId="{3FA68CEF-BA90-4830-B164-02BEB71A7E1D}" dt="2026-10-19T09:02:23.682" v="43671" actId="1076"/>
          <ac:spMkLst>
            <pc:docMk/>
            <pc:sldMk cId="0" sldId="260"/>
            <ac:spMk id="10" creationId="{00000000-0000-0000-0000-000000000000}"/>
          </ac:spMkLst>
        </pc:spChg>
        <pc:spChg chg="mod">
          <ac:chgData name="Murzio Luca" userId="62ead766-6eaf-4057-bb25-25909a8c13e9" providerId="ADAL" clId="{3FA68CEF-BA90-4830-B164-02BEB71A7E1D}" dt="2026-10-19T09:03:08.501" v="43683" actId="20577"/>
          <ac:spMkLst>
            <pc:docMk/>
            <pc:sldMk cId="0" sldId="260"/>
            <ac:spMk id="11" creationId="{00000000-0000-0000-0000-000000000000}"/>
          </ac:spMkLst>
        </pc:spChg>
        <pc:spChg chg="mod">
          <ac:chgData name="Murzio Luca" userId="62ead766-6eaf-4057-bb25-25909a8c13e9" providerId="ADAL" clId="{3FA68CEF-BA90-4830-B164-02BEB71A7E1D}" dt="2026-10-19T09:01:42.556" v="43640" actId="1035"/>
          <ac:spMkLst>
            <pc:docMk/>
            <pc:sldMk cId="0" sldId="260"/>
            <ac:spMk id="12" creationId="{00000000-0000-0000-0000-000000000000}"/>
          </ac:spMkLst>
        </pc:spChg>
        <pc:spChg chg="mod">
          <ac:chgData name="Murzio Luca" userId="62ead766-6eaf-4057-bb25-25909a8c13e9" providerId="ADAL" clId="{3FA68CEF-BA90-4830-B164-02BEB71A7E1D}" dt="2026-10-19T09:02:42.647" v="43680" actId="1076"/>
          <ac:spMkLst>
            <pc:docMk/>
            <pc:sldMk cId="0" sldId="260"/>
            <ac:spMk id="13" creationId="{00000000-0000-0000-0000-000000000000}"/>
          </ac:spMkLst>
        </pc:spChg>
        <pc:spChg chg="mod">
          <ac:chgData name="Murzio Luca" userId="62ead766-6eaf-4057-bb25-25909a8c13e9" providerId="ADAL" clId="{3FA68CEF-BA90-4830-B164-02BEB71A7E1D}" dt="2026-10-19T09:02:42.647" v="43680" actId="1076"/>
          <ac:spMkLst>
            <pc:docMk/>
            <pc:sldMk cId="0" sldId="260"/>
            <ac:spMk id="14" creationId="{00000000-0000-0000-0000-000000000000}"/>
          </ac:spMkLst>
        </pc:spChg>
        <pc:picChg chg="mod">
          <ac:chgData name="Murzio Luca" userId="62ead766-6eaf-4057-bb25-25909a8c13e9" providerId="ADAL" clId="{3FA68CEF-BA90-4830-B164-02BEB71A7E1D}" dt="2026-10-19T09:01:11.386" v="43625" actId="14100"/>
          <ac:picMkLst>
            <pc:docMk/>
            <pc:sldMk cId="0" sldId="260"/>
            <ac:picMk id="5" creationId="{00000000-0000-0000-0000-000000000000}"/>
          </ac:picMkLst>
        </pc:picChg>
      </pc:sldChg>
      <pc:sldChg chg="delSp modSp add mod setBg modNotesTx">
        <pc:chgData name="Murzio Luca" userId="62ead766-6eaf-4057-bb25-25909a8c13e9" providerId="ADAL" clId="{3FA68CEF-BA90-4830-B164-02BEB71A7E1D}" dt="2026-10-19T09:23:26.024" v="43727" actId="6549"/>
        <pc:sldMkLst>
          <pc:docMk/>
          <pc:sldMk cId="0" sldId="261"/>
        </pc:sldMkLst>
        <pc:spChg chg="mod">
          <ac:chgData name="Murzio Luca" userId="62ead766-6eaf-4057-bb25-25909a8c13e9" providerId="ADAL" clId="{3FA68CEF-BA90-4830-B164-02BEB71A7E1D}" dt="2026-09-30T15:03:09.624" v="41219" actId="207"/>
          <ac:spMkLst>
            <pc:docMk/>
            <pc:sldMk cId="0" sldId="261"/>
            <ac:spMk id="3" creationId="{00000000-0000-0000-0000-000000000000}"/>
          </ac:spMkLst>
        </pc:spChg>
        <pc:graphicFrameChg chg="mod modGraphic">
          <ac:chgData name="Murzio Luca" userId="62ead766-6eaf-4057-bb25-25909a8c13e9" providerId="ADAL" clId="{3FA68CEF-BA90-4830-B164-02BEB71A7E1D}" dt="2026-10-19T09:23:26.024" v="43727" actId="6549"/>
          <ac:graphicFrameMkLst>
            <pc:docMk/>
            <pc:sldMk cId="0" sldId="261"/>
            <ac:graphicFrameMk id="7" creationId="{00000000-0000-0000-0000-000000000000}"/>
          </ac:graphicFrameMkLst>
        </pc:graphicFrameChg>
      </pc:sldChg>
      <pc:sldChg chg="addSp delSp modSp add mod setBg modNotesTx">
        <pc:chgData name="Murzio Luca" userId="62ead766-6eaf-4057-bb25-25909a8c13e9" providerId="ADAL" clId="{3FA68CEF-BA90-4830-B164-02BEB71A7E1D}" dt="2026-10-19T09:24:59.154" v="43776" actId="14100"/>
        <pc:sldMkLst>
          <pc:docMk/>
          <pc:sldMk cId="0" sldId="263"/>
        </pc:sldMkLst>
        <pc:spChg chg="mod">
          <ac:chgData name="Murzio Luca" userId="62ead766-6eaf-4057-bb25-25909a8c13e9" providerId="ADAL" clId="{3FA68CEF-BA90-4830-B164-02BEB71A7E1D}" dt="2026-09-30T15:07:51.125" v="41270" actId="207"/>
          <ac:spMkLst>
            <pc:docMk/>
            <pc:sldMk cId="0" sldId="263"/>
            <ac:spMk id="3" creationId="{00000000-0000-0000-0000-000000000000}"/>
          </ac:spMkLst>
        </pc:spChg>
        <pc:spChg chg="mod">
          <ac:chgData name="Murzio Luca" userId="62ead766-6eaf-4057-bb25-25909a8c13e9" providerId="ADAL" clId="{3FA68CEF-BA90-4830-B164-02BEB71A7E1D}" dt="2026-10-19T09:24:17.105" v="43758" actId="20577"/>
          <ac:spMkLst>
            <pc:docMk/>
            <pc:sldMk cId="0" sldId="263"/>
            <ac:spMk id="5" creationId="{00000000-0000-0000-0000-000000000000}"/>
          </ac:spMkLst>
        </pc:spChg>
        <pc:spChg chg="add mod">
          <ac:chgData name="Murzio Luca" userId="62ead766-6eaf-4057-bb25-25909a8c13e9" providerId="ADAL" clId="{3FA68CEF-BA90-4830-B164-02BEB71A7E1D}" dt="2026-10-19T09:24:59.154" v="43776" actId="14100"/>
          <ac:spMkLst>
            <pc:docMk/>
            <pc:sldMk cId="0" sldId="263"/>
            <ac:spMk id="9" creationId="{CEA7ADF7-894F-8F14-E58A-6409215427CC}"/>
          </ac:spMkLst>
        </pc:spChg>
        <pc:picChg chg="add mod">
          <ac:chgData name="Murzio Luca" userId="62ead766-6eaf-4057-bb25-25909a8c13e9" providerId="ADAL" clId="{3FA68CEF-BA90-4830-B164-02BEB71A7E1D}" dt="2026-09-30T15:13:06.396" v="41312" actId="1076"/>
          <ac:picMkLst>
            <pc:docMk/>
            <pc:sldMk cId="0" sldId="263"/>
            <ac:picMk id="10" creationId="{9C592D72-6965-0964-C30C-A7F523A96815}"/>
          </ac:picMkLst>
        </pc:picChg>
      </pc:sldChg>
      <pc:sldChg chg="addSp delSp modSp add mod setBg modNotesTx">
        <pc:chgData name="Murzio Luca" userId="62ead766-6eaf-4057-bb25-25909a8c13e9" providerId="ADAL" clId="{3FA68CEF-BA90-4830-B164-02BEB71A7E1D}" dt="2026-10-19T10:08:35.275" v="43830" actId="20577"/>
        <pc:sldMkLst>
          <pc:docMk/>
          <pc:sldMk cId="0" sldId="271"/>
        </pc:sldMkLst>
        <pc:spChg chg="mod">
          <ac:chgData name="Murzio Luca" userId="62ead766-6eaf-4057-bb25-25909a8c13e9" providerId="ADAL" clId="{3FA68CEF-BA90-4830-B164-02BEB71A7E1D}" dt="2026-10-01T09:19:37.232" v="42507" actId="2711"/>
          <ac:spMkLst>
            <pc:docMk/>
            <pc:sldMk cId="0" sldId="271"/>
            <ac:spMk id="3" creationId="{00000000-0000-0000-0000-000000000000}"/>
          </ac:spMkLst>
        </pc:spChg>
        <pc:spChg chg="add mod">
          <ac:chgData name="Murzio Luca" userId="62ead766-6eaf-4057-bb25-25909a8c13e9" providerId="ADAL" clId="{3FA68CEF-BA90-4830-B164-02BEB71A7E1D}" dt="2026-10-01T09:31:21.578" v="42531" actId="14100"/>
          <ac:spMkLst>
            <pc:docMk/>
            <pc:sldMk cId="0" sldId="271"/>
            <ac:spMk id="5" creationId="{D0813DC6-F6DD-769B-20A8-528A255D94F7}"/>
          </ac:spMkLst>
        </pc:spChg>
        <pc:spChg chg="mod">
          <ac:chgData name="Murzio Luca" userId="62ead766-6eaf-4057-bb25-25909a8c13e9" providerId="ADAL" clId="{3FA68CEF-BA90-4830-B164-02BEB71A7E1D}" dt="2026-10-01T09:30:45.319" v="42523" actId="1076"/>
          <ac:spMkLst>
            <pc:docMk/>
            <pc:sldMk cId="0" sldId="271"/>
            <ac:spMk id="7" creationId="{00000000-0000-0000-0000-000000000000}"/>
          </ac:spMkLst>
        </pc:spChg>
        <pc:graphicFrameChg chg="mod modGraphic">
          <ac:chgData name="Murzio Luca" userId="62ead766-6eaf-4057-bb25-25909a8c13e9" providerId="ADAL" clId="{3FA68CEF-BA90-4830-B164-02BEB71A7E1D}" dt="2026-10-19T10:08:35.275" v="43830" actId="20577"/>
          <ac:graphicFrameMkLst>
            <pc:docMk/>
            <pc:sldMk cId="0" sldId="271"/>
            <ac:graphicFrameMk id="17" creationId="{00000000-0000-0000-0000-000000000000}"/>
          </ac:graphicFrameMkLst>
        </pc:graphicFrameChg>
        <pc:picChg chg="add mod">
          <ac:chgData name="Murzio Luca" userId="62ead766-6eaf-4057-bb25-25909a8c13e9" providerId="ADAL" clId="{3FA68CEF-BA90-4830-B164-02BEB71A7E1D}" dt="2026-10-01T09:30:28.883" v="42517"/>
          <ac:picMkLst>
            <pc:docMk/>
            <pc:sldMk cId="0" sldId="271"/>
            <ac:picMk id="8" creationId="{B119198B-FA85-3156-E368-021584E68E57}"/>
          </ac:picMkLst>
        </pc:picChg>
      </pc:sldChg>
      <pc:sldChg chg="addSp delSp modSp add del mod ord setBg modNotesTx">
        <pc:chgData name="Murzio Luca" userId="62ead766-6eaf-4057-bb25-25909a8c13e9" providerId="ADAL" clId="{3FA68CEF-BA90-4830-B164-02BEB71A7E1D}" dt="2026-10-19T10:09:14.698" v="43836" actId="1076"/>
        <pc:sldMkLst>
          <pc:docMk/>
          <pc:sldMk cId="0" sldId="272"/>
        </pc:sldMkLst>
        <pc:spChg chg="mod">
          <ac:chgData name="Murzio Luca" userId="62ead766-6eaf-4057-bb25-25909a8c13e9" providerId="ADAL" clId="{3FA68CEF-BA90-4830-B164-02BEB71A7E1D}" dt="2026-10-01T12:16:09.178" v="42988" actId="1076"/>
          <ac:spMkLst>
            <pc:docMk/>
            <pc:sldMk cId="0" sldId="272"/>
            <ac:spMk id="3" creationId="{00000000-0000-0000-0000-000000000000}"/>
          </ac:spMkLst>
        </pc:spChg>
        <pc:spChg chg="mod">
          <ac:chgData name="Murzio Luca" userId="62ead766-6eaf-4057-bb25-25909a8c13e9" providerId="ADAL" clId="{3FA68CEF-BA90-4830-B164-02BEB71A7E1D}" dt="2026-10-01T12:14:31.344" v="42959" actId="21"/>
          <ac:spMkLst>
            <pc:docMk/>
            <pc:sldMk cId="0" sldId="272"/>
            <ac:spMk id="13" creationId="{00000000-0000-0000-0000-000000000000}"/>
          </ac:spMkLst>
        </pc:spChg>
        <pc:spChg chg="add mod">
          <ac:chgData name="Murzio Luca" userId="62ead766-6eaf-4057-bb25-25909a8c13e9" providerId="ADAL" clId="{3FA68CEF-BA90-4830-B164-02BEB71A7E1D}" dt="2026-10-19T10:09:02.401" v="43832" actId="14100"/>
          <ac:spMkLst>
            <pc:docMk/>
            <pc:sldMk cId="0" sldId="272"/>
            <ac:spMk id="20" creationId="{5733EB07-4E64-607E-08DA-E44C0B935406}"/>
          </ac:spMkLst>
        </pc:spChg>
        <pc:graphicFrameChg chg="add mod modGraphic">
          <ac:chgData name="Murzio Luca" userId="62ead766-6eaf-4057-bb25-25909a8c13e9" providerId="ADAL" clId="{3FA68CEF-BA90-4830-B164-02BEB71A7E1D}" dt="2026-10-19T10:09:14.698" v="43836" actId="1076"/>
          <ac:graphicFrameMkLst>
            <pc:docMk/>
            <pc:sldMk cId="0" sldId="272"/>
            <ac:graphicFrameMk id="19" creationId="{DFB7B057-E467-F85F-A3EB-CE8EF65B191F}"/>
          </ac:graphicFrameMkLst>
        </pc:graphicFrameChg>
      </pc:sldChg>
      <pc:sldChg chg="modSp mod modNotesTx">
        <pc:chgData name="Murzio Luca" userId="62ead766-6eaf-4057-bb25-25909a8c13e9" providerId="ADAL" clId="{3FA68CEF-BA90-4830-B164-02BEB71A7E1D}" dt="2026-10-01T13:03:44.674" v="43233" actId="6549"/>
        <pc:sldMkLst>
          <pc:docMk/>
          <pc:sldMk cId="2760470487" sldId="397"/>
        </pc:sldMkLst>
        <pc:spChg chg="mod">
          <ac:chgData name="Murzio Luca" userId="62ead766-6eaf-4057-bb25-25909a8c13e9" providerId="ADAL" clId="{3FA68CEF-BA90-4830-B164-02BEB71A7E1D}" dt="2026-09-30T14:57:11.045" v="40880" actId="20577"/>
          <ac:spMkLst>
            <pc:docMk/>
            <pc:sldMk cId="2760470487" sldId="397"/>
            <ac:spMk id="4" creationId="{A880B918-0CF5-735A-BA31-CEE0BB487251}"/>
          </ac:spMkLst>
        </pc:spChg>
      </pc:sldChg>
      <pc:sldChg chg="addSp delSp modSp mod setBg modNotesTx">
        <pc:chgData name="Murzio Luca" userId="62ead766-6eaf-4057-bb25-25909a8c13e9" providerId="ADAL" clId="{3FA68CEF-BA90-4830-B164-02BEB71A7E1D}" dt="2026-09-30T14:54:06.485" v="40644" actId="20577"/>
        <pc:sldMkLst>
          <pc:docMk/>
          <pc:sldMk cId="2453220132" sldId="398"/>
        </pc:sldMkLst>
        <pc:spChg chg="mod">
          <ac:chgData name="Murzio Luca" userId="62ead766-6eaf-4057-bb25-25909a8c13e9" providerId="ADAL" clId="{3FA68CEF-BA90-4830-B164-02BEB71A7E1D}" dt="2026-09-30T14:53:33.710" v="40627" actId="20577"/>
          <ac:spMkLst>
            <pc:docMk/>
            <pc:sldMk cId="2453220132" sldId="398"/>
            <ac:spMk id="7" creationId="{202B71B1-14B4-3B1A-B56D-A2CE7F9978E6}"/>
          </ac:spMkLst>
        </pc:spChg>
        <pc:spChg chg="mod">
          <ac:chgData name="Murzio Luca" userId="62ead766-6eaf-4057-bb25-25909a8c13e9" providerId="ADAL" clId="{3FA68CEF-BA90-4830-B164-02BEB71A7E1D}" dt="2026-09-30T14:53:42.425" v="40641" actId="20577"/>
          <ac:spMkLst>
            <pc:docMk/>
            <pc:sldMk cId="2453220132" sldId="398"/>
            <ac:spMk id="8" creationId="{914F1CCD-6988-40EB-8723-4DA122189198}"/>
          </ac:spMkLst>
        </pc:spChg>
      </pc:sldChg>
      <pc:sldChg chg="modSp mod modNotesTx">
        <pc:chgData name="Murzio Luca" userId="62ead766-6eaf-4057-bb25-25909a8c13e9" providerId="ADAL" clId="{3FA68CEF-BA90-4830-B164-02BEB71A7E1D}" dt="2026-10-19T12:33:36.832" v="43882" actId="208"/>
        <pc:sldMkLst>
          <pc:docMk/>
          <pc:sldMk cId="3540166546" sldId="418"/>
        </pc:sldMkLst>
        <pc:graphicFrameChg chg="mod modGraphic">
          <ac:chgData name="Murzio Luca" userId="62ead766-6eaf-4057-bb25-25909a8c13e9" providerId="ADAL" clId="{3FA68CEF-BA90-4830-B164-02BEB71A7E1D}" dt="2026-10-19T12:33:36.832" v="43882" actId="208"/>
          <ac:graphicFrameMkLst>
            <pc:docMk/>
            <pc:sldMk cId="3540166546" sldId="418"/>
            <ac:graphicFrameMk id="5" creationId="{6BFF772B-8A15-9994-B0EE-F4836F067C6E}"/>
          </ac:graphicFrameMkLst>
        </pc:graphicFrameChg>
      </pc:sldChg>
      <pc:sldChg chg="addSp delSp modSp new mod modNotes modNotesTx">
        <pc:chgData name="Murzio Luca" userId="62ead766-6eaf-4057-bb25-25909a8c13e9" providerId="ADAL" clId="{3FA68CEF-BA90-4830-B164-02BEB71A7E1D}" dt="2026-10-19T10:07:37.666" v="43817" actId="20577"/>
        <pc:sldMkLst>
          <pc:docMk/>
          <pc:sldMk cId="2365468042" sldId="431"/>
        </pc:sldMkLst>
        <pc:spChg chg="mod">
          <ac:chgData name="Murzio Luca" userId="62ead766-6eaf-4057-bb25-25909a8c13e9" providerId="ADAL" clId="{3FA68CEF-BA90-4830-B164-02BEB71A7E1D}" dt="2026-10-01T09:13:14.638" v="42217" actId="26606"/>
          <ac:spMkLst>
            <pc:docMk/>
            <pc:sldMk cId="2365468042" sldId="431"/>
            <ac:spMk id="2" creationId="{272A9F98-495B-0B8C-AFA5-10BDC18F43C2}"/>
          </ac:spMkLst>
        </pc:spChg>
        <pc:spChg chg="add mod">
          <ac:chgData name="Murzio Luca" userId="62ead766-6eaf-4057-bb25-25909a8c13e9" providerId="ADAL" clId="{3FA68CEF-BA90-4830-B164-02BEB71A7E1D}" dt="2026-10-19T10:07:37.666" v="43817" actId="20577"/>
          <ac:spMkLst>
            <pc:docMk/>
            <pc:sldMk cId="2365468042" sldId="431"/>
            <ac:spMk id="4" creationId="{6383BB86-7751-59A8-05CF-1335FF435776}"/>
          </ac:spMkLst>
        </pc:spChg>
        <pc:picChg chg="add mod">
          <ac:chgData name="Murzio Luca" userId="62ead766-6eaf-4057-bb25-25909a8c13e9" providerId="ADAL" clId="{3FA68CEF-BA90-4830-B164-02BEB71A7E1D}" dt="2026-10-01T09:13:14.638" v="42217" actId="26606"/>
          <ac:picMkLst>
            <pc:docMk/>
            <pc:sldMk cId="2365468042" sldId="431"/>
            <ac:picMk id="3" creationId="{FF89B546-3573-5441-B3F2-0D6056CCAD55}"/>
          </ac:picMkLst>
        </pc:picChg>
      </pc:sldChg>
      <pc:sldChg chg="modSp add mod ord modNotesTx">
        <pc:chgData name="Murzio Luca" userId="62ead766-6eaf-4057-bb25-25909a8c13e9" providerId="ADAL" clId="{3FA68CEF-BA90-4830-B164-02BEB71A7E1D}" dt="2026-10-19T10:17:58.219" v="43881" actId="20577"/>
        <pc:sldMkLst>
          <pc:docMk/>
          <pc:sldMk cId="3276767838" sldId="458"/>
        </pc:sldMkLst>
        <pc:spChg chg="mod">
          <ac:chgData name="Murzio Luca" userId="62ead766-6eaf-4057-bb25-25909a8c13e9" providerId="ADAL" clId="{3FA68CEF-BA90-4830-B164-02BEB71A7E1D}" dt="2026-10-19T10:17:58.219" v="43881" actId="20577"/>
          <ac:spMkLst>
            <pc:docMk/>
            <pc:sldMk cId="3276767838" sldId="458"/>
            <ac:spMk id="4" creationId="{C5B8786F-65F6-B080-E402-0ED9D25673D4}"/>
          </ac:spMkLst>
        </pc:spChg>
      </pc:sldChg>
      <pc:sldChg chg="modSp add mod modNotesTx">
        <pc:chgData name="Murzio Luca" userId="62ead766-6eaf-4057-bb25-25909a8c13e9" providerId="ADAL" clId="{3FA68CEF-BA90-4830-B164-02BEB71A7E1D}" dt="2026-09-30T15:06:52.271" v="41254" actId="6549"/>
        <pc:sldMkLst>
          <pc:docMk/>
          <pc:sldMk cId="53646599" sldId="460"/>
        </pc:sldMkLst>
        <pc:spChg chg="mod">
          <ac:chgData name="Murzio Luca" userId="62ead766-6eaf-4057-bb25-25909a8c13e9" providerId="ADAL" clId="{3FA68CEF-BA90-4830-B164-02BEB71A7E1D}" dt="2026-09-30T15:06:49.522" v="41253" actId="313"/>
          <ac:spMkLst>
            <pc:docMk/>
            <pc:sldMk cId="53646599" sldId="460"/>
            <ac:spMk id="4" creationId="{AFC48204-1081-75B2-B994-F1A7FCDECB3C}"/>
          </ac:spMkLst>
        </pc:spChg>
      </pc:sldChg>
      <pc:sldChg chg="modSp add mod modNotesTx">
        <pc:chgData name="Murzio Luca" userId="62ead766-6eaf-4057-bb25-25909a8c13e9" providerId="ADAL" clId="{3FA68CEF-BA90-4830-B164-02BEB71A7E1D}" dt="2026-10-19T09:51:07.969" v="43783" actId="6549"/>
        <pc:sldMkLst>
          <pc:docMk/>
          <pc:sldMk cId="2757685783" sldId="461"/>
        </pc:sldMkLst>
        <pc:spChg chg="mod">
          <ac:chgData name="Murzio Luca" userId="62ead766-6eaf-4057-bb25-25909a8c13e9" providerId="ADAL" clId="{3FA68CEF-BA90-4830-B164-02BEB71A7E1D}" dt="2026-09-30T15:13:55.917" v="41357" actId="20577"/>
          <ac:spMkLst>
            <pc:docMk/>
            <pc:sldMk cId="2757685783" sldId="461"/>
            <ac:spMk id="3" creationId="{9E9B2727-28EA-58CF-643A-0FDD650A72CC}"/>
          </ac:spMkLst>
        </pc:spChg>
        <pc:spChg chg="mod">
          <ac:chgData name="Murzio Luca" userId="62ead766-6eaf-4057-bb25-25909a8c13e9" providerId="ADAL" clId="{3FA68CEF-BA90-4830-B164-02BEB71A7E1D}" dt="2026-10-19T09:49:28.476" v="43782" actId="20577"/>
          <ac:spMkLst>
            <pc:docMk/>
            <pc:sldMk cId="2757685783" sldId="461"/>
            <ac:spMk id="5" creationId="{4FC0CEE1-566E-D926-E9C3-A11C6578BA2D}"/>
          </ac:spMkLst>
        </pc:spChg>
        <pc:spChg chg="mod">
          <ac:chgData name="Murzio Luca" userId="62ead766-6eaf-4057-bb25-25909a8c13e9" providerId="ADAL" clId="{3FA68CEF-BA90-4830-B164-02BEB71A7E1D}" dt="2026-09-30T15:19:50.433" v="41540" actId="1076"/>
          <ac:spMkLst>
            <pc:docMk/>
            <pc:sldMk cId="2757685783" sldId="461"/>
            <ac:spMk id="9" creationId="{C063DEE4-5E02-8478-4359-DD353FDBA42B}"/>
          </ac:spMkLst>
        </pc:spChg>
      </pc:sldChg>
      <pc:sldChg chg="modSp add mod modNotesTx">
        <pc:chgData name="Murzio Luca" userId="62ead766-6eaf-4057-bb25-25909a8c13e9" providerId="ADAL" clId="{3FA68CEF-BA90-4830-B164-02BEB71A7E1D}" dt="2026-10-19T09:52:26.524" v="43796" actId="6549"/>
        <pc:sldMkLst>
          <pc:docMk/>
          <pc:sldMk cId="2585961492" sldId="462"/>
        </pc:sldMkLst>
        <pc:spChg chg="mod">
          <ac:chgData name="Murzio Luca" userId="62ead766-6eaf-4057-bb25-25909a8c13e9" providerId="ADAL" clId="{3FA68CEF-BA90-4830-B164-02BEB71A7E1D}" dt="2026-10-01T08:34:17.885" v="41586" actId="20577"/>
          <ac:spMkLst>
            <pc:docMk/>
            <pc:sldMk cId="2585961492" sldId="462"/>
            <ac:spMk id="3" creationId="{FC9C91CD-A0BF-1769-F1F8-F48715BA4A0C}"/>
          </ac:spMkLst>
        </pc:spChg>
        <pc:spChg chg="mod">
          <ac:chgData name="Murzio Luca" userId="62ead766-6eaf-4057-bb25-25909a8c13e9" providerId="ADAL" clId="{3FA68CEF-BA90-4830-B164-02BEB71A7E1D}" dt="2026-10-19T09:52:26.524" v="43796" actId="6549"/>
          <ac:spMkLst>
            <pc:docMk/>
            <pc:sldMk cId="2585961492" sldId="462"/>
            <ac:spMk id="5" creationId="{493D168A-6C60-3703-B813-7324957A6549}"/>
          </ac:spMkLst>
        </pc:spChg>
        <pc:spChg chg="mod">
          <ac:chgData name="Murzio Luca" userId="62ead766-6eaf-4057-bb25-25909a8c13e9" providerId="ADAL" clId="{3FA68CEF-BA90-4830-B164-02BEB71A7E1D}" dt="2026-10-19T09:52:18.605" v="43794" actId="20577"/>
          <ac:spMkLst>
            <pc:docMk/>
            <pc:sldMk cId="2585961492" sldId="462"/>
            <ac:spMk id="9" creationId="{1BB51DE1-750F-41F0-0455-8CE7AF8F7CA7}"/>
          </ac:spMkLst>
        </pc:spChg>
      </pc:sldChg>
      <pc:sldChg chg="modSp add mod modNotesTx">
        <pc:chgData name="Murzio Luca" userId="62ead766-6eaf-4057-bb25-25909a8c13e9" providerId="ADAL" clId="{3FA68CEF-BA90-4830-B164-02BEB71A7E1D}" dt="2026-10-19T14:41:22.070" v="43884" actId="6549"/>
        <pc:sldMkLst>
          <pc:docMk/>
          <pc:sldMk cId="442003471" sldId="463"/>
        </pc:sldMkLst>
        <pc:spChg chg="mod">
          <ac:chgData name="Murzio Luca" userId="62ead766-6eaf-4057-bb25-25909a8c13e9" providerId="ADAL" clId="{3FA68CEF-BA90-4830-B164-02BEB71A7E1D}" dt="2026-10-01T09:09:21.833" v="41887" actId="20577"/>
          <ac:spMkLst>
            <pc:docMk/>
            <pc:sldMk cId="442003471" sldId="463"/>
            <ac:spMk id="3" creationId="{4C231C1A-09DB-792E-D2E9-A21AFEFBA675}"/>
          </ac:spMkLst>
        </pc:spChg>
        <pc:spChg chg="mod">
          <ac:chgData name="Murzio Luca" userId="62ead766-6eaf-4057-bb25-25909a8c13e9" providerId="ADAL" clId="{3FA68CEF-BA90-4830-B164-02BEB71A7E1D}" dt="2026-10-19T09:53:19.893" v="43815" actId="20577"/>
          <ac:spMkLst>
            <pc:docMk/>
            <pc:sldMk cId="442003471" sldId="463"/>
            <ac:spMk id="5" creationId="{AFA74507-59E6-5546-839E-9133D8EFF7DE}"/>
          </ac:spMkLst>
        </pc:spChg>
        <pc:spChg chg="mod">
          <ac:chgData name="Murzio Luca" userId="62ead766-6eaf-4057-bb25-25909a8c13e9" providerId="ADAL" clId="{3FA68CEF-BA90-4830-B164-02BEB71A7E1D}" dt="2026-10-19T14:41:22.070" v="43884" actId="6549"/>
          <ac:spMkLst>
            <pc:docMk/>
            <pc:sldMk cId="442003471" sldId="463"/>
            <ac:spMk id="9" creationId="{B486C495-011E-9452-FD86-70551F16DD3F}"/>
          </ac:spMkLst>
        </pc:spChg>
      </pc:sldChg>
      <pc:sldChg chg="modSp add mod">
        <pc:chgData name="Murzio Luca" userId="62ead766-6eaf-4057-bb25-25909a8c13e9" providerId="ADAL" clId="{3FA68CEF-BA90-4830-B164-02BEB71A7E1D}" dt="2026-10-01T09:12:05.993" v="42158" actId="20577"/>
        <pc:sldMkLst>
          <pc:docMk/>
          <pc:sldMk cId="982902285" sldId="464"/>
        </pc:sldMkLst>
        <pc:spChg chg="mod">
          <ac:chgData name="Murzio Luca" userId="62ead766-6eaf-4057-bb25-25909a8c13e9" providerId="ADAL" clId="{3FA68CEF-BA90-4830-B164-02BEB71A7E1D}" dt="2026-10-01T09:12:05.993" v="42158" actId="20577"/>
          <ac:spMkLst>
            <pc:docMk/>
            <pc:sldMk cId="982902285" sldId="464"/>
            <ac:spMk id="4" creationId="{0E787973-B5DD-8258-3B4F-8FC12A56A139}"/>
          </ac:spMkLst>
        </pc:spChg>
      </pc:sldChg>
      <pc:sldChg chg="modSp add mod">
        <pc:chgData name="Murzio Luca" userId="62ead766-6eaf-4057-bb25-25909a8c13e9" providerId="ADAL" clId="{3FA68CEF-BA90-4830-B164-02BEB71A7E1D}" dt="2026-10-01T13:04:06.180" v="43266" actId="20577"/>
        <pc:sldMkLst>
          <pc:docMk/>
          <pc:sldMk cId="2241944325" sldId="465"/>
        </pc:sldMkLst>
        <pc:spChg chg="mod">
          <ac:chgData name="Murzio Luca" userId="62ead766-6eaf-4057-bb25-25909a8c13e9" providerId="ADAL" clId="{3FA68CEF-BA90-4830-B164-02BEB71A7E1D}" dt="2026-10-01T13:04:06.180" v="43266" actId="20577"/>
          <ac:spMkLst>
            <pc:docMk/>
            <pc:sldMk cId="2241944325" sldId="465"/>
            <ac:spMk id="4" creationId="{347093EC-A7AA-8E74-3602-25A715553D0D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Relationship Id="rId4" Type="http://schemas.openxmlformats.org/officeDocument/2006/relationships/image" Target="../media/image7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6D1F62B-6749-4127-BF33-B948C18E53A1}" type="doc">
      <dgm:prSet loTypeId="urn:microsoft.com/office/officeart/2005/8/layout/pList2" loCatId="list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it-IT"/>
        </a:p>
      </dgm:t>
    </dgm:pt>
    <dgm:pt modelId="{2FB198A0-1714-4D5D-8656-E075BCF10151}">
      <dgm:prSet phldrT="[Testo]"/>
      <dgm:spPr>
        <a:ln>
          <a:solidFill>
            <a:srgbClr val="C20E1A"/>
          </a:solidFill>
        </a:ln>
      </dgm:spPr>
      <dgm:t>
        <a:bodyPr/>
        <a:lstStyle/>
        <a:p>
          <a:pPr>
            <a:buNone/>
          </a:pPr>
          <a:r>
            <a:rPr lang="it-IT" b="1" dirty="0"/>
            <a:t>A cosa servono</a:t>
          </a:r>
          <a:endParaRPr lang="it-IT" dirty="0"/>
        </a:p>
      </dgm:t>
    </dgm:pt>
    <dgm:pt modelId="{61A79EF9-7BEC-42D8-999F-5525070377BE}" type="parTrans" cxnId="{22E17AE5-481C-44B1-BAEC-8A9615112D17}">
      <dgm:prSet/>
      <dgm:spPr/>
      <dgm:t>
        <a:bodyPr/>
        <a:lstStyle/>
        <a:p>
          <a:endParaRPr lang="it-IT"/>
        </a:p>
      </dgm:t>
    </dgm:pt>
    <dgm:pt modelId="{C4510213-4CD4-4865-91F9-9490F01B9AF6}" type="sibTrans" cxnId="{22E17AE5-481C-44B1-BAEC-8A9615112D17}">
      <dgm:prSet/>
      <dgm:spPr/>
      <dgm:t>
        <a:bodyPr/>
        <a:lstStyle/>
        <a:p>
          <a:endParaRPr lang="it-IT"/>
        </a:p>
      </dgm:t>
    </dgm:pt>
    <dgm:pt modelId="{0DEA05F1-C0DA-42CA-B513-1D07AE7C3B4B}">
      <dgm:prSet/>
      <dgm:spPr>
        <a:ln>
          <a:solidFill>
            <a:srgbClr val="C20E1A"/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it-IT" dirty="0"/>
            <a:t>Controllori</a:t>
          </a:r>
        </a:p>
      </dgm:t>
    </dgm:pt>
    <dgm:pt modelId="{61042808-7344-4A32-8299-4EF8AF4747DA}" type="parTrans" cxnId="{F4C146D5-3401-4867-A6DB-77E7BC0DBCC4}">
      <dgm:prSet/>
      <dgm:spPr/>
      <dgm:t>
        <a:bodyPr/>
        <a:lstStyle/>
        <a:p>
          <a:endParaRPr lang="it-IT"/>
        </a:p>
      </dgm:t>
    </dgm:pt>
    <dgm:pt modelId="{5B49E091-3E50-40C8-AF98-D2DBF1FF1F39}" type="sibTrans" cxnId="{F4C146D5-3401-4867-A6DB-77E7BC0DBCC4}">
      <dgm:prSet/>
      <dgm:spPr/>
      <dgm:t>
        <a:bodyPr/>
        <a:lstStyle/>
        <a:p>
          <a:endParaRPr lang="it-IT"/>
        </a:p>
      </dgm:t>
    </dgm:pt>
    <dgm:pt modelId="{1DD11827-D47B-4997-B821-EB0203AD2F2B}">
      <dgm:prSet/>
      <dgm:spPr>
        <a:ln>
          <a:solidFill>
            <a:srgbClr val="C20E1A"/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it-IT" dirty="0"/>
            <a:t>6 tipologie</a:t>
          </a:r>
        </a:p>
      </dgm:t>
    </dgm:pt>
    <dgm:pt modelId="{8C60E279-DCCD-434F-9122-41C31BE98F30}" type="parTrans" cxnId="{28EB3FBF-2885-4367-9D65-494221D09C5E}">
      <dgm:prSet/>
      <dgm:spPr/>
      <dgm:t>
        <a:bodyPr/>
        <a:lstStyle/>
        <a:p>
          <a:endParaRPr lang="it-IT"/>
        </a:p>
      </dgm:t>
    </dgm:pt>
    <dgm:pt modelId="{157E78DD-7021-444C-8724-FBACA241AC21}" type="sibTrans" cxnId="{28EB3FBF-2885-4367-9D65-494221D09C5E}">
      <dgm:prSet/>
      <dgm:spPr/>
      <dgm:t>
        <a:bodyPr/>
        <a:lstStyle/>
        <a:p>
          <a:endParaRPr lang="it-IT"/>
        </a:p>
      </dgm:t>
    </dgm:pt>
    <dgm:pt modelId="{51C28666-D447-4B0A-9D45-58EAAAF4C45B}">
      <dgm:prSet/>
      <dgm:spPr>
        <a:ln>
          <a:solidFill>
            <a:srgbClr val="C20E1A"/>
          </a:solidFill>
        </a:ln>
      </dgm:spPr>
      <dgm:t>
        <a:bodyPr/>
        <a:lstStyle/>
        <a:p>
          <a:pPr>
            <a:buNone/>
          </a:pPr>
          <a:r>
            <a:rPr lang="it-IT" b="1" dirty="0"/>
            <a:t>Chiavi e unicità</a:t>
          </a:r>
        </a:p>
      </dgm:t>
    </dgm:pt>
    <dgm:pt modelId="{4603A966-9B49-4831-8263-104779E5CE66}" type="parTrans" cxnId="{FCFA18B9-FA7D-411B-A9B7-70C9B8E67110}">
      <dgm:prSet/>
      <dgm:spPr/>
      <dgm:t>
        <a:bodyPr/>
        <a:lstStyle/>
        <a:p>
          <a:endParaRPr lang="it-IT"/>
        </a:p>
      </dgm:t>
    </dgm:pt>
    <dgm:pt modelId="{3994FE86-EFE3-43FE-85C1-A1162D6271C7}" type="sibTrans" cxnId="{FCFA18B9-FA7D-411B-A9B7-70C9B8E67110}">
      <dgm:prSet/>
      <dgm:spPr/>
      <dgm:t>
        <a:bodyPr/>
        <a:lstStyle/>
        <a:p>
          <a:endParaRPr lang="it-IT"/>
        </a:p>
      </dgm:t>
    </dgm:pt>
    <dgm:pt modelId="{53108772-0380-4A20-BA63-BA632A278629}">
      <dgm:prSet/>
      <dgm:spPr>
        <a:ln>
          <a:solidFill>
            <a:srgbClr val="C20E1A"/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it-IT" dirty="0"/>
            <a:t>NOT NULL e DEFAULT</a:t>
          </a:r>
        </a:p>
      </dgm:t>
    </dgm:pt>
    <dgm:pt modelId="{EA984A75-1A4C-4479-88BE-94DB790DD3DB}" type="parTrans" cxnId="{194F612F-7D47-4E05-807E-D3370B1BBAC4}">
      <dgm:prSet/>
      <dgm:spPr/>
      <dgm:t>
        <a:bodyPr/>
        <a:lstStyle/>
        <a:p>
          <a:endParaRPr lang="it-IT"/>
        </a:p>
      </dgm:t>
    </dgm:pt>
    <dgm:pt modelId="{B3C3CB41-C4A7-4FC1-A945-78D49F483F33}" type="sibTrans" cxnId="{194F612F-7D47-4E05-807E-D3370B1BBAC4}">
      <dgm:prSet/>
      <dgm:spPr/>
      <dgm:t>
        <a:bodyPr/>
        <a:lstStyle/>
        <a:p>
          <a:endParaRPr lang="it-IT"/>
        </a:p>
      </dgm:t>
    </dgm:pt>
    <dgm:pt modelId="{D27FDA1A-92E1-45CC-80EC-FEB6EDAF8063}">
      <dgm:prSet/>
      <dgm:spPr>
        <a:ln>
          <a:solidFill>
            <a:srgbClr val="C20E1A"/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it-IT" dirty="0" err="1"/>
            <a:t>Primary</a:t>
          </a:r>
          <a:r>
            <a:rPr lang="it-IT" dirty="0"/>
            <a:t> key</a:t>
          </a:r>
        </a:p>
      </dgm:t>
    </dgm:pt>
    <dgm:pt modelId="{FF16E574-AE17-4ECF-AA07-789695DB4AA0}" type="parTrans" cxnId="{D590EC09-0DAC-4CCD-B16D-4AC385B2CA51}">
      <dgm:prSet/>
      <dgm:spPr/>
      <dgm:t>
        <a:bodyPr/>
        <a:lstStyle/>
        <a:p>
          <a:endParaRPr lang="it-IT"/>
        </a:p>
      </dgm:t>
    </dgm:pt>
    <dgm:pt modelId="{EA72DAD2-E33C-4B5F-AB5F-6DAC7129A25A}" type="sibTrans" cxnId="{D590EC09-0DAC-4CCD-B16D-4AC385B2CA51}">
      <dgm:prSet/>
      <dgm:spPr/>
      <dgm:t>
        <a:bodyPr/>
        <a:lstStyle/>
        <a:p>
          <a:endParaRPr lang="it-IT"/>
        </a:p>
      </dgm:t>
    </dgm:pt>
    <dgm:pt modelId="{5CBF31A6-E422-4451-B62E-737400DA8498}">
      <dgm:prSet/>
      <dgm:spPr>
        <a:ln>
          <a:solidFill>
            <a:srgbClr val="C20E1A"/>
          </a:solidFill>
        </a:ln>
      </dgm:spPr>
      <dgm:t>
        <a:bodyPr/>
        <a:lstStyle/>
        <a:p>
          <a:pPr>
            <a:buNone/>
          </a:pPr>
          <a:r>
            <a:rPr lang="it-IT" b="1" dirty="0"/>
            <a:t>Integrità referenziali</a:t>
          </a:r>
          <a:endParaRPr lang="it-IT" dirty="0"/>
        </a:p>
      </dgm:t>
    </dgm:pt>
    <dgm:pt modelId="{8CA55899-402A-419A-953C-E4450B950111}" type="parTrans" cxnId="{5E856F7F-9F16-44C8-8344-BDD5222D54C6}">
      <dgm:prSet/>
      <dgm:spPr/>
      <dgm:t>
        <a:bodyPr/>
        <a:lstStyle/>
        <a:p>
          <a:endParaRPr lang="it-IT"/>
        </a:p>
      </dgm:t>
    </dgm:pt>
    <dgm:pt modelId="{1E6245A8-C582-42F7-B1C4-717977BAED51}" type="sibTrans" cxnId="{5E856F7F-9F16-44C8-8344-BDD5222D54C6}">
      <dgm:prSet/>
      <dgm:spPr/>
      <dgm:t>
        <a:bodyPr/>
        <a:lstStyle/>
        <a:p>
          <a:endParaRPr lang="it-IT"/>
        </a:p>
      </dgm:t>
    </dgm:pt>
    <dgm:pt modelId="{F75A4402-9271-46B7-AED0-2D3032068868}">
      <dgm:prSet/>
      <dgm:spPr>
        <a:ln>
          <a:solidFill>
            <a:srgbClr val="C20E1A"/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it-IT" dirty="0"/>
            <a:t>Foreign key</a:t>
          </a:r>
        </a:p>
      </dgm:t>
    </dgm:pt>
    <dgm:pt modelId="{3528218E-A868-4FA3-94C8-4CF601B7317A}" type="parTrans" cxnId="{C176A59E-F2FC-40E0-8A22-07A5E1B41A00}">
      <dgm:prSet/>
      <dgm:spPr/>
      <dgm:t>
        <a:bodyPr/>
        <a:lstStyle/>
        <a:p>
          <a:endParaRPr lang="it-IT"/>
        </a:p>
      </dgm:t>
    </dgm:pt>
    <dgm:pt modelId="{ED4A72D2-A54A-40D1-88E6-4C67004BDE73}" type="sibTrans" cxnId="{C176A59E-F2FC-40E0-8A22-07A5E1B41A00}">
      <dgm:prSet/>
      <dgm:spPr/>
      <dgm:t>
        <a:bodyPr/>
        <a:lstStyle/>
        <a:p>
          <a:endParaRPr lang="it-IT"/>
        </a:p>
      </dgm:t>
    </dgm:pt>
    <dgm:pt modelId="{60FF2340-5FB3-490D-A782-4C3761E9BC47}">
      <dgm:prSet/>
      <dgm:spPr>
        <a:ln>
          <a:solidFill>
            <a:srgbClr val="C20E1A"/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it-IT" dirty="0"/>
            <a:t>Azioni referenziali</a:t>
          </a:r>
        </a:p>
      </dgm:t>
    </dgm:pt>
    <dgm:pt modelId="{55579DFD-3431-4AA4-94B1-C1C89F094C11}" type="parTrans" cxnId="{CDDF9531-5472-4F21-A54A-7BFB09D1F544}">
      <dgm:prSet/>
      <dgm:spPr/>
      <dgm:t>
        <a:bodyPr/>
        <a:lstStyle/>
        <a:p>
          <a:endParaRPr lang="it-IT"/>
        </a:p>
      </dgm:t>
    </dgm:pt>
    <dgm:pt modelId="{C4D80E53-2208-40C2-9B2F-C1BF32EABC2E}" type="sibTrans" cxnId="{CDDF9531-5472-4F21-A54A-7BFB09D1F544}">
      <dgm:prSet/>
      <dgm:spPr/>
      <dgm:t>
        <a:bodyPr/>
        <a:lstStyle/>
        <a:p>
          <a:endParaRPr lang="it-IT"/>
        </a:p>
      </dgm:t>
    </dgm:pt>
    <dgm:pt modelId="{69F305E5-F72E-496A-B695-369648AE165F}">
      <dgm:prSet/>
      <dgm:spPr>
        <a:ln>
          <a:solidFill>
            <a:srgbClr val="C20E1A"/>
          </a:solidFill>
        </a:ln>
      </dgm:spPr>
      <dgm:t>
        <a:bodyPr anchor="t" anchorCtr="0"/>
        <a:lstStyle/>
        <a:p>
          <a:pPr>
            <a:buNone/>
          </a:pPr>
          <a:r>
            <a:rPr lang="it-IT" b="1" dirty="0"/>
            <a:t>Vincoli,  piani </a:t>
          </a:r>
        </a:p>
      </dgm:t>
    </dgm:pt>
    <dgm:pt modelId="{17225EA7-43C5-4888-8D23-0F6F264200E6}" type="parTrans" cxnId="{F7C931B7-680E-4C1F-BED9-6BB851C3A0D1}">
      <dgm:prSet/>
      <dgm:spPr/>
      <dgm:t>
        <a:bodyPr/>
        <a:lstStyle/>
        <a:p>
          <a:endParaRPr lang="it-IT"/>
        </a:p>
      </dgm:t>
    </dgm:pt>
    <dgm:pt modelId="{C47C920A-CF95-489A-BD08-FFAF01D67A5C}" type="sibTrans" cxnId="{F7C931B7-680E-4C1F-BED9-6BB851C3A0D1}">
      <dgm:prSet/>
      <dgm:spPr/>
      <dgm:t>
        <a:bodyPr/>
        <a:lstStyle/>
        <a:p>
          <a:endParaRPr lang="it-IT"/>
        </a:p>
      </dgm:t>
    </dgm:pt>
    <dgm:pt modelId="{B214506A-9513-458E-8BD6-AE8FE376365D}">
      <dgm:prSet/>
      <dgm:spPr>
        <a:ln>
          <a:solidFill>
            <a:srgbClr val="C20E1A"/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it-IT" dirty="0"/>
            <a:t>Costo e beneficio</a:t>
          </a:r>
        </a:p>
      </dgm:t>
    </dgm:pt>
    <dgm:pt modelId="{AD7134CD-A79D-46EE-A12C-124BABD90DDC}" type="parTrans" cxnId="{41564C42-3544-4FF2-8930-8B81D779DB70}">
      <dgm:prSet/>
      <dgm:spPr/>
      <dgm:t>
        <a:bodyPr/>
        <a:lstStyle/>
        <a:p>
          <a:endParaRPr lang="it-IT"/>
        </a:p>
      </dgm:t>
    </dgm:pt>
    <dgm:pt modelId="{4CC9C584-03B3-482D-A5D8-B0FC38DB0A21}" type="sibTrans" cxnId="{41564C42-3544-4FF2-8930-8B81D779DB70}">
      <dgm:prSet/>
      <dgm:spPr/>
      <dgm:t>
        <a:bodyPr/>
        <a:lstStyle/>
        <a:p>
          <a:endParaRPr lang="it-IT"/>
        </a:p>
      </dgm:t>
    </dgm:pt>
    <dgm:pt modelId="{F1495A87-E5F8-4674-82EC-998DCDCD80D7}">
      <dgm:prSet/>
      <dgm:spPr>
        <a:ln>
          <a:solidFill>
            <a:srgbClr val="C20E1A"/>
          </a:solidFill>
        </a:ln>
      </dgm:spPr>
      <dgm:t>
        <a:bodyPr anchor="t" anchorCtr="0"/>
        <a:lstStyle/>
        <a:p>
          <a:pPr>
            <a:buFont typeface="Arial" panose="020B0604020202020204" pitchFamily="34" charset="0"/>
            <a:buChar char="•"/>
          </a:pPr>
          <a:r>
            <a:rPr lang="en-US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Vincoli vs optimizer</a:t>
          </a:r>
          <a:endParaRPr lang="it-IT" b="1" dirty="0"/>
        </a:p>
      </dgm:t>
    </dgm:pt>
    <dgm:pt modelId="{CDCE9D02-9699-4B67-BA50-6C958DFD14AF}" type="parTrans" cxnId="{CC3E6BE7-1C6B-4EEB-B7DA-C670D03B5D27}">
      <dgm:prSet/>
      <dgm:spPr/>
      <dgm:t>
        <a:bodyPr/>
        <a:lstStyle/>
        <a:p>
          <a:endParaRPr lang="it-IT"/>
        </a:p>
      </dgm:t>
    </dgm:pt>
    <dgm:pt modelId="{6628FA2A-A355-4AD2-8AA7-5912FC8B4088}" type="sibTrans" cxnId="{CC3E6BE7-1C6B-4EEB-B7DA-C670D03B5D27}">
      <dgm:prSet/>
      <dgm:spPr/>
      <dgm:t>
        <a:bodyPr/>
        <a:lstStyle/>
        <a:p>
          <a:endParaRPr lang="it-IT"/>
        </a:p>
      </dgm:t>
    </dgm:pt>
    <dgm:pt modelId="{011FE4D0-9A18-46E6-85B7-710D678DFB5E}">
      <dgm:prSet/>
      <dgm:spPr>
        <a:ln>
          <a:solidFill>
            <a:srgbClr val="C20E1A"/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it-IT" dirty="0"/>
            <a:t>Unique</a:t>
          </a:r>
        </a:p>
      </dgm:t>
    </dgm:pt>
    <dgm:pt modelId="{6D56ADFC-26AF-4920-9C30-3861EE274B4C}" type="parTrans" cxnId="{31644D5A-0DB7-4487-9965-53D9971D50B7}">
      <dgm:prSet/>
      <dgm:spPr/>
      <dgm:t>
        <a:bodyPr/>
        <a:lstStyle/>
        <a:p>
          <a:endParaRPr lang="it-IT"/>
        </a:p>
      </dgm:t>
    </dgm:pt>
    <dgm:pt modelId="{171404B0-E218-4C65-9A82-9B161EC38333}" type="sibTrans" cxnId="{31644D5A-0DB7-4487-9965-53D9971D50B7}">
      <dgm:prSet/>
      <dgm:spPr/>
      <dgm:t>
        <a:bodyPr/>
        <a:lstStyle/>
        <a:p>
          <a:endParaRPr lang="it-IT"/>
        </a:p>
      </dgm:t>
    </dgm:pt>
    <dgm:pt modelId="{06DCDF8B-144A-4DDE-8C8C-AB0B5E551470}" type="pres">
      <dgm:prSet presAssocID="{A6D1F62B-6749-4127-BF33-B948C18E53A1}" presName="Name0" presStyleCnt="0">
        <dgm:presLayoutVars>
          <dgm:dir/>
          <dgm:resizeHandles val="exact"/>
        </dgm:presLayoutVars>
      </dgm:prSet>
      <dgm:spPr/>
    </dgm:pt>
    <dgm:pt modelId="{D27675B3-CBC1-4D81-AA80-13CE7334BE69}" type="pres">
      <dgm:prSet presAssocID="{A6D1F62B-6749-4127-BF33-B948C18E53A1}" presName="bkgdShp" presStyleLbl="alignAccFollowNode1" presStyleIdx="0" presStyleCnt="1" custLinFactNeighborX="0" custLinFactNeighborY="930"/>
      <dgm:spPr>
        <a:ln>
          <a:solidFill>
            <a:srgbClr val="C20E1A"/>
          </a:solidFill>
        </a:ln>
      </dgm:spPr>
    </dgm:pt>
    <dgm:pt modelId="{63588C70-A0B9-44A7-AE9F-B257E34B8B88}" type="pres">
      <dgm:prSet presAssocID="{A6D1F62B-6749-4127-BF33-B948C18E53A1}" presName="linComp" presStyleCnt="0"/>
      <dgm:spPr/>
    </dgm:pt>
    <dgm:pt modelId="{61032929-C9AB-4203-B0C8-B19653CCFD80}" type="pres">
      <dgm:prSet presAssocID="{2FB198A0-1714-4D5D-8656-E075BCF10151}" presName="compNode" presStyleCnt="0"/>
      <dgm:spPr/>
    </dgm:pt>
    <dgm:pt modelId="{278E81E2-930D-4299-BB4A-429B1923B8CC}" type="pres">
      <dgm:prSet presAssocID="{2FB198A0-1714-4D5D-8656-E075BCF10151}" presName="node" presStyleLbl="node1" presStyleIdx="0" presStyleCnt="4">
        <dgm:presLayoutVars>
          <dgm:bulletEnabled val="1"/>
        </dgm:presLayoutVars>
      </dgm:prSet>
      <dgm:spPr/>
    </dgm:pt>
    <dgm:pt modelId="{7966EECC-426C-4BCE-B86F-5739FE724519}" type="pres">
      <dgm:prSet presAssocID="{2FB198A0-1714-4D5D-8656-E075BCF10151}" presName="invisiNode" presStyleLbl="node1" presStyleIdx="0" presStyleCnt="4"/>
      <dgm:spPr/>
    </dgm:pt>
    <dgm:pt modelId="{820E0940-A629-4F3E-BA84-620FC446B63B}" type="pres">
      <dgm:prSet presAssocID="{2FB198A0-1714-4D5D-8656-E075BCF10151}" presName="imagNode" presStyleLbl="fgImgPlace1" presStyleIdx="0" presStyleCnt="4" custScaleX="100001" custScaleY="100001"/>
      <dgm:spPr>
        <a:blipFill dpi="0" rotWithShape="1"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 l="15540" r="15540"/>
          </a:stretch>
        </a:blipFill>
        <a:ln>
          <a:solidFill>
            <a:srgbClr val="C20E1A"/>
          </a:solidFill>
        </a:ln>
      </dgm:spPr>
      <dgm:extLst>
        <a:ext uri="{E40237B7-FDA0-4F09-8148-C483321AD2D9}">
          <dgm14:cNvPr xmlns:dgm14="http://schemas.microsoft.com/office/drawing/2010/diagram" id="0" name="" descr="Contratto con riempimento a tinta unita"/>
        </a:ext>
      </dgm:extLst>
    </dgm:pt>
    <dgm:pt modelId="{D8783325-6210-4DED-9C6E-86BBF7F00C2D}" type="pres">
      <dgm:prSet presAssocID="{C4510213-4CD4-4865-91F9-9490F01B9AF6}" presName="sibTrans" presStyleLbl="sibTrans2D1" presStyleIdx="0" presStyleCnt="0"/>
      <dgm:spPr/>
    </dgm:pt>
    <dgm:pt modelId="{54798144-41ED-4E49-91CB-4D425676BDF3}" type="pres">
      <dgm:prSet presAssocID="{51C28666-D447-4B0A-9D45-58EAAAF4C45B}" presName="compNode" presStyleCnt="0"/>
      <dgm:spPr/>
    </dgm:pt>
    <dgm:pt modelId="{58EDBEB8-0D9B-41C8-BAC2-2E69CD618183}" type="pres">
      <dgm:prSet presAssocID="{51C28666-D447-4B0A-9D45-58EAAAF4C45B}" presName="node" presStyleLbl="node1" presStyleIdx="1" presStyleCnt="4">
        <dgm:presLayoutVars>
          <dgm:bulletEnabled val="1"/>
        </dgm:presLayoutVars>
      </dgm:prSet>
      <dgm:spPr/>
    </dgm:pt>
    <dgm:pt modelId="{B97801AF-267A-45C7-B996-9DF3BAA0A629}" type="pres">
      <dgm:prSet presAssocID="{51C28666-D447-4B0A-9D45-58EAAAF4C45B}" presName="invisiNode" presStyleLbl="node1" presStyleIdx="1" presStyleCnt="4"/>
      <dgm:spPr/>
    </dgm:pt>
    <dgm:pt modelId="{E6F33BB0-5AF0-4D49-A2DF-B843F0E6783C}" type="pres">
      <dgm:prSet presAssocID="{51C28666-D447-4B0A-9D45-58EAAAF4C45B}" presName="imagNode" presStyleLbl="fgImgPlace1" presStyleIdx="1" presStyleCnt="4"/>
      <dgm:spPr>
        <a:blipFill dpi="0" rotWithShape="1"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l="15540" r="15540"/>
          </a:stretch>
        </a:blipFill>
        <a:ln>
          <a:solidFill>
            <a:srgbClr val="C20E1A"/>
          </a:solidFill>
        </a:ln>
      </dgm:spPr>
      <dgm:extLst>
        <a:ext uri="{E40237B7-FDA0-4F09-8148-C483321AD2D9}">
          <dgm14:cNvPr xmlns:dgm14="http://schemas.microsoft.com/office/drawing/2010/diagram" id="0" name="" descr="Chiave contorno"/>
        </a:ext>
      </dgm:extLst>
    </dgm:pt>
    <dgm:pt modelId="{4CAA2775-7F36-415D-841D-A58AA1687C77}" type="pres">
      <dgm:prSet presAssocID="{3994FE86-EFE3-43FE-85C1-A1162D6271C7}" presName="sibTrans" presStyleLbl="sibTrans2D1" presStyleIdx="0" presStyleCnt="0"/>
      <dgm:spPr/>
    </dgm:pt>
    <dgm:pt modelId="{829340DB-A550-4132-86C9-7C44F8539202}" type="pres">
      <dgm:prSet presAssocID="{5CBF31A6-E422-4451-B62E-737400DA8498}" presName="compNode" presStyleCnt="0"/>
      <dgm:spPr/>
    </dgm:pt>
    <dgm:pt modelId="{6A1F988B-DE1B-458A-9EA7-BB35FE57DC74}" type="pres">
      <dgm:prSet presAssocID="{5CBF31A6-E422-4451-B62E-737400DA8498}" presName="node" presStyleLbl="node1" presStyleIdx="2" presStyleCnt="4" custLinFactNeighborX="0" custLinFactNeighborY="381">
        <dgm:presLayoutVars>
          <dgm:bulletEnabled val="1"/>
        </dgm:presLayoutVars>
      </dgm:prSet>
      <dgm:spPr/>
    </dgm:pt>
    <dgm:pt modelId="{E98E9E03-768B-42F9-90ED-D7D598753E7F}" type="pres">
      <dgm:prSet presAssocID="{5CBF31A6-E422-4451-B62E-737400DA8498}" presName="invisiNode" presStyleLbl="node1" presStyleIdx="2" presStyleCnt="4"/>
      <dgm:spPr/>
    </dgm:pt>
    <dgm:pt modelId="{38AF4963-AAA9-4E30-ABE4-C8382111EE81}" type="pres">
      <dgm:prSet presAssocID="{5CBF31A6-E422-4451-B62E-737400DA8498}" presName="imagNode" presStyleLbl="fgImgPlace1" presStyleIdx="2" presStyleCnt="4"/>
      <dgm:spPr>
        <a:blipFill dpi="0" rotWithShape="1"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15540" r="15540"/>
          </a:stretch>
        </a:blipFill>
        <a:ln>
          <a:solidFill>
            <a:srgbClr val="C20E1A"/>
          </a:solidFill>
        </a:ln>
      </dgm:spPr>
      <dgm:extLst>
        <a:ext uri="{E40237B7-FDA0-4F09-8148-C483321AD2D9}">
          <dgm14:cNvPr xmlns:dgm14="http://schemas.microsoft.com/office/drawing/2010/diagram" id="0" name="" descr="Filtro contorno"/>
        </a:ext>
      </dgm:extLst>
    </dgm:pt>
    <dgm:pt modelId="{BFEB1368-E2FF-42D5-A6E7-027ED0A9B185}" type="pres">
      <dgm:prSet presAssocID="{1E6245A8-C582-42F7-B1C4-717977BAED51}" presName="sibTrans" presStyleLbl="sibTrans2D1" presStyleIdx="0" presStyleCnt="0"/>
      <dgm:spPr/>
    </dgm:pt>
    <dgm:pt modelId="{CB0DA1CF-2E8A-4120-85BA-8F37B57B2A51}" type="pres">
      <dgm:prSet presAssocID="{69F305E5-F72E-496A-B695-369648AE165F}" presName="compNode" presStyleCnt="0"/>
      <dgm:spPr/>
    </dgm:pt>
    <dgm:pt modelId="{39E080BF-A278-4C2E-944E-BF966591CAC9}" type="pres">
      <dgm:prSet presAssocID="{69F305E5-F72E-496A-B695-369648AE165F}" presName="node" presStyleLbl="node1" presStyleIdx="3" presStyleCnt="4" custLinFactNeighborX="0" custLinFactNeighborY="381">
        <dgm:presLayoutVars>
          <dgm:bulletEnabled val="1"/>
        </dgm:presLayoutVars>
      </dgm:prSet>
      <dgm:spPr/>
    </dgm:pt>
    <dgm:pt modelId="{80CE2725-D237-4709-BDC7-6D9DE06CF7E1}" type="pres">
      <dgm:prSet presAssocID="{69F305E5-F72E-496A-B695-369648AE165F}" presName="invisiNode" presStyleLbl="node1" presStyleIdx="3" presStyleCnt="4"/>
      <dgm:spPr/>
    </dgm:pt>
    <dgm:pt modelId="{FFE68A80-8BD7-42B3-8EE4-2EDBA63F756C}" type="pres">
      <dgm:prSet presAssocID="{69F305E5-F72E-496A-B695-369648AE165F}" presName="imagNode" presStyleLbl="fgImgPlace1" presStyleIdx="3" presStyleCnt="4" custLinFactNeighborX="0" custLinFactNeighborY="634"/>
      <dgm:spPr>
        <a:blipFill dpi="0" rotWithShape="1"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 l="15540" r="15540"/>
          </a:stretch>
        </a:blipFill>
        <a:ln>
          <a:solidFill>
            <a:srgbClr val="C20E1A"/>
          </a:solidFill>
        </a:ln>
      </dgm:spPr>
      <dgm:extLst>
        <a:ext uri="{E40237B7-FDA0-4F09-8148-C483321AD2D9}">
          <dgm14:cNvPr xmlns:dgm14="http://schemas.microsoft.com/office/drawing/2010/diagram" id="0" name="" descr="Libro aperto contorno"/>
        </a:ext>
      </dgm:extLst>
    </dgm:pt>
  </dgm:ptLst>
  <dgm:cxnLst>
    <dgm:cxn modelId="{D590EC09-0DAC-4CCD-B16D-4AC385B2CA51}" srcId="{51C28666-D447-4B0A-9D45-58EAAAF4C45B}" destId="{D27FDA1A-92E1-45CC-80EC-FEB6EDAF8063}" srcOrd="1" destOrd="0" parTransId="{FF16E574-AE17-4ECF-AA07-789695DB4AA0}" sibTransId="{EA72DAD2-E33C-4B5F-AB5F-6DAC7129A25A}"/>
    <dgm:cxn modelId="{AF92582E-619F-4A08-B945-718C925CDAC2}" type="presOf" srcId="{60FF2340-5FB3-490D-A782-4C3761E9BC47}" destId="{6A1F988B-DE1B-458A-9EA7-BB35FE57DC74}" srcOrd="0" destOrd="2" presId="urn:microsoft.com/office/officeart/2005/8/layout/pList2"/>
    <dgm:cxn modelId="{194F612F-7D47-4E05-807E-D3370B1BBAC4}" srcId="{51C28666-D447-4B0A-9D45-58EAAAF4C45B}" destId="{53108772-0380-4A20-BA63-BA632A278629}" srcOrd="0" destOrd="0" parTransId="{EA984A75-1A4C-4479-88BE-94DB790DD3DB}" sibTransId="{B3C3CB41-C4A7-4FC1-A945-78D49F483F33}"/>
    <dgm:cxn modelId="{CDDF9531-5472-4F21-A54A-7BFB09D1F544}" srcId="{5CBF31A6-E422-4451-B62E-737400DA8498}" destId="{60FF2340-5FB3-490D-A782-4C3761E9BC47}" srcOrd="1" destOrd="0" parTransId="{55579DFD-3431-4AA4-94B1-C1C89F094C11}" sibTransId="{C4D80E53-2208-40C2-9B2F-C1BF32EABC2E}"/>
    <dgm:cxn modelId="{9BD8B336-050F-49B5-846D-F063C720B51B}" type="presOf" srcId="{5CBF31A6-E422-4451-B62E-737400DA8498}" destId="{6A1F988B-DE1B-458A-9EA7-BB35FE57DC74}" srcOrd="0" destOrd="0" presId="urn:microsoft.com/office/officeart/2005/8/layout/pList2"/>
    <dgm:cxn modelId="{AC10193B-569D-4D6E-9E87-4D46E87113C2}" type="presOf" srcId="{1DD11827-D47B-4997-B821-EB0203AD2F2B}" destId="{278E81E2-930D-4299-BB4A-429B1923B8CC}" srcOrd="0" destOrd="2" presId="urn:microsoft.com/office/officeart/2005/8/layout/pList2"/>
    <dgm:cxn modelId="{41564C42-3544-4FF2-8930-8B81D779DB70}" srcId="{2FB198A0-1714-4D5D-8656-E075BCF10151}" destId="{B214506A-9513-458E-8BD6-AE8FE376365D}" srcOrd="2" destOrd="0" parTransId="{AD7134CD-A79D-46EE-A12C-124BABD90DDC}" sibTransId="{4CC9C584-03B3-482D-A5D8-B0FC38DB0A21}"/>
    <dgm:cxn modelId="{BFAE4F66-64E9-45C4-A56D-BB2ED1F9B909}" type="presOf" srcId="{51C28666-D447-4B0A-9D45-58EAAAF4C45B}" destId="{58EDBEB8-0D9B-41C8-BAC2-2E69CD618183}" srcOrd="0" destOrd="0" presId="urn:microsoft.com/office/officeart/2005/8/layout/pList2"/>
    <dgm:cxn modelId="{69F91676-8E7E-46F0-A0C5-596A1B1BF10D}" type="presOf" srcId="{69F305E5-F72E-496A-B695-369648AE165F}" destId="{39E080BF-A278-4C2E-944E-BF966591CAC9}" srcOrd="0" destOrd="0" presId="urn:microsoft.com/office/officeart/2005/8/layout/pList2"/>
    <dgm:cxn modelId="{ECFD2A57-BBF9-4C93-97FA-3765EB83110B}" type="presOf" srcId="{1E6245A8-C582-42F7-B1C4-717977BAED51}" destId="{BFEB1368-E2FF-42D5-A6E7-027ED0A9B185}" srcOrd="0" destOrd="0" presId="urn:microsoft.com/office/officeart/2005/8/layout/pList2"/>
    <dgm:cxn modelId="{31644D5A-0DB7-4487-9965-53D9971D50B7}" srcId="{51C28666-D447-4B0A-9D45-58EAAAF4C45B}" destId="{011FE4D0-9A18-46E6-85B7-710D678DFB5E}" srcOrd="2" destOrd="0" parTransId="{6D56ADFC-26AF-4920-9C30-3861EE274B4C}" sibTransId="{171404B0-E218-4C65-9A82-9B161EC38333}"/>
    <dgm:cxn modelId="{4C54317C-DE41-494C-BDA7-08838D106CAF}" type="presOf" srcId="{B214506A-9513-458E-8BD6-AE8FE376365D}" destId="{278E81E2-930D-4299-BB4A-429B1923B8CC}" srcOrd="0" destOrd="3" presId="urn:microsoft.com/office/officeart/2005/8/layout/pList2"/>
    <dgm:cxn modelId="{5E856F7F-9F16-44C8-8344-BDD5222D54C6}" srcId="{A6D1F62B-6749-4127-BF33-B948C18E53A1}" destId="{5CBF31A6-E422-4451-B62E-737400DA8498}" srcOrd="2" destOrd="0" parTransId="{8CA55899-402A-419A-953C-E4450B950111}" sibTransId="{1E6245A8-C582-42F7-B1C4-717977BAED51}"/>
    <dgm:cxn modelId="{9CCC9687-F043-4711-96AD-DA2A6F9BD4D4}" type="presOf" srcId="{A6D1F62B-6749-4127-BF33-B948C18E53A1}" destId="{06DCDF8B-144A-4DDE-8C8C-AB0B5E551470}" srcOrd="0" destOrd="0" presId="urn:microsoft.com/office/officeart/2005/8/layout/pList2"/>
    <dgm:cxn modelId="{E466BF95-7EF8-4CC8-BE79-9C655ECABF7C}" type="presOf" srcId="{F1495A87-E5F8-4674-82EC-998DCDCD80D7}" destId="{39E080BF-A278-4C2E-944E-BF966591CAC9}" srcOrd="0" destOrd="1" presId="urn:microsoft.com/office/officeart/2005/8/layout/pList2"/>
    <dgm:cxn modelId="{C176A59E-F2FC-40E0-8A22-07A5E1B41A00}" srcId="{5CBF31A6-E422-4451-B62E-737400DA8498}" destId="{F75A4402-9271-46B7-AED0-2D3032068868}" srcOrd="0" destOrd="0" parTransId="{3528218E-A868-4FA3-94C8-4CF601B7317A}" sibTransId="{ED4A72D2-A54A-40D1-88E6-4C67004BDE73}"/>
    <dgm:cxn modelId="{A64FD6B0-5B8D-4149-A1A3-037455C94522}" type="presOf" srcId="{D27FDA1A-92E1-45CC-80EC-FEB6EDAF8063}" destId="{58EDBEB8-0D9B-41C8-BAC2-2E69CD618183}" srcOrd="0" destOrd="2" presId="urn:microsoft.com/office/officeart/2005/8/layout/pList2"/>
    <dgm:cxn modelId="{F7C931B7-680E-4C1F-BED9-6BB851C3A0D1}" srcId="{A6D1F62B-6749-4127-BF33-B948C18E53A1}" destId="{69F305E5-F72E-496A-B695-369648AE165F}" srcOrd="3" destOrd="0" parTransId="{17225EA7-43C5-4888-8D23-0F6F264200E6}" sibTransId="{C47C920A-CF95-489A-BD08-FFAF01D67A5C}"/>
    <dgm:cxn modelId="{FCFA18B9-FA7D-411B-A9B7-70C9B8E67110}" srcId="{A6D1F62B-6749-4127-BF33-B948C18E53A1}" destId="{51C28666-D447-4B0A-9D45-58EAAAF4C45B}" srcOrd="1" destOrd="0" parTransId="{4603A966-9B49-4831-8263-104779E5CE66}" sibTransId="{3994FE86-EFE3-43FE-85C1-A1162D6271C7}"/>
    <dgm:cxn modelId="{175090B9-D3FC-46CD-854B-F947D91C3D8A}" type="presOf" srcId="{011FE4D0-9A18-46E6-85B7-710D678DFB5E}" destId="{58EDBEB8-0D9B-41C8-BAC2-2E69CD618183}" srcOrd="0" destOrd="3" presId="urn:microsoft.com/office/officeart/2005/8/layout/pList2"/>
    <dgm:cxn modelId="{6575CEB9-71FC-4E86-A9CC-1FB774C9223B}" type="presOf" srcId="{F75A4402-9271-46B7-AED0-2D3032068868}" destId="{6A1F988B-DE1B-458A-9EA7-BB35FE57DC74}" srcOrd="0" destOrd="1" presId="urn:microsoft.com/office/officeart/2005/8/layout/pList2"/>
    <dgm:cxn modelId="{B80A7DBA-7173-4F5A-9B8A-3F6910B5D0E9}" type="presOf" srcId="{C4510213-4CD4-4865-91F9-9490F01B9AF6}" destId="{D8783325-6210-4DED-9C6E-86BBF7F00C2D}" srcOrd="0" destOrd="0" presId="urn:microsoft.com/office/officeart/2005/8/layout/pList2"/>
    <dgm:cxn modelId="{28EB3FBF-2885-4367-9D65-494221D09C5E}" srcId="{2FB198A0-1714-4D5D-8656-E075BCF10151}" destId="{1DD11827-D47B-4997-B821-EB0203AD2F2B}" srcOrd="1" destOrd="0" parTransId="{8C60E279-DCCD-434F-9122-41C31BE98F30}" sibTransId="{157E78DD-7021-444C-8724-FBACA241AC21}"/>
    <dgm:cxn modelId="{005565D1-D204-4E5E-AE0A-EBB7C8540B04}" type="presOf" srcId="{0DEA05F1-C0DA-42CA-B513-1D07AE7C3B4B}" destId="{278E81E2-930D-4299-BB4A-429B1923B8CC}" srcOrd="0" destOrd="1" presId="urn:microsoft.com/office/officeart/2005/8/layout/pList2"/>
    <dgm:cxn modelId="{F4C146D5-3401-4867-A6DB-77E7BC0DBCC4}" srcId="{2FB198A0-1714-4D5D-8656-E075BCF10151}" destId="{0DEA05F1-C0DA-42CA-B513-1D07AE7C3B4B}" srcOrd="0" destOrd="0" parTransId="{61042808-7344-4A32-8299-4EF8AF4747DA}" sibTransId="{5B49E091-3E50-40C8-AF98-D2DBF1FF1F39}"/>
    <dgm:cxn modelId="{22E17AE5-481C-44B1-BAEC-8A9615112D17}" srcId="{A6D1F62B-6749-4127-BF33-B948C18E53A1}" destId="{2FB198A0-1714-4D5D-8656-E075BCF10151}" srcOrd="0" destOrd="0" parTransId="{61A79EF9-7BEC-42D8-999F-5525070377BE}" sibTransId="{C4510213-4CD4-4865-91F9-9490F01B9AF6}"/>
    <dgm:cxn modelId="{CC3E6BE7-1C6B-4EEB-B7DA-C670D03B5D27}" srcId="{69F305E5-F72E-496A-B695-369648AE165F}" destId="{F1495A87-E5F8-4674-82EC-998DCDCD80D7}" srcOrd="0" destOrd="0" parTransId="{CDCE9D02-9699-4B67-BA50-6C958DFD14AF}" sibTransId="{6628FA2A-A355-4AD2-8AA7-5912FC8B4088}"/>
    <dgm:cxn modelId="{101CEEED-3ABA-4482-B612-047548EB8F51}" type="presOf" srcId="{53108772-0380-4A20-BA63-BA632A278629}" destId="{58EDBEB8-0D9B-41C8-BAC2-2E69CD618183}" srcOrd="0" destOrd="1" presId="urn:microsoft.com/office/officeart/2005/8/layout/pList2"/>
    <dgm:cxn modelId="{E0AB3FF2-C20A-4C05-81A8-2DBB232555CD}" type="presOf" srcId="{2FB198A0-1714-4D5D-8656-E075BCF10151}" destId="{278E81E2-930D-4299-BB4A-429B1923B8CC}" srcOrd="0" destOrd="0" presId="urn:microsoft.com/office/officeart/2005/8/layout/pList2"/>
    <dgm:cxn modelId="{5E7CE3F5-700E-4951-B3D3-F3EA90689E10}" type="presOf" srcId="{3994FE86-EFE3-43FE-85C1-A1162D6271C7}" destId="{4CAA2775-7F36-415D-841D-A58AA1687C77}" srcOrd="0" destOrd="0" presId="urn:microsoft.com/office/officeart/2005/8/layout/pList2"/>
    <dgm:cxn modelId="{A31855E5-5E09-47F2-8BCB-065738A1555B}" type="presParOf" srcId="{06DCDF8B-144A-4DDE-8C8C-AB0B5E551470}" destId="{D27675B3-CBC1-4D81-AA80-13CE7334BE69}" srcOrd="0" destOrd="0" presId="urn:microsoft.com/office/officeart/2005/8/layout/pList2"/>
    <dgm:cxn modelId="{67423555-8412-422E-8211-EA6E49BEFB34}" type="presParOf" srcId="{06DCDF8B-144A-4DDE-8C8C-AB0B5E551470}" destId="{63588C70-A0B9-44A7-AE9F-B257E34B8B88}" srcOrd="1" destOrd="0" presId="urn:microsoft.com/office/officeart/2005/8/layout/pList2"/>
    <dgm:cxn modelId="{C3B1EC4F-9FC3-486F-A047-7DCF3A51D1BD}" type="presParOf" srcId="{63588C70-A0B9-44A7-AE9F-B257E34B8B88}" destId="{61032929-C9AB-4203-B0C8-B19653CCFD80}" srcOrd="0" destOrd="0" presId="urn:microsoft.com/office/officeart/2005/8/layout/pList2"/>
    <dgm:cxn modelId="{063482F5-2177-4EA5-98EB-2EB80EB05B9D}" type="presParOf" srcId="{61032929-C9AB-4203-B0C8-B19653CCFD80}" destId="{278E81E2-930D-4299-BB4A-429B1923B8CC}" srcOrd="0" destOrd="0" presId="urn:microsoft.com/office/officeart/2005/8/layout/pList2"/>
    <dgm:cxn modelId="{514FCA40-1712-47F9-93F8-94FF9828962F}" type="presParOf" srcId="{61032929-C9AB-4203-B0C8-B19653CCFD80}" destId="{7966EECC-426C-4BCE-B86F-5739FE724519}" srcOrd="1" destOrd="0" presId="urn:microsoft.com/office/officeart/2005/8/layout/pList2"/>
    <dgm:cxn modelId="{AB73C643-7502-4547-B0F1-4D9800D88480}" type="presParOf" srcId="{61032929-C9AB-4203-B0C8-B19653CCFD80}" destId="{820E0940-A629-4F3E-BA84-620FC446B63B}" srcOrd="2" destOrd="0" presId="urn:microsoft.com/office/officeart/2005/8/layout/pList2"/>
    <dgm:cxn modelId="{A19466E9-89A6-44C2-BFFD-133CDE102A49}" type="presParOf" srcId="{63588C70-A0B9-44A7-AE9F-B257E34B8B88}" destId="{D8783325-6210-4DED-9C6E-86BBF7F00C2D}" srcOrd="1" destOrd="0" presId="urn:microsoft.com/office/officeart/2005/8/layout/pList2"/>
    <dgm:cxn modelId="{EC20EEB2-8295-4499-B966-0586184E1109}" type="presParOf" srcId="{63588C70-A0B9-44A7-AE9F-B257E34B8B88}" destId="{54798144-41ED-4E49-91CB-4D425676BDF3}" srcOrd="2" destOrd="0" presId="urn:microsoft.com/office/officeart/2005/8/layout/pList2"/>
    <dgm:cxn modelId="{B9075226-D6AE-4550-A775-38335664FBE4}" type="presParOf" srcId="{54798144-41ED-4E49-91CB-4D425676BDF3}" destId="{58EDBEB8-0D9B-41C8-BAC2-2E69CD618183}" srcOrd="0" destOrd="0" presId="urn:microsoft.com/office/officeart/2005/8/layout/pList2"/>
    <dgm:cxn modelId="{8F874AED-FB31-46BE-A902-D8B735107568}" type="presParOf" srcId="{54798144-41ED-4E49-91CB-4D425676BDF3}" destId="{B97801AF-267A-45C7-B996-9DF3BAA0A629}" srcOrd="1" destOrd="0" presId="urn:microsoft.com/office/officeart/2005/8/layout/pList2"/>
    <dgm:cxn modelId="{888DB227-8E58-470A-91EE-E06C5E214C84}" type="presParOf" srcId="{54798144-41ED-4E49-91CB-4D425676BDF3}" destId="{E6F33BB0-5AF0-4D49-A2DF-B843F0E6783C}" srcOrd="2" destOrd="0" presId="urn:microsoft.com/office/officeart/2005/8/layout/pList2"/>
    <dgm:cxn modelId="{C7FE4BEE-EB76-4EBC-A5C3-0BD678AF8E54}" type="presParOf" srcId="{63588C70-A0B9-44A7-AE9F-B257E34B8B88}" destId="{4CAA2775-7F36-415D-841D-A58AA1687C77}" srcOrd="3" destOrd="0" presId="urn:microsoft.com/office/officeart/2005/8/layout/pList2"/>
    <dgm:cxn modelId="{6591CB22-C6D1-4F14-93F9-0E1631B2BC70}" type="presParOf" srcId="{63588C70-A0B9-44A7-AE9F-B257E34B8B88}" destId="{829340DB-A550-4132-86C9-7C44F8539202}" srcOrd="4" destOrd="0" presId="urn:microsoft.com/office/officeart/2005/8/layout/pList2"/>
    <dgm:cxn modelId="{487EEDA3-6618-4743-BE39-F5273C066B30}" type="presParOf" srcId="{829340DB-A550-4132-86C9-7C44F8539202}" destId="{6A1F988B-DE1B-458A-9EA7-BB35FE57DC74}" srcOrd="0" destOrd="0" presId="urn:microsoft.com/office/officeart/2005/8/layout/pList2"/>
    <dgm:cxn modelId="{65623146-ED80-4A4B-BBDF-81465C871D60}" type="presParOf" srcId="{829340DB-A550-4132-86C9-7C44F8539202}" destId="{E98E9E03-768B-42F9-90ED-D7D598753E7F}" srcOrd="1" destOrd="0" presId="urn:microsoft.com/office/officeart/2005/8/layout/pList2"/>
    <dgm:cxn modelId="{CB9027C7-77D0-4C0C-B3D5-C4830CEC5F79}" type="presParOf" srcId="{829340DB-A550-4132-86C9-7C44F8539202}" destId="{38AF4963-AAA9-4E30-ABE4-C8382111EE81}" srcOrd="2" destOrd="0" presId="urn:microsoft.com/office/officeart/2005/8/layout/pList2"/>
    <dgm:cxn modelId="{A30B2ADE-7DD1-466B-B194-565CD8534882}" type="presParOf" srcId="{63588C70-A0B9-44A7-AE9F-B257E34B8B88}" destId="{BFEB1368-E2FF-42D5-A6E7-027ED0A9B185}" srcOrd="5" destOrd="0" presId="urn:microsoft.com/office/officeart/2005/8/layout/pList2"/>
    <dgm:cxn modelId="{5BB6DB3F-C573-40E6-A0B2-9EABCB2C1BDA}" type="presParOf" srcId="{63588C70-A0B9-44A7-AE9F-B257E34B8B88}" destId="{CB0DA1CF-2E8A-4120-85BA-8F37B57B2A51}" srcOrd="6" destOrd="0" presId="urn:microsoft.com/office/officeart/2005/8/layout/pList2"/>
    <dgm:cxn modelId="{5555F3FE-158B-4023-9C9A-8938E2DEE274}" type="presParOf" srcId="{CB0DA1CF-2E8A-4120-85BA-8F37B57B2A51}" destId="{39E080BF-A278-4C2E-944E-BF966591CAC9}" srcOrd="0" destOrd="0" presId="urn:microsoft.com/office/officeart/2005/8/layout/pList2"/>
    <dgm:cxn modelId="{2637338F-6805-4C42-87AC-DC28461544F7}" type="presParOf" srcId="{CB0DA1CF-2E8A-4120-85BA-8F37B57B2A51}" destId="{80CE2725-D237-4709-BDC7-6D9DE06CF7E1}" srcOrd="1" destOrd="0" presId="urn:microsoft.com/office/officeart/2005/8/layout/pList2"/>
    <dgm:cxn modelId="{1982C383-FD4B-4D09-8561-FFAE35CC253B}" type="presParOf" srcId="{CB0DA1CF-2E8A-4120-85BA-8F37B57B2A51}" destId="{FFE68A80-8BD7-42B3-8EE4-2EDBA63F756C}" srcOrd="2" destOrd="0" presId="urn:microsoft.com/office/officeart/2005/8/layout/p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7675B3-CBC1-4D81-AA80-13CE7334BE69}">
      <dsp:nvSpPr>
        <dsp:cNvPr id="0" name=""/>
        <dsp:cNvSpPr/>
      </dsp:nvSpPr>
      <dsp:spPr>
        <a:xfrm>
          <a:off x="0" y="16502"/>
          <a:ext cx="8642350" cy="1774507"/>
        </a:xfrm>
        <a:prstGeom prst="roundRect">
          <a:avLst>
            <a:gd name="adj" fmla="val 10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C20E1A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0E0940-A629-4F3E-BA84-620FC446B63B}">
      <dsp:nvSpPr>
        <dsp:cNvPr id="0" name=""/>
        <dsp:cNvSpPr/>
      </dsp:nvSpPr>
      <dsp:spPr>
        <a:xfrm>
          <a:off x="261641" y="236594"/>
          <a:ext cx="1888169" cy="1301318"/>
        </a:xfrm>
        <a:prstGeom prst="roundRect">
          <a:avLst>
            <a:gd name="adj" fmla="val 10000"/>
          </a:avLst>
        </a:prstGeom>
        <a:blipFill dpi="0" rotWithShape="1"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 l="15540" r="15540"/>
          </a:stretch>
        </a:blipFill>
        <a:ln w="25400" cap="flat" cmpd="sng" algn="ctr">
          <a:solidFill>
            <a:srgbClr val="C20E1A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8E81E2-930D-4299-BB4A-429B1923B8CC}">
      <dsp:nvSpPr>
        <dsp:cNvPr id="0" name=""/>
        <dsp:cNvSpPr/>
      </dsp:nvSpPr>
      <dsp:spPr>
        <a:xfrm rot="10800000">
          <a:off x="261650" y="1774507"/>
          <a:ext cx="1888150" cy="2168842"/>
        </a:xfrm>
        <a:prstGeom prst="round2SameRect">
          <a:avLst>
            <a:gd name="adj1" fmla="val 10500"/>
            <a:gd name="adj2" fmla="val 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C20E1A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156464" rIns="156464" bIns="156464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200" b="1" kern="1200" dirty="0"/>
            <a:t>A cosa servono</a:t>
          </a:r>
          <a:endParaRPr lang="it-IT" sz="22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it-IT" sz="1700" kern="1200" dirty="0"/>
            <a:t>Controllori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it-IT" sz="1700" kern="1200" dirty="0"/>
            <a:t>6 tipologie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it-IT" sz="1700" kern="1200" dirty="0"/>
            <a:t>Costo e beneficio</a:t>
          </a:r>
        </a:p>
      </dsp:txBody>
      <dsp:txXfrm rot="10800000">
        <a:off x="319717" y="1774507"/>
        <a:ext cx="1772016" cy="2110775"/>
      </dsp:txXfrm>
    </dsp:sp>
    <dsp:sp modelId="{E6F33BB0-5AF0-4D49-A2DF-B843F0E6783C}">
      <dsp:nvSpPr>
        <dsp:cNvPr id="0" name=""/>
        <dsp:cNvSpPr/>
      </dsp:nvSpPr>
      <dsp:spPr>
        <a:xfrm>
          <a:off x="2338625" y="236601"/>
          <a:ext cx="1888150" cy="1301305"/>
        </a:xfrm>
        <a:prstGeom prst="roundRect">
          <a:avLst>
            <a:gd name="adj" fmla="val 10000"/>
          </a:avLst>
        </a:prstGeom>
        <a:blipFill dpi="0" rotWithShape="1"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l="15540" r="15540"/>
          </a:stretch>
        </a:blipFill>
        <a:ln w="25400" cap="flat" cmpd="sng" algn="ctr">
          <a:solidFill>
            <a:srgbClr val="C20E1A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EDBEB8-0D9B-41C8-BAC2-2E69CD618183}">
      <dsp:nvSpPr>
        <dsp:cNvPr id="0" name=""/>
        <dsp:cNvSpPr/>
      </dsp:nvSpPr>
      <dsp:spPr>
        <a:xfrm rot="10800000">
          <a:off x="2338625" y="1774507"/>
          <a:ext cx="1888150" cy="2168842"/>
        </a:xfrm>
        <a:prstGeom prst="round2SameRect">
          <a:avLst>
            <a:gd name="adj1" fmla="val 10500"/>
            <a:gd name="adj2" fmla="val 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C20E1A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156464" rIns="156464" bIns="156464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200" b="1" kern="1200" dirty="0"/>
            <a:t>Chiavi e unicità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it-IT" sz="1700" kern="1200" dirty="0"/>
            <a:t>NOT NULL e DEFAULT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it-IT" sz="1700" kern="1200" dirty="0" err="1"/>
            <a:t>Primary</a:t>
          </a:r>
          <a:r>
            <a:rPr lang="it-IT" sz="1700" kern="1200" dirty="0"/>
            <a:t> key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it-IT" sz="1700" kern="1200" dirty="0"/>
            <a:t>Unique</a:t>
          </a:r>
        </a:p>
      </dsp:txBody>
      <dsp:txXfrm rot="10800000">
        <a:off x="2396692" y="1774507"/>
        <a:ext cx="1772016" cy="2110775"/>
      </dsp:txXfrm>
    </dsp:sp>
    <dsp:sp modelId="{38AF4963-AAA9-4E30-ABE4-C8382111EE81}">
      <dsp:nvSpPr>
        <dsp:cNvPr id="0" name=""/>
        <dsp:cNvSpPr/>
      </dsp:nvSpPr>
      <dsp:spPr>
        <a:xfrm>
          <a:off x="4415591" y="236601"/>
          <a:ext cx="1888150" cy="1301305"/>
        </a:xfrm>
        <a:prstGeom prst="roundRect">
          <a:avLst>
            <a:gd name="adj" fmla="val 10000"/>
          </a:avLst>
        </a:prstGeom>
        <a:blipFill dpi="0" rotWithShape="1"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15540" r="15540"/>
          </a:stretch>
        </a:blipFill>
        <a:ln w="25400" cap="flat" cmpd="sng" algn="ctr">
          <a:solidFill>
            <a:srgbClr val="C20E1A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1F988B-DE1B-458A-9EA7-BB35FE57DC74}">
      <dsp:nvSpPr>
        <dsp:cNvPr id="0" name=""/>
        <dsp:cNvSpPr/>
      </dsp:nvSpPr>
      <dsp:spPr>
        <a:xfrm rot="10800000">
          <a:off x="4415591" y="1774507"/>
          <a:ext cx="1888150" cy="2168842"/>
        </a:xfrm>
        <a:prstGeom prst="round2SameRect">
          <a:avLst>
            <a:gd name="adj1" fmla="val 10500"/>
            <a:gd name="adj2" fmla="val 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C20E1A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156464" rIns="156464" bIns="156464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200" b="1" kern="1200" dirty="0"/>
            <a:t>Integrità referenziali</a:t>
          </a:r>
          <a:endParaRPr lang="it-IT" sz="22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it-IT" sz="1700" kern="1200" dirty="0"/>
            <a:t>Foreign key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it-IT" sz="1700" kern="1200" dirty="0"/>
            <a:t>Azioni referenziali</a:t>
          </a:r>
        </a:p>
      </dsp:txBody>
      <dsp:txXfrm rot="10800000">
        <a:off x="4473658" y="1774507"/>
        <a:ext cx="1772016" cy="2110775"/>
      </dsp:txXfrm>
    </dsp:sp>
    <dsp:sp modelId="{FFE68A80-8BD7-42B3-8EE4-2EDBA63F756C}">
      <dsp:nvSpPr>
        <dsp:cNvPr id="0" name=""/>
        <dsp:cNvSpPr/>
      </dsp:nvSpPr>
      <dsp:spPr>
        <a:xfrm>
          <a:off x="6492557" y="244851"/>
          <a:ext cx="1888150" cy="1301305"/>
        </a:xfrm>
        <a:prstGeom prst="roundRect">
          <a:avLst>
            <a:gd name="adj" fmla="val 10000"/>
          </a:avLst>
        </a:prstGeom>
        <a:blipFill dpi="0" rotWithShape="1"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 l="15540" r="15540"/>
          </a:stretch>
        </a:blipFill>
        <a:ln w="25400" cap="flat" cmpd="sng" algn="ctr">
          <a:solidFill>
            <a:srgbClr val="C20E1A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E080BF-A278-4C2E-944E-BF966591CAC9}">
      <dsp:nvSpPr>
        <dsp:cNvPr id="0" name=""/>
        <dsp:cNvSpPr/>
      </dsp:nvSpPr>
      <dsp:spPr>
        <a:xfrm rot="10800000">
          <a:off x="6492557" y="1774507"/>
          <a:ext cx="1888150" cy="2168842"/>
        </a:xfrm>
        <a:prstGeom prst="round2SameRect">
          <a:avLst>
            <a:gd name="adj1" fmla="val 10500"/>
            <a:gd name="adj2" fmla="val 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C20E1A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156464" rIns="156464" bIns="156464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200" b="1" kern="1200" dirty="0"/>
            <a:t>Vincoli,  piani 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700" kern="1200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Vincoli vs optimizer</a:t>
          </a:r>
          <a:endParaRPr lang="it-IT" sz="1700" b="1" kern="1200" dirty="0"/>
        </a:p>
      </dsp:txBody>
      <dsp:txXfrm rot="10800000">
        <a:off x="6550624" y="1774507"/>
        <a:ext cx="1772016" cy="21107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List2">
  <dgm:title val=""/>
  <dgm:desc val=""/>
  <dgm:catLst>
    <dgm:cat type="list" pri="11000"/>
    <dgm:cat type="picture" pri="24000"/>
    <dgm:cat type="pictureconvert" pri="2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bkgdShp" refType="w"/>
      <dgm:constr type="h" for="ch" forName="bkgdShp" refType="h" fact="0.45"/>
      <dgm:constr type="t" for="ch" forName="bkgdShp"/>
      <dgm:constr type="w" for="ch" forName="linComp" refType="w" fact="0.94"/>
      <dgm:constr type="h" for="ch" forName="linComp" refType="h"/>
      <dgm:constr type="ctrX" for="ch" forName="linComp" refType="w" fact="0.5"/>
    </dgm:constrLst>
    <dgm:ruleLst/>
    <dgm:choose name="Name1">
      <dgm:if name="Name2" axis="ch" ptType="node" func="cnt" op="gte" val="1">
        <dgm:layoutNode name="bkgdShp" styleLbl="alignAccFollow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linComp">
          <dgm:choose name="Name3">
            <dgm:if name="Name4" func="var" arg="dir" op="equ" val="norm">
              <dgm:alg type="lin"/>
            </dgm:if>
            <dgm:else name="Name5">
              <dgm:alg type="lin">
                <dgm:param type="linDir" val="from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w" for="ch" forName="compNode" refType="w"/>
            <dgm:constr type="h" for="ch" forName="compNode" refType="h"/>
            <dgm:constr type="w" for="ch" ptType="sibTrans" refType="w" refFor="ch" refForName="compNode" fact="0.1"/>
            <dgm:constr type="h" for="ch" ptType="sibTrans" op="equ"/>
            <dgm:constr type="h" for="ch" forName="compNode" op="equ"/>
            <dgm:constr type="primFontSz" for="des" forName="node" op="equ"/>
          </dgm:constrLst>
          <dgm:ruleLst/>
          <dgm:forEach name="nodesForEach" axis="ch" ptType="node">
            <dgm:layoutNode name="compNode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node" refType="w"/>
                <dgm:constr type="h" for="ch" forName="node" refType="h" fact="0.55"/>
                <dgm:constr type="b" for="ch" forName="node" refType="h"/>
                <dgm:constr type="w" for="ch" forName="invisiNode" refType="w" fact="0.75"/>
                <dgm:constr type="h" for="ch" forName="invisiNode" refType="h" fact="0.06"/>
                <dgm:constr type="t" for="ch" forName="invisiNode"/>
                <dgm:constr type="w" for="ch" forName="imagNode" refType="w"/>
                <dgm:constr type="h" for="ch" forName="imagNode" refType="h" fact="0.33"/>
                <dgm:constr type="ctrX" for="ch" forName="imagNode" refType="w" fact="0.5"/>
                <dgm:constr type="t" for="ch" forName="imagNode" refType="h" fact="0.06"/>
              </dgm:constrLst>
              <dgm:ruleLst/>
              <dgm:layoutNode name="node" styleLbl="node1">
                <dgm:varLst>
                  <dgm:bulletEnabled val="1"/>
                </dgm:varLst>
                <dgm:alg type="tx">
                  <dgm:param type="txAnchorVert" val="t"/>
                </dgm:alg>
                <dgm:shape xmlns:r="http://schemas.openxmlformats.org/officeDocument/2006/relationships" rot="180" type="round2SameRect" r:blip="">
                  <dgm:adjLst>
                    <dgm:adj idx="1" val="0.105"/>
                  </dgm:adjLst>
                </dgm:shape>
                <dgm:presOf axis="desOrSelf" ptType="node"/>
                <dgm:constrLst>
                  <dgm:constr type="primFontSz" val="65"/>
                </dgm:constrLst>
                <dgm:ruleLst>
                  <dgm:rule type="primFontSz" val="5" fact="NaN" max="NaN"/>
                </dgm:ruleLst>
              </dgm:layoutNode>
              <dgm:layoutNode name="invisiNode">
                <dgm:alg type="sp"/>
                <dgm:shape xmlns:r="http://schemas.openxmlformats.org/officeDocument/2006/relationships" type="roundRect" r:blip="" hideGeom="1">
                  <dgm:adjLst>
                    <dgm:adj idx="1" val="0.1"/>
                  </dgm:adjLst>
                </dgm:shape>
                <dgm:presOf/>
                <dgm:constrLst/>
                <dgm:ruleLst/>
              </dgm:layoutNode>
              <dgm:layoutNode name="imagNode" styleLbl="fgImgPlace1">
                <dgm:alg type="sp"/>
                <dgm:shape xmlns:r="http://schemas.openxmlformats.org/officeDocument/2006/relationships" type="roundRect" r:blip="" zOrderOff="-2" blipPhldr="1">
                  <dgm:adjLst>
                    <dgm:adj idx="1" val="0.1"/>
                  </dgm:adjLst>
                </dgm:shape>
                <dgm:presOf/>
                <dgm:constrLst/>
                <dgm:ruleLst/>
              </dgm:layoutNode>
            </dgm:layoutNode>
            <dgm:forEach name="sibTransForEach" axis="followSib" ptType="sibTrans" cnt="1">
              <dgm:layoutNode name="sibTrans">
                <dgm:alg type="sp"/>
                <dgm:shape xmlns:r="http://schemas.openxmlformats.org/officeDocument/2006/relationships" type="rect" r:blip="" hideGeom="1">
                  <dgm:adjLst/>
                </dgm:shape>
                <dgm:presOf axis="self"/>
                <dgm:constrLst/>
                <dgm:ruleLst/>
              </dgm:layoutNode>
            </dgm:forEach>
          </dgm:forEach>
        </dgm:layoutNode>
      </dgm:if>
      <dgm:else name="Name6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59" cy="496411"/>
          </a:xfrm>
          <a:prstGeom prst="rect">
            <a:avLst/>
          </a:prstGeom>
        </p:spPr>
        <p:txBody>
          <a:bodyPr vert="horz" lIns="91432" tIns="45715" rIns="91432" bIns="45715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quarter" idx="1"/>
          </p:nvPr>
        </p:nvSpPr>
        <p:spPr>
          <a:xfrm>
            <a:off x="3850444" y="1"/>
            <a:ext cx="2945659" cy="496411"/>
          </a:xfrm>
          <a:prstGeom prst="rect">
            <a:avLst/>
          </a:prstGeom>
        </p:spPr>
        <p:txBody>
          <a:bodyPr vert="horz" lIns="91432" tIns="45715" rIns="91432" bIns="45715" rtlCol="0"/>
          <a:lstStyle>
            <a:lvl1pPr algn="r">
              <a:defRPr sz="1200"/>
            </a:lvl1pPr>
          </a:lstStyle>
          <a:p>
            <a:fld id="{248258A5-DC51-4C40-8133-EBDA4B5D97F7}" type="datetimeFigureOut">
              <a:rPr lang="it-IT" smtClean="0"/>
              <a:pPr/>
              <a:t>19/10/2026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2"/>
          </p:nvPr>
        </p:nvSpPr>
        <p:spPr>
          <a:xfrm>
            <a:off x="1" y="9430091"/>
            <a:ext cx="2945659" cy="496411"/>
          </a:xfrm>
          <a:prstGeom prst="rect">
            <a:avLst/>
          </a:prstGeom>
        </p:spPr>
        <p:txBody>
          <a:bodyPr vert="horz" lIns="91432" tIns="45715" rIns="91432" bIns="45715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3"/>
          </p:nvPr>
        </p:nvSpPr>
        <p:spPr>
          <a:xfrm>
            <a:off x="3850444" y="9430091"/>
            <a:ext cx="2945659" cy="496411"/>
          </a:xfrm>
          <a:prstGeom prst="rect">
            <a:avLst/>
          </a:prstGeom>
        </p:spPr>
        <p:txBody>
          <a:bodyPr vert="horz" lIns="91432" tIns="45715" rIns="91432" bIns="45715" rtlCol="0" anchor="b"/>
          <a:lstStyle>
            <a:lvl1pPr algn="r">
              <a:defRPr sz="1200"/>
            </a:lvl1pPr>
          </a:lstStyle>
          <a:p>
            <a:fld id="{4E5DA427-FE90-406E-9D90-D8AF6ED9F7F9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74221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59" cy="496411"/>
          </a:xfrm>
          <a:prstGeom prst="rect">
            <a:avLst/>
          </a:prstGeom>
        </p:spPr>
        <p:txBody>
          <a:bodyPr vert="horz" lIns="91432" tIns="45715" rIns="91432" bIns="45715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50444" y="1"/>
            <a:ext cx="2945659" cy="496411"/>
          </a:xfrm>
          <a:prstGeom prst="rect">
            <a:avLst/>
          </a:prstGeom>
        </p:spPr>
        <p:txBody>
          <a:bodyPr vert="horz" lIns="91432" tIns="45715" rIns="91432" bIns="45715" rtlCol="0"/>
          <a:lstStyle>
            <a:lvl1pPr algn="r">
              <a:defRPr sz="1200"/>
            </a:lvl1pPr>
          </a:lstStyle>
          <a:p>
            <a:fld id="{C3299855-277B-4364-AE49-729F5FF1E17A}" type="datetimeFigureOut">
              <a:rPr lang="it-IT" smtClean="0"/>
              <a:pPr/>
              <a:t>19/10/2026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2" tIns="45715" rIns="91432" bIns="45715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79768" y="4715908"/>
            <a:ext cx="5438140" cy="4467701"/>
          </a:xfrm>
          <a:prstGeom prst="rect">
            <a:avLst/>
          </a:prstGeom>
        </p:spPr>
        <p:txBody>
          <a:bodyPr vert="horz" lIns="91432" tIns="45715" rIns="91432" bIns="45715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1" y="9430091"/>
            <a:ext cx="2945659" cy="496411"/>
          </a:xfrm>
          <a:prstGeom prst="rect">
            <a:avLst/>
          </a:prstGeom>
        </p:spPr>
        <p:txBody>
          <a:bodyPr vert="horz" lIns="91432" tIns="45715" rIns="91432" bIns="45715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50444" y="9430091"/>
            <a:ext cx="2945659" cy="496411"/>
          </a:xfrm>
          <a:prstGeom prst="rect">
            <a:avLst/>
          </a:prstGeom>
        </p:spPr>
        <p:txBody>
          <a:bodyPr vert="horz" lIns="91432" tIns="45715" rIns="91432" bIns="45715" rtlCol="0" anchor="b"/>
          <a:lstStyle>
            <a:lvl1pPr algn="r">
              <a:defRPr sz="1200"/>
            </a:lvl1pPr>
          </a:lstStyle>
          <a:p>
            <a:fld id="{7044E27A-C44E-4CBB-87AC-E383B3A8CE46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130777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</a:t>
            </a:r>
            <a:r>
              <a:rPr lang="en-US" dirty="0" err="1"/>
              <a:t>vincoli</a:t>
            </a:r>
            <a:r>
              <a:rPr lang="en-US" dirty="0"/>
              <a:t> </a:t>
            </a:r>
            <a:r>
              <a:rPr lang="en-US" dirty="0" err="1"/>
              <a:t>sono</a:t>
            </a:r>
            <a:r>
              <a:rPr lang="en-US" dirty="0"/>
              <a:t> la </a:t>
            </a:r>
            <a:r>
              <a:rPr lang="en-US" dirty="0" err="1"/>
              <a:t>parte</a:t>
            </a:r>
            <a:r>
              <a:rPr lang="en-US" dirty="0"/>
              <a:t> della </a:t>
            </a:r>
            <a:r>
              <a:rPr lang="en-US" dirty="0" err="1"/>
              <a:t>definizione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decide </a:t>
            </a:r>
            <a:r>
              <a:rPr lang="en-US" dirty="0" err="1"/>
              <a:t>quali</a:t>
            </a:r>
            <a:r>
              <a:rPr lang="en-US" dirty="0"/>
              <a:t> </a:t>
            </a:r>
            <a:r>
              <a:rPr lang="en-US" dirty="0" err="1"/>
              <a:t>dati</a:t>
            </a:r>
            <a:r>
              <a:rPr lang="en-US" dirty="0"/>
              <a:t> </a:t>
            </a:r>
            <a:r>
              <a:rPr lang="en-US" dirty="0" err="1"/>
              <a:t>possono</a:t>
            </a:r>
            <a:r>
              <a:rPr lang="en-US" dirty="0"/>
              <a:t> </a:t>
            </a:r>
            <a:r>
              <a:rPr lang="en-US" dirty="0" err="1"/>
              <a:t>entrare</a:t>
            </a:r>
            <a:r>
              <a:rPr lang="en-US" dirty="0"/>
              <a:t> in </a:t>
            </a:r>
            <a:r>
              <a:rPr lang="en-US" dirty="0" err="1"/>
              <a:t>tabella</a:t>
            </a:r>
            <a:r>
              <a:rPr lang="en-US" dirty="0"/>
              <a:t>. Il </a:t>
            </a:r>
            <a:r>
              <a:rPr lang="en-US" dirty="0" err="1"/>
              <a:t>messaggio</a:t>
            </a:r>
            <a:r>
              <a:rPr lang="en-US" dirty="0"/>
              <a:t> della </a:t>
            </a:r>
            <a:r>
              <a:rPr lang="en-US" dirty="0" err="1"/>
              <a:t>lezione</a:t>
            </a:r>
            <a:r>
              <a:rPr lang="en-US" dirty="0"/>
              <a:t>: un </a:t>
            </a:r>
            <a:r>
              <a:rPr lang="en-US" dirty="0" err="1"/>
              <a:t>vincolo</a:t>
            </a:r>
            <a:r>
              <a:rPr lang="en-US" dirty="0"/>
              <a:t> non è </a:t>
            </a:r>
            <a:r>
              <a:rPr lang="en-US" dirty="0" err="1"/>
              <a:t>burocrazia</a:t>
            </a:r>
            <a:r>
              <a:rPr lang="en-US" dirty="0"/>
              <a:t>, è la sola forma di </a:t>
            </a:r>
            <a:r>
              <a:rPr lang="en-US" dirty="0" err="1"/>
              <a:t>integrità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vale per tutti </a:t>
            </a:r>
            <a:r>
              <a:rPr lang="en-US" dirty="0" err="1"/>
              <a:t>quelli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scrivono</a:t>
            </a:r>
            <a:r>
              <a:rPr lang="en-US" dirty="0"/>
              <a:t> </a:t>
            </a:r>
            <a:r>
              <a:rPr lang="en-US" dirty="0" err="1"/>
              <a:t>nel</a:t>
            </a:r>
            <a:r>
              <a:rPr lang="en-US" dirty="0"/>
              <a:t> database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403498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680069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
</a:t>
            </a:r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515322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spcAft>
                <a:spcPts val="1200"/>
              </a:spcAft>
              <a:buClr>
                <a:srgbClr val="C20E1A"/>
              </a:buClr>
              <a:buSzPct val="100000"/>
              <a:buFont typeface="Arial" panose="020B0604020202020204" pitchFamily="34" charset="0"/>
              <a:buNone/>
            </a:pPr>
            <a:r>
              <a:rPr lang="en-US" dirty="0"/>
              <a:t>In un database ci </a:t>
            </a:r>
            <a:r>
              <a:rPr lang="en-US" dirty="0" err="1"/>
              <a:t>possono</a:t>
            </a:r>
            <a:r>
              <a:rPr lang="en-US" dirty="0"/>
              <a:t> </a:t>
            </a:r>
            <a:r>
              <a:rPr lang="en-US" dirty="0" err="1"/>
              <a:t>essere</a:t>
            </a:r>
            <a:r>
              <a:rPr lang="en-US" dirty="0"/>
              <a:t> </a:t>
            </a:r>
            <a:r>
              <a:rPr lang="en-US" dirty="0" err="1"/>
              <a:t>più</a:t>
            </a:r>
            <a:r>
              <a:rPr lang="en-US" dirty="0"/>
              <a:t> </a:t>
            </a:r>
            <a:r>
              <a:rPr lang="en-US" dirty="0" err="1"/>
              <a:t>accessi</a:t>
            </a:r>
            <a:r>
              <a:rPr lang="en-US" dirty="0"/>
              <a:t> a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tabella</a:t>
            </a:r>
            <a:r>
              <a:rPr lang="en-US" dirty="0"/>
              <a:t>. Per </a:t>
            </a:r>
            <a:r>
              <a:rPr lang="en-US" dirty="0" err="1"/>
              <a:t>garantirli</a:t>
            </a:r>
            <a:r>
              <a:rPr lang="en-US" dirty="0"/>
              <a:t> tutti </a:t>
            </a:r>
            <a:r>
              <a:rPr lang="en-US" dirty="0" err="1"/>
              <a:t>esistono</a:t>
            </a:r>
            <a:r>
              <a:rPr lang="en-US" dirty="0"/>
              <a:t> I </a:t>
            </a:r>
            <a:r>
              <a:rPr lang="en-US" dirty="0" err="1"/>
              <a:t>vincoli</a:t>
            </a:r>
            <a:r>
              <a:rPr lang="en-US" dirty="0"/>
              <a:t> come </a:t>
            </a:r>
            <a:r>
              <a:rPr lang="en-US" dirty="0" err="1"/>
              <a:t>proprietà</a:t>
            </a:r>
            <a:r>
              <a:rPr lang="en-US" dirty="0"/>
              <a:t> del </a:t>
            </a:r>
            <a:r>
              <a:rPr lang="en-US" dirty="0" err="1"/>
              <a:t>dato</a:t>
            </a:r>
            <a:br>
              <a:rPr lang="en-US" dirty="0"/>
            </a:br>
            <a:r>
              <a:rPr lang="en-US" dirty="0"/>
              <a:t>Sono </a:t>
            </a:r>
            <a:r>
              <a:rPr lang="en-US" dirty="0" err="1"/>
              <a:t>inoltre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garanzia che l'optimizer </a:t>
            </a:r>
            <a:r>
              <a:rPr lang="en-US" dirty="0" err="1"/>
              <a:t>può</a:t>
            </a:r>
            <a:r>
              <a:rPr lang="en-US" dirty="0"/>
              <a:t> </a:t>
            </a:r>
            <a:r>
              <a:rPr lang="en-US" dirty="0" err="1"/>
              <a:t>sfruttare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  <a:p>
            <a:pPr marL="171450" indent="-171450">
              <a:spcAft>
                <a:spcPts val="1200"/>
              </a:spcAft>
              <a:buClr>
                <a:srgbClr val="C20E1A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L'integrità</a:t>
            </a:r>
            <a:r>
              <a:rPr lang="en-US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 è </a:t>
            </a:r>
            <a:r>
              <a:rPr lang="en-US" dirty="0" err="1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una</a:t>
            </a:r>
            <a:r>
              <a:rPr lang="en-US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proprietà</a:t>
            </a:r>
            <a:r>
              <a:rPr lang="en-US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 del </a:t>
            </a:r>
            <a:r>
              <a:rPr lang="en-US" dirty="0" err="1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dato</a:t>
            </a:r>
            <a:endParaRPr lang="en-US" dirty="0">
              <a:solidFill>
                <a:srgbClr val="1A1A1A"/>
              </a:solidFill>
              <a:ea typeface="Calibri" pitchFamily="34" charset="-122"/>
              <a:cs typeface="Calibri" pitchFamily="34" charset="-120"/>
            </a:endParaRPr>
          </a:p>
          <a:p>
            <a:pPr marL="152400" indent="-152400">
              <a:spcAft>
                <a:spcPts val="1200"/>
              </a:spcAft>
              <a:buClr>
                <a:srgbClr val="C20E1A"/>
              </a:buClr>
              <a:buSzPct val="100000"/>
              <a:buChar char="•"/>
            </a:pPr>
            <a:r>
              <a:rPr lang="en-US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Un </a:t>
            </a:r>
            <a:r>
              <a:rPr lang="en-US" dirty="0" err="1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controllo</a:t>
            </a:r>
            <a:r>
              <a:rPr lang="en-US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scritto</a:t>
            </a:r>
            <a:r>
              <a:rPr lang="en-US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nel</a:t>
            </a:r>
            <a:r>
              <a:rPr lang="en-US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codice</a:t>
            </a:r>
            <a:r>
              <a:rPr lang="en-US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 vale solo per chi </a:t>
            </a:r>
            <a:r>
              <a:rPr lang="en-US" dirty="0" err="1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passa</a:t>
            </a:r>
            <a:r>
              <a:rPr lang="en-US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 da </a:t>
            </a:r>
            <a:r>
              <a:rPr lang="en-US" dirty="0" err="1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quel</a:t>
            </a:r>
            <a:r>
              <a:rPr lang="en-US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codice</a:t>
            </a:r>
            <a:endParaRPr lang="en-US" dirty="0"/>
          </a:p>
          <a:p>
            <a:pPr marL="152400" indent="-152400">
              <a:spcAft>
                <a:spcPts val="1200"/>
              </a:spcAft>
              <a:buClr>
                <a:srgbClr val="C20E1A"/>
              </a:buClr>
              <a:buSzPct val="100000"/>
              <a:buChar char="•"/>
            </a:pPr>
            <a:r>
              <a:rPr lang="en-US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Il </a:t>
            </a:r>
            <a:r>
              <a:rPr lang="en-US" dirty="0" err="1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vincolo</a:t>
            </a:r>
            <a:r>
              <a:rPr lang="en-US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 è </a:t>
            </a:r>
            <a:r>
              <a:rPr lang="en-US" dirty="0" err="1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dichiarativo</a:t>
            </a:r>
            <a:r>
              <a:rPr lang="en-US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: vale per ogni </a:t>
            </a:r>
            <a:r>
              <a:rPr lang="en-US" dirty="0" err="1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sessione</a:t>
            </a:r>
            <a:r>
              <a:rPr lang="en-US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, sempre, senza </a:t>
            </a:r>
            <a:r>
              <a:rPr lang="en-US" dirty="0" err="1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eccezioni</a:t>
            </a:r>
            <a:endParaRPr lang="en-US" dirty="0"/>
          </a:p>
          <a:p>
            <a:pPr marL="152400" indent="-152400">
              <a:spcAft>
                <a:spcPts val="1200"/>
              </a:spcAft>
              <a:buClr>
                <a:srgbClr val="C20E1A"/>
              </a:buClr>
              <a:buSzPct val="100000"/>
              <a:buChar char="•"/>
            </a:pPr>
            <a:r>
              <a:rPr lang="en-US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È </a:t>
            </a:r>
            <a:r>
              <a:rPr lang="en-US" dirty="0" err="1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l'unico</a:t>
            </a:r>
            <a:r>
              <a:rPr lang="en-US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 punto di </a:t>
            </a:r>
            <a:r>
              <a:rPr lang="en-US" dirty="0" err="1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verità</a:t>
            </a:r>
            <a:r>
              <a:rPr lang="en-US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quando</a:t>
            </a:r>
            <a:r>
              <a:rPr lang="en-US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sulla</a:t>
            </a:r>
            <a:r>
              <a:rPr lang="en-US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stessa</a:t>
            </a:r>
            <a:r>
              <a:rPr lang="en-US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tabella</a:t>
            </a:r>
            <a:r>
              <a:rPr lang="en-US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scrivono</a:t>
            </a:r>
            <a:r>
              <a:rPr lang="en-US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 app, job, ETL e </a:t>
            </a:r>
            <a:r>
              <a:rPr lang="en-US" dirty="0" err="1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interventi</a:t>
            </a:r>
            <a:r>
              <a:rPr lang="en-US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manuali</a:t>
            </a:r>
            <a:endParaRPr lang="en-US" dirty="0"/>
          </a:p>
          <a:p>
            <a:pPr marL="152400" indent="-152400">
              <a:spcAft>
                <a:spcPts val="1200"/>
              </a:spcAft>
              <a:buClr>
                <a:srgbClr val="C20E1A"/>
              </a:buClr>
              <a:buSzPct val="100000"/>
              <a:buChar char="•"/>
            </a:pPr>
            <a:r>
              <a:rPr lang="en-US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In </a:t>
            </a:r>
            <a:r>
              <a:rPr lang="en-US" dirty="0" err="1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più</a:t>
            </a:r>
            <a:r>
              <a:rPr lang="en-US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 è </a:t>
            </a:r>
            <a:r>
              <a:rPr lang="en-US" dirty="0" err="1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informazione</a:t>
            </a:r>
            <a:r>
              <a:rPr lang="en-US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: </a:t>
            </a:r>
            <a:r>
              <a:rPr lang="en-US" dirty="0" err="1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l'optimizer</a:t>
            </a:r>
            <a:r>
              <a:rPr lang="en-US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legge</a:t>
            </a:r>
            <a:r>
              <a:rPr lang="en-US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i</a:t>
            </a:r>
            <a:r>
              <a:rPr lang="en-US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vincoli</a:t>
            </a:r>
            <a:r>
              <a:rPr lang="en-US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 e li </a:t>
            </a:r>
            <a:r>
              <a:rPr lang="en-US" dirty="0" err="1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usa</a:t>
            </a:r>
            <a:r>
              <a:rPr lang="en-US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 per </a:t>
            </a:r>
            <a:r>
              <a:rPr lang="en-US" dirty="0" err="1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semplificare</a:t>
            </a:r>
            <a:r>
              <a:rPr lang="en-US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i</a:t>
            </a:r>
            <a:r>
              <a:rPr lang="en-US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piani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Ogni </a:t>
            </a:r>
            <a:r>
              <a:rPr lang="en-US" dirty="0" err="1"/>
              <a:t>tipologia</a:t>
            </a:r>
            <a:r>
              <a:rPr lang="en-US" dirty="0"/>
              <a:t> di </a:t>
            </a:r>
            <a:r>
              <a:rPr lang="en-US" dirty="0" err="1"/>
              <a:t>vincolo</a:t>
            </a:r>
            <a:r>
              <a:rPr lang="en-US" dirty="0"/>
              <a:t> è un </a:t>
            </a:r>
            <a:r>
              <a:rPr lang="en-US" dirty="0" err="1"/>
              <a:t>controllore</a:t>
            </a:r>
            <a:r>
              <a:rPr lang="en-US" dirty="0"/>
              <a:t> con </a:t>
            </a:r>
            <a:r>
              <a:rPr lang="en-US" dirty="0" err="1"/>
              <a:t>mandato</a:t>
            </a:r>
            <a:r>
              <a:rPr lang="en-US" dirty="0"/>
              <a:t> </a:t>
            </a:r>
            <a:r>
              <a:rPr lang="en-US" dirty="0" err="1"/>
              <a:t>diverso</a:t>
            </a:r>
            <a:r>
              <a:rPr lang="en-US" dirty="0"/>
              <a:t>: uno verifica che il posto sia occupato da una persona sola, uno che il biglietto non </a:t>
            </a:r>
            <a:r>
              <a:rPr lang="en-US" dirty="0" err="1"/>
              <a:t>sia</a:t>
            </a:r>
            <a:r>
              <a:rPr lang="en-US" dirty="0"/>
              <a:t> </a:t>
            </a:r>
            <a:r>
              <a:rPr lang="en-US" dirty="0" err="1"/>
              <a:t>vuoto</a:t>
            </a:r>
            <a:r>
              <a:rPr lang="en-US" dirty="0"/>
              <a:t>, </a:t>
            </a:r>
            <a:r>
              <a:rPr lang="en-US" dirty="0" err="1"/>
              <a:t>etc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95FD7-67EC-A13E-F143-0939EEFB24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DCAA6973-FD12-599A-97E6-224F0C6655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6111A5A4-96C9-6DC4-1A95-63B29490FD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
</a:t>
            </a: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56755DB-1682-165D-D334-556FE30ED6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791648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 NULL sembra un dettaglio e invece è la decisione che semplifica di più il codice a valle: ogni colonna nullable è un caso in più da gestire in ogni query e in ogni report. </a:t>
            </a:r>
            <a:br>
              <a:rPr lang="en-US" dirty="0"/>
            </a:br>
            <a:r>
              <a:rPr lang="en-US" dirty="0"/>
              <a:t>Sul DEFAULT c'è un equivoco frequente: non è un «valore di fallback per i NULL». Se l'applicazione manda esplicitamente NULL, il DEFAULT non entra in gioco e il NULL </a:t>
            </a:r>
            <a:r>
              <a:rPr lang="en-US" dirty="0" err="1"/>
              <a:t>viene</a:t>
            </a:r>
            <a:r>
              <a:rPr lang="en-US" dirty="0"/>
              <a:t> scritto — a meno che la colonna sia NOT NULL, nel qual caso l'INSERT fallisce. DEFAULT e NOT NULL lavorano in </a:t>
            </a:r>
            <a:r>
              <a:rPr lang="en-US" dirty="0" err="1"/>
              <a:t>coppia</a:t>
            </a:r>
            <a:r>
              <a:rPr lang="en-US" dirty="0"/>
              <a:t>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DEMO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D8415-CF24-666A-8F79-B6D72AF78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3983CA-9AD8-535E-E465-435428A076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C0EAAF-1490-D948-A36D-891564995A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712E98-8B63-7870-9CE5-5C90EDB462C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7154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0CBBB-A37F-EE83-F030-8841168BD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6C714F-6CBD-FF68-BCA7-242299E503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1377D9-856E-1084-6227-FB47281E89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UNIQUE non serve solo a </a:t>
            </a:r>
            <a:r>
              <a:rPr lang="en-US" dirty="0" err="1"/>
              <a:t>proteggere</a:t>
            </a:r>
            <a:r>
              <a:rPr lang="en-US" dirty="0"/>
              <a:t>: è </a:t>
            </a:r>
            <a:r>
              <a:rPr lang="en-US" dirty="0" err="1"/>
              <a:t>informazione</a:t>
            </a:r>
            <a:r>
              <a:rPr lang="en-US" dirty="0"/>
              <a:t> per </a:t>
            </a:r>
            <a:r>
              <a:rPr lang="en-US" dirty="0" err="1"/>
              <a:t>l'optimizer</a:t>
            </a:r>
            <a:r>
              <a:rPr lang="en-US" dirty="0"/>
              <a:t>,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sapendo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la </a:t>
            </a:r>
            <a:r>
              <a:rPr lang="en-US" dirty="0" err="1"/>
              <a:t>colonna</a:t>
            </a:r>
            <a:r>
              <a:rPr lang="en-US" dirty="0"/>
              <a:t> è </a:t>
            </a:r>
            <a:r>
              <a:rPr lang="en-US" dirty="0" err="1"/>
              <a:t>univoca</a:t>
            </a:r>
            <a:r>
              <a:rPr lang="en-US" dirty="0"/>
              <a:t> </a:t>
            </a:r>
            <a:r>
              <a:rPr lang="en-US" dirty="0" err="1"/>
              <a:t>può</a:t>
            </a:r>
            <a:r>
              <a:rPr lang="en-US" dirty="0"/>
              <a:t> </a:t>
            </a:r>
            <a:r>
              <a:rPr lang="en-US" dirty="0" err="1"/>
              <a:t>stimare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riga</a:t>
            </a:r>
            <a:r>
              <a:rPr lang="en-US" dirty="0"/>
              <a:t> </a:t>
            </a:r>
            <a:r>
              <a:rPr lang="en-US" dirty="0" err="1"/>
              <a:t>invece</a:t>
            </a:r>
            <a:r>
              <a:rPr lang="en-US" dirty="0"/>
              <a:t> di </a:t>
            </a:r>
            <a:r>
              <a:rPr lang="en-US" dirty="0" err="1"/>
              <a:t>molte</a:t>
            </a:r>
            <a:r>
              <a:rPr lang="en-US" dirty="0"/>
              <a:t> e </a:t>
            </a:r>
            <a:r>
              <a:rPr lang="en-US" dirty="0" err="1"/>
              <a:t>scegliere</a:t>
            </a:r>
            <a:r>
              <a:rPr lang="en-US" dirty="0"/>
              <a:t> un piano </a:t>
            </a:r>
            <a:r>
              <a:rPr lang="en-US" dirty="0" err="1"/>
              <a:t>diverso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59F6DA-20CD-D4D1-672A-FAFFFD2B31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0091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14BE5-EA6C-382C-1C68-E74026AD3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EDD2B6-D39D-37A5-BE58-9F0C698C15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50EDBB-CC83-3BFC-6344-374A04D88D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Serve per </a:t>
            </a:r>
            <a:r>
              <a:rPr lang="en-US" dirty="0" err="1"/>
              <a:t>consolidare</a:t>
            </a:r>
            <a:r>
              <a:rPr lang="en-US" dirty="0"/>
              <a:t> </a:t>
            </a:r>
            <a:r>
              <a:rPr lang="en-US" dirty="0" err="1"/>
              <a:t>regole</a:t>
            </a:r>
            <a:r>
              <a:rPr lang="en-US" dirty="0"/>
              <a:t> </a:t>
            </a:r>
            <a:r>
              <a:rPr lang="en-US" dirty="0" err="1"/>
              <a:t>immutabili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devono</a:t>
            </a:r>
            <a:r>
              <a:rPr lang="en-US" dirty="0"/>
              <a:t> </a:t>
            </a:r>
            <a:r>
              <a:rPr lang="en-US" dirty="0" err="1"/>
              <a:t>valere</a:t>
            </a:r>
            <a:r>
              <a:rPr lang="en-US" dirty="0"/>
              <a:t> per </a:t>
            </a:r>
            <a:r>
              <a:rPr lang="en-US" dirty="0" err="1"/>
              <a:t>definizinoe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0CF60E-78BF-9E55-1642-3731FE316F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2737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663D3-3D50-B1BD-90D4-C433E018B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37BF98DD-2A00-F24F-072B-F800951FFA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FF407122-60B1-2541-E2AF-8784FE356B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
</a:t>
            </a: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873D92A-7795-4F09-B68B-A199F2D5E6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12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842181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/>
              <a:t>La FOREIGN KEY è il </a:t>
            </a:r>
            <a:r>
              <a:rPr lang="en-US" sz="1600" dirty="0" err="1"/>
              <a:t>vincolo</a:t>
            </a:r>
            <a:r>
              <a:rPr lang="en-US" sz="1600" dirty="0"/>
              <a:t> </a:t>
            </a:r>
            <a:r>
              <a:rPr lang="en-US" sz="1600" dirty="0" err="1"/>
              <a:t>che</a:t>
            </a:r>
            <a:r>
              <a:rPr lang="en-US" sz="1600" dirty="0"/>
              <a:t> </a:t>
            </a:r>
            <a:r>
              <a:rPr lang="en-US" sz="1600" dirty="0" err="1"/>
              <a:t>dichiara</a:t>
            </a:r>
            <a:r>
              <a:rPr lang="en-US" sz="1600" dirty="0"/>
              <a:t> il </a:t>
            </a:r>
            <a:r>
              <a:rPr lang="en-US" sz="1600" dirty="0" err="1"/>
              <a:t>modello</a:t>
            </a:r>
            <a:r>
              <a:rPr lang="en-US" sz="1600" dirty="0"/>
              <a:t> </a:t>
            </a:r>
            <a:r>
              <a:rPr lang="en-US" sz="1600" dirty="0" err="1"/>
              <a:t>dei</a:t>
            </a:r>
            <a:r>
              <a:rPr lang="en-US" sz="1600" dirty="0"/>
              <a:t> </a:t>
            </a:r>
            <a:r>
              <a:rPr lang="en-US" sz="1600" dirty="0" err="1"/>
              <a:t>dati</a:t>
            </a:r>
            <a:r>
              <a:rPr lang="en-US" sz="1600" dirty="0"/>
              <a:t>: senza di lei le </a:t>
            </a:r>
            <a:r>
              <a:rPr lang="en-US" sz="1600" dirty="0" err="1"/>
              <a:t>relazioni</a:t>
            </a:r>
            <a:r>
              <a:rPr lang="en-US" sz="1600" dirty="0"/>
              <a:t> </a:t>
            </a:r>
            <a:r>
              <a:rPr lang="en-US" sz="1600" dirty="0" err="1"/>
              <a:t>esistono</a:t>
            </a:r>
            <a:r>
              <a:rPr lang="en-US" sz="1600" dirty="0"/>
              <a:t> solo </a:t>
            </a:r>
            <a:r>
              <a:rPr lang="en-US" sz="1600" dirty="0" err="1"/>
              <a:t>nella</a:t>
            </a:r>
            <a:r>
              <a:rPr lang="en-US" sz="1600" dirty="0"/>
              <a:t> </a:t>
            </a:r>
            <a:r>
              <a:rPr lang="en-US" sz="1600" dirty="0" err="1"/>
              <a:t>testa</a:t>
            </a:r>
            <a:r>
              <a:rPr lang="en-US" sz="1600" dirty="0"/>
              <a:t> di chi ha </a:t>
            </a:r>
            <a:r>
              <a:rPr lang="en-US" sz="1600" dirty="0" err="1"/>
              <a:t>scritto</a:t>
            </a:r>
            <a:r>
              <a:rPr lang="en-US" sz="1600" dirty="0"/>
              <a:t> le query, con foreign key </a:t>
            </a:r>
            <a:r>
              <a:rPr lang="en-US" sz="1600" dirty="0" err="1"/>
              <a:t>sono</a:t>
            </a:r>
            <a:r>
              <a:rPr lang="en-US" sz="1600" dirty="0"/>
              <a:t> </a:t>
            </a:r>
            <a:r>
              <a:rPr lang="en-US" sz="1600" dirty="0" err="1"/>
              <a:t>dichiarate</a:t>
            </a:r>
            <a:r>
              <a:rPr lang="en-US" sz="1600" dirty="0"/>
              <a:t>. </a:t>
            </a:r>
            <a:br>
              <a:rPr lang="en-US" sz="1600" dirty="0"/>
            </a:br>
            <a:r>
              <a:rPr lang="en-US" sz="1600" dirty="0"/>
              <a:t>Il </a:t>
            </a:r>
            <a:r>
              <a:rPr lang="en-US" sz="1600" dirty="0" err="1"/>
              <a:t>diagramma</a:t>
            </a:r>
            <a:r>
              <a:rPr lang="en-US" sz="1600" dirty="0"/>
              <a:t> </a:t>
            </a:r>
            <a:r>
              <a:rPr lang="en-US" sz="1600" dirty="0" err="1"/>
              <a:t>mostra</a:t>
            </a:r>
            <a:r>
              <a:rPr lang="en-US" sz="1600" dirty="0"/>
              <a:t> le due </a:t>
            </a:r>
            <a:r>
              <a:rPr lang="en-US" sz="1600" dirty="0" err="1"/>
              <a:t>direzioni</a:t>
            </a:r>
            <a:r>
              <a:rPr lang="en-US" sz="1600" dirty="0"/>
              <a:t> della </a:t>
            </a:r>
            <a:r>
              <a:rPr lang="en-US" sz="1600" dirty="0" err="1"/>
              <a:t>protezione</a:t>
            </a:r>
            <a:r>
              <a:rPr lang="en-US" sz="1600" dirty="0"/>
              <a:t>: da sotto non </a:t>
            </a:r>
            <a:r>
              <a:rPr lang="en-US" sz="1600" dirty="0" err="1"/>
              <a:t>si</a:t>
            </a:r>
            <a:r>
              <a:rPr lang="en-US" sz="1600" dirty="0"/>
              <a:t> </a:t>
            </a:r>
            <a:r>
              <a:rPr lang="en-US" sz="1600" dirty="0" err="1"/>
              <a:t>inserisce</a:t>
            </a:r>
            <a:r>
              <a:rPr lang="en-US" sz="1600" dirty="0"/>
              <a:t> un </a:t>
            </a:r>
            <a:r>
              <a:rPr lang="en-US" sz="1600" dirty="0" err="1"/>
              <a:t>dettaglio</a:t>
            </a:r>
            <a:r>
              <a:rPr lang="en-US" sz="1600" dirty="0"/>
              <a:t> </a:t>
            </a:r>
            <a:r>
              <a:rPr lang="en-US" sz="1600" dirty="0" err="1"/>
              <a:t>che</a:t>
            </a:r>
            <a:r>
              <a:rPr lang="en-US" sz="1600" dirty="0"/>
              <a:t> </a:t>
            </a:r>
            <a:r>
              <a:rPr lang="en-US" sz="1600" dirty="0" err="1"/>
              <a:t>punta</a:t>
            </a:r>
            <a:r>
              <a:rPr lang="en-US" sz="1600" dirty="0"/>
              <a:t> a un </a:t>
            </a:r>
            <a:r>
              <a:rPr lang="en-US" sz="1600" dirty="0" err="1"/>
              <a:t>ordine</a:t>
            </a:r>
            <a:r>
              <a:rPr lang="en-US" sz="1600" dirty="0"/>
              <a:t> </a:t>
            </a:r>
            <a:r>
              <a:rPr lang="en-US" sz="1600" dirty="0" err="1"/>
              <a:t>inesistente</a:t>
            </a:r>
            <a:r>
              <a:rPr lang="en-US" sz="1600" dirty="0"/>
              <a:t>, da sopra non </a:t>
            </a:r>
            <a:r>
              <a:rPr lang="en-US" sz="1600" dirty="0" err="1"/>
              <a:t>si</a:t>
            </a:r>
            <a:r>
              <a:rPr lang="en-US" sz="1600" dirty="0"/>
              <a:t> </a:t>
            </a:r>
            <a:r>
              <a:rPr lang="en-US" sz="1600" dirty="0" err="1"/>
              <a:t>cancella</a:t>
            </a:r>
            <a:r>
              <a:rPr lang="en-US" sz="1600" dirty="0"/>
              <a:t> un </a:t>
            </a:r>
            <a:r>
              <a:rPr lang="en-US" sz="1600" dirty="0" err="1"/>
              <a:t>ordine</a:t>
            </a:r>
            <a:r>
              <a:rPr lang="en-US" sz="1600" dirty="0"/>
              <a:t> </a:t>
            </a:r>
            <a:r>
              <a:rPr lang="en-US" sz="1600" dirty="0" err="1"/>
              <a:t>che</a:t>
            </a:r>
            <a:r>
              <a:rPr lang="en-US" sz="1600" dirty="0"/>
              <a:t> ha </a:t>
            </a:r>
            <a:r>
              <a:rPr lang="en-US" sz="1600" dirty="0" err="1"/>
              <a:t>ancora</a:t>
            </a:r>
            <a:r>
              <a:rPr lang="en-US" sz="1600" dirty="0"/>
              <a:t> </a:t>
            </a:r>
            <a:r>
              <a:rPr lang="en-US" sz="1600" dirty="0" err="1"/>
              <a:t>dettagli</a:t>
            </a:r>
            <a:r>
              <a:rPr lang="en-US" sz="1600" dirty="0"/>
              <a:t> </a:t>
            </a:r>
            <a:r>
              <a:rPr lang="en-US" sz="1600" dirty="0" err="1"/>
              <a:t>collegati</a:t>
            </a:r>
            <a:r>
              <a:rPr lang="en-US" sz="1600" dirty="0"/>
              <a:t>. </a:t>
            </a:r>
            <a:r>
              <a:rPr lang="en-US" sz="1600" dirty="0" err="1"/>
              <a:t>Stesso</a:t>
            </a:r>
            <a:r>
              <a:rPr lang="en-US" sz="1600" dirty="0"/>
              <a:t> </a:t>
            </a:r>
            <a:r>
              <a:rPr lang="en-US" sz="1600" dirty="0" err="1"/>
              <a:t>vincolo</a:t>
            </a:r>
            <a:r>
              <a:rPr lang="en-US" sz="1600" dirty="0"/>
              <a:t>, </a:t>
            </a:r>
            <a:r>
              <a:rPr lang="en-US" sz="1600" dirty="0" err="1"/>
              <a:t>stesso</a:t>
            </a:r>
            <a:r>
              <a:rPr lang="en-US" sz="1600" dirty="0"/>
              <a:t> </a:t>
            </a:r>
            <a:r>
              <a:rPr lang="en-US" sz="1600" dirty="0" err="1"/>
              <a:t>errore</a:t>
            </a:r>
            <a:r>
              <a:rPr lang="en-US" sz="1600" dirty="0"/>
              <a:t> 547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/>
              <a:t>la FOREIGN KEY non </a:t>
            </a:r>
            <a:r>
              <a:rPr lang="en-US" sz="1600" dirty="0" err="1"/>
              <a:t>crea</a:t>
            </a:r>
            <a:r>
              <a:rPr lang="en-US" sz="1600" dirty="0"/>
              <a:t> </a:t>
            </a:r>
            <a:r>
              <a:rPr lang="en-US" sz="1600" dirty="0" err="1"/>
              <a:t>indici</a:t>
            </a:r>
            <a:r>
              <a:rPr lang="en-US" sz="1600" dirty="0"/>
              <a:t>, e senza un </a:t>
            </a:r>
            <a:r>
              <a:rPr lang="en-US" sz="1600" dirty="0" err="1"/>
              <a:t>indice</a:t>
            </a:r>
            <a:r>
              <a:rPr lang="en-US" sz="1600" dirty="0"/>
              <a:t> </a:t>
            </a:r>
            <a:r>
              <a:rPr lang="en-US" sz="1600" dirty="0" err="1"/>
              <a:t>sulla</a:t>
            </a:r>
            <a:r>
              <a:rPr lang="en-US" sz="1600" dirty="0"/>
              <a:t> </a:t>
            </a:r>
            <a:r>
              <a:rPr lang="en-US" sz="1600" dirty="0" err="1"/>
              <a:t>colonna</a:t>
            </a:r>
            <a:r>
              <a:rPr lang="en-US" sz="1600" dirty="0"/>
              <a:t> </a:t>
            </a:r>
            <a:r>
              <a:rPr lang="en-US" sz="1600" dirty="0" err="1"/>
              <a:t>figlia</a:t>
            </a:r>
            <a:r>
              <a:rPr lang="en-US" sz="1600" dirty="0"/>
              <a:t> ogni DELETE </a:t>
            </a:r>
            <a:r>
              <a:rPr lang="en-US" sz="1600" dirty="0" err="1"/>
              <a:t>nel</a:t>
            </a:r>
            <a:r>
              <a:rPr lang="en-US" sz="1600" dirty="0"/>
              <a:t> padre costa </a:t>
            </a:r>
            <a:r>
              <a:rPr lang="en-US" sz="1600" dirty="0" err="1"/>
              <a:t>una</a:t>
            </a:r>
            <a:r>
              <a:rPr lang="en-US" sz="1600" dirty="0"/>
              <a:t> </a:t>
            </a:r>
            <a:r>
              <a:rPr lang="en-US" sz="1600" dirty="0" err="1"/>
              <a:t>scansione</a:t>
            </a:r>
            <a:r>
              <a:rPr lang="en-US" sz="1600" dirty="0"/>
              <a:t> completa della </a:t>
            </a:r>
            <a:r>
              <a:rPr lang="en-US" sz="1600" dirty="0" err="1"/>
              <a:t>tabella</a:t>
            </a:r>
            <a:r>
              <a:rPr lang="en-US" sz="1600" dirty="0"/>
              <a:t> </a:t>
            </a:r>
            <a:r>
              <a:rPr lang="en-US" sz="1600" dirty="0" err="1"/>
              <a:t>figlia</a:t>
            </a:r>
            <a:br>
              <a:rPr lang="it-IT" dirty="0"/>
            </a:br>
            <a:endParaRPr lang="it-IT" dirty="0"/>
          </a:p>
          <a:p>
            <a:r>
              <a:rPr lang="en-US" dirty="0"/>
              <a:t>
</a:t>
            </a:r>
            <a:br>
              <a:rPr lang="it-IT" dirty="0"/>
            </a:br>
            <a:endParaRPr lang="it-IT" dirty="0"/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13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751116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 </a:t>
            </a:r>
            <a:r>
              <a:rPr lang="en-US" dirty="0" err="1"/>
              <a:t>l’integrità</a:t>
            </a:r>
            <a:r>
              <a:rPr lang="en-US" dirty="0"/>
              <a:t> </a:t>
            </a:r>
            <a:r>
              <a:rPr lang="en-US" dirty="0" err="1"/>
              <a:t>referenziale</a:t>
            </a:r>
            <a:r>
              <a:rPr lang="en-US" dirty="0"/>
              <a:t> è </a:t>
            </a:r>
            <a:r>
              <a:rPr lang="en-US" dirty="0" err="1"/>
              <a:t>possibile</a:t>
            </a:r>
            <a:r>
              <a:rPr lang="en-US" dirty="0"/>
              <a:t> </a:t>
            </a:r>
            <a:r>
              <a:rPr lang="en-US" dirty="0" err="1"/>
              <a:t>definire</a:t>
            </a:r>
            <a:r>
              <a:rPr lang="en-US" dirty="0"/>
              <a:t> come </a:t>
            </a:r>
            <a:r>
              <a:rPr lang="en-US" dirty="0" err="1"/>
              <a:t>deve</a:t>
            </a:r>
            <a:r>
              <a:rPr lang="en-US" dirty="0"/>
              <a:t> </a:t>
            </a:r>
            <a:r>
              <a:rPr lang="en-US" dirty="0" err="1"/>
              <a:t>comportarsi</a:t>
            </a:r>
            <a:r>
              <a:rPr lang="en-US" dirty="0"/>
              <a:t> </a:t>
            </a:r>
            <a:r>
              <a:rPr lang="en-US" dirty="0" err="1"/>
              <a:t>quando</a:t>
            </a:r>
            <a:r>
              <a:rPr lang="en-US" dirty="0"/>
              <a:t> </a:t>
            </a:r>
            <a:r>
              <a:rPr lang="en-US" dirty="0" err="1"/>
              <a:t>cancello</a:t>
            </a:r>
            <a:r>
              <a:rPr lang="en-US" dirty="0"/>
              <a:t> un record o </a:t>
            </a:r>
            <a:r>
              <a:rPr lang="en-US" dirty="0" err="1"/>
              <a:t>modifico</a:t>
            </a:r>
            <a:r>
              <a:rPr lang="en-US" dirty="0"/>
              <a:t> il padre</a:t>
            </a:r>
            <a:br>
              <a:rPr lang="en-US" dirty="0"/>
            </a:br>
            <a:r>
              <a:rPr lang="en-US" dirty="0" err="1"/>
              <a:t>L'impostazione</a:t>
            </a:r>
            <a:r>
              <a:rPr lang="en-US" dirty="0"/>
              <a:t> di default, NO ACTION, è quasi sempre la scelta giusta: l'operazione fallisce, l'errore arriva all'applicazione e qualcuno decide cosa fare. </a:t>
            </a:r>
            <a:br>
              <a:rPr lang="en-US" dirty="0"/>
            </a:br>
            <a:r>
              <a:rPr lang="en-US" dirty="0"/>
              <a:t>CASCADE sposta questa decisione dentro il motore, e va bene solo nel caso della composizione: le righe di un ordine non hanno vita propria, se l'ordine sparisce spariscono anche loro. In tutti gli altri casi è pericoloso, per due motivi: le cancellazioni si propagano su tabelle che non sono sotto gli occhi di chi ha scritto la DELETE, e la transazione può diventare enorme, con lock lunghi e log che cresce. </a:t>
            </a:r>
            <a:br>
              <a:rPr lang="en-US" dirty="0"/>
            </a:br>
            <a:r>
              <a:rPr lang="en-US" dirty="0"/>
              <a:t>SET NULL e SET DEFAULT </a:t>
            </a:r>
            <a:r>
              <a:rPr lang="en-US" dirty="0" err="1"/>
              <a:t>azzerano</a:t>
            </a:r>
            <a:r>
              <a:rPr lang="en-US" dirty="0"/>
              <a:t> </a:t>
            </a:r>
            <a:r>
              <a:rPr lang="en-US" dirty="0" err="1"/>
              <a:t>valore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tabella</a:t>
            </a:r>
            <a:r>
              <a:rPr lang="en-US" dirty="0"/>
              <a:t> Figlio </a:t>
            </a:r>
            <a:r>
              <a:rPr lang="en-US" dirty="0" err="1"/>
              <a:t>quando</a:t>
            </a:r>
            <a:r>
              <a:rPr lang="en-US" dirty="0"/>
              <a:t> </a:t>
            </a:r>
            <a:r>
              <a:rPr lang="en-US" dirty="0" err="1"/>
              <a:t>viene</a:t>
            </a:r>
            <a:r>
              <a:rPr lang="en-US" dirty="0"/>
              <a:t> </a:t>
            </a:r>
            <a:r>
              <a:rPr lang="en-US" dirty="0" err="1"/>
              <a:t>meno</a:t>
            </a:r>
            <a:r>
              <a:rPr lang="en-US" dirty="0"/>
              <a:t> </a:t>
            </a:r>
            <a:r>
              <a:rPr lang="en-US" dirty="0" err="1"/>
              <a:t>relazione</a:t>
            </a:r>
            <a:r>
              <a:rPr lang="en-US" dirty="0"/>
              <a:t> con padre.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F63D31-F4D4-2F7E-541C-07E1635B5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CDD77043-9594-67F2-8CE3-BA93ABB0C4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ECBDB4BC-553A-7B25-E47F-E768AEAF7F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Cosa </a:t>
            </a:r>
            <a:r>
              <a:rPr lang="en-US" dirty="0" err="1"/>
              <a:t>succede</a:t>
            </a:r>
            <a:r>
              <a:rPr lang="en-US" dirty="0"/>
              <a:t> </a:t>
            </a:r>
            <a:r>
              <a:rPr lang="en-US" dirty="0" err="1"/>
              <a:t>fisicamente</a:t>
            </a:r>
            <a:r>
              <a:rPr lang="en-US" dirty="0"/>
              <a:t> </a:t>
            </a:r>
            <a:r>
              <a:rPr lang="en-US" dirty="0" err="1"/>
              <a:t>quando</a:t>
            </a:r>
            <a:r>
              <a:rPr lang="en-US" dirty="0"/>
              <a:t> SQL Server </a:t>
            </a:r>
            <a:r>
              <a:rPr lang="en-US" dirty="0" err="1"/>
              <a:t>cerca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riga</a:t>
            </a:r>
            <a:r>
              <a:rPr lang="en-US" dirty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
</a:t>
            </a: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D51AFE1-4704-6A9E-BF0E-98561A858E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15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976009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 dirty="0"/>
            </a:br>
            <a:br>
              <a:rPr lang="en-US" dirty="0"/>
            </a:br>
            <a:r>
              <a:rPr lang="en-US" dirty="0"/>
              <a:t>NB: La </a:t>
            </a:r>
            <a:r>
              <a:rPr lang="en-US" dirty="0" err="1"/>
              <a:t>condizione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rende</a:t>
            </a:r>
            <a:r>
              <a:rPr lang="en-US" dirty="0"/>
              <a:t> </a:t>
            </a:r>
            <a:r>
              <a:rPr lang="en-US" dirty="0" err="1"/>
              <a:t>vero</a:t>
            </a:r>
            <a:r>
              <a:rPr lang="en-US" dirty="0"/>
              <a:t> </a:t>
            </a:r>
            <a:r>
              <a:rPr lang="en-US" dirty="0" err="1"/>
              <a:t>tutto</a:t>
            </a:r>
            <a:r>
              <a:rPr lang="en-US" dirty="0"/>
              <a:t> è </a:t>
            </a:r>
            <a:r>
              <a:rPr lang="en-US" dirty="0" err="1"/>
              <a:t>che</a:t>
            </a:r>
            <a:r>
              <a:rPr lang="en-US" dirty="0"/>
              <a:t> il </a:t>
            </a:r>
            <a:r>
              <a:rPr lang="en-US" dirty="0" err="1"/>
              <a:t>vincolo</a:t>
            </a:r>
            <a:r>
              <a:rPr lang="en-US" dirty="0"/>
              <a:t> </a:t>
            </a:r>
            <a:r>
              <a:rPr lang="en-US" dirty="0" err="1"/>
              <a:t>deve</a:t>
            </a:r>
            <a:r>
              <a:rPr lang="en-US" dirty="0"/>
              <a:t> </a:t>
            </a:r>
            <a:r>
              <a:rPr lang="en-US" dirty="0" err="1"/>
              <a:t>essere</a:t>
            </a:r>
            <a:r>
              <a:rPr lang="en-US" dirty="0"/>
              <a:t> trusted, </a:t>
            </a:r>
            <a:r>
              <a:rPr lang="en-US" dirty="0" err="1"/>
              <a:t>ovvero</a:t>
            </a:r>
            <a:r>
              <a:rPr lang="en-US" dirty="0"/>
              <a:t> </a:t>
            </a:r>
            <a:r>
              <a:rPr lang="en-US" dirty="0" err="1"/>
              <a:t>verificato</a:t>
            </a:r>
            <a:r>
              <a:rPr lang="en-US" dirty="0"/>
              <a:t> per tutti I record.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7F364-F471-924E-0468-F4A08D83A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E1BAD532-3891-2A2C-400E-9CFF405E59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DB6A5BC3-FE95-2577-4003-674AB0BC32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CCA0AB7-BE15-867A-078A-B26E081E21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17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775119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pertina-rossa">
    <p:bg>
      <p:bgPr>
        <a:gradFill>
          <a:gsLst>
            <a:gs pos="50000">
              <a:srgbClr val="C20E1A"/>
            </a:gs>
            <a:gs pos="100000">
              <a:srgbClr val="C20E1A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/>
          <p:cNvSpPr>
            <a:spLocks noGrp="1"/>
          </p:cNvSpPr>
          <p:nvPr>
            <p:ph type="subTitle" idx="1" hasCustomPrompt="1"/>
          </p:nvPr>
        </p:nvSpPr>
        <p:spPr>
          <a:xfrm>
            <a:off x="470506" y="2139702"/>
            <a:ext cx="8192986" cy="576000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75000"/>
              </a:lnSpc>
              <a:spcBef>
                <a:spcPts val="0"/>
              </a:spcBef>
              <a:buNone/>
              <a:defRPr lang="it-IT" sz="4600" b="1" u="none" kern="1200" baseline="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dirty="0"/>
              <a:t>Titolo </a:t>
            </a:r>
          </a:p>
        </p:txBody>
      </p:sp>
      <p:sp>
        <p:nvSpPr>
          <p:cNvPr id="13" name="Segnaposto testo 12">
            <a:extLst>
              <a:ext uri="{FF2B5EF4-FFF2-40B4-BE49-F238E27FC236}">
                <a16:creationId xmlns:a16="http://schemas.microsoft.com/office/drawing/2014/main" id="{59699E87-37BE-B122-4218-F76CBA66BF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0507" y="2751770"/>
            <a:ext cx="8193592" cy="467960"/>
          </a:xfrm>
        </p:spPr>
        <p:txBody>
          <a:bodyPr lIns="0" anchor="t"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1pPr>
            <a:lvl2pPr>
              <a:defRPr sz="3200">
                <a:solidFill>
                  <a:schemeClr val="bg1"/>
                </a:solidFill>
              </a:defRPr>
            </a:lvl2pPr>
            <a:lvl3pPr>
              <a:defRPr sz="3200">
                <a:solidFill>
                  <a:schemeClr val="bg1"/>
                </a:solidFill>
              </a:defRPr>
            </a:lvl3pPr>
            <a:lvl4pPr>
              <a:defRPr sz="3200">
                <a:solidFill>
                  <a:schemeClr val="bg1"/>
                </a:solidFill>
              </a:defRPr>
            </a:lvl4pPr>
            <a:lvl5pPr>
              <a:defRPr sz="3200">
                <a:solidFill>
                  <a:schemeClr val="bg1"/>
                </a:solidFill>
              </a:defRPr>
            </a:lvl5pPr>
          </a:lstStyle>
          <a:p>
            <a:pPr lvl="0"/>
            <a:r>
              <a:rPr lang="it-IT" dirty="0"/>
              <a:t>Sottotitolo</a:t>
            </a:r>
          </a:p>
        </p:txBody>
      </p:sp>
      <p:sp>
        <p:nvSpPr>
          <p:cNvPr id="17" name="Segnaposto testo 16">
            <a:extLst>
              <a:ext uri="{FF2B5EF4-FFF2-40B4-BE49-F238E27FC236}">
                <a16:creationId xmlns:a16="http://schemas.microsoft.com/office/drawing/2014/main" id="{3FB66C52-296B-8CB9-AD0D-935F8BDF72F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4299882"/>
            <a:ext cx="8193592" cy="288000"/>
          </a:xfrm>
        </p:spPr>
        <p:txBody>
          <a:bodyPr lIns="0" anchor="b">
            <a:noAutofit/>
          </a:bodyPr>
          <a:lstStyle>
            <a:lvl1pPr marL="0" indent="0">
              <a:buNone/>
              <a:defRPr lang="it-IT" sz="15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it-IT" dirty="0"/>
              <a:t>Relatore: Nome Cognome</a:t>
            </a: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6F73984F-6480-A8BF-5D22-61F62806EBE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2000" y="4806000"/>
            <a:ext cx="720000" cy="232222"/>
          </a:xfrm>
          <a:prstGeom prst="rect">
            <a:avLst/>
          </a:prstGeom>
        </p:spPr>
      </p:pic>
      <p:sp>
        <p:nvSpPr>
          <p:cNvPr id="36" name="Segnaposto immagine 2">
            <a:extLst>
              <a:ext uri="{FF2B5EF4-FFF2-40B4-BE49-F238E27FC236}">
                <a16:creationId xmlns:a16="http://schemas.microsoft.com/office/drawing/2014/main" id="{73A4A78A-154B-0984-A223-48CE455A459E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468000" y="540000"/>
            <a:ext cx="1879104" cy="576362"/>
          </a:xfrm>
        </p:spPr>
        <p:txBody>
          <a:bodyPr lIns="0" tIns="0" rIns="0" bIns="0" anchor="b" anchorCtr="0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 dirty="0"/>
              <a:t>Fare clic sull'icona per inserire un logo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A3DE4E2A-5E65-84A5-F94E-D16C0AF09B7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8313" y="4644139"/>
            <a:ext cx="2447925" cy="23177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lang="it-IT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5pPr marL="1828800" indent="0" algn="l">
              <a:buNone/>
              <a:defRPr lang="it-IT" sz="15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it-IT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XX mese 202X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1102056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11" userDrawn="1">
          <p15:clr>
            <a:srgbClr val="FBAE40"/>
          </p15:clr>
        </p15:guide>
        <p15:guide id="2" pos="5761">
          <p15:clr>
            <a:srgbClr val="FBAE40"/>
          </p15:clr>
        </p15:guide>
        <p15:guide id="3" orient="horz" pos="713" userDrawn="1">
          <p15:clr>
            <a:srgbClr val="FBAE40"/>
          </p15:clr>
        </p15:guide>
        <p15:guide id="4" orient="horz" pos="3026" userDrawn="1">
          <p15:clr>
            <a:srgbClr val="FBAE40"/>
          </p15:clr>
        </p15:guide>
        <p15:guide id="5" pos="296" userDrawn="1">
          <p15:clr>
            <a:srgbClr val="FBAE40"/>
          </p15:clr>
        </p15:guide>
        <p15:guide id="6" pos="5465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 b="0" cap="all" spc="-100" baseline="0">
                <a:latin typeface="+mj-lt"/>
                <a:cs typeface="Aharoni" panose="02010803020104030203" pitchFamily="2" charset="-79"/>
              </a:defRPr>
            </a:lvl1pPr>
          </a:lstStyle>
          <a:p>
            <a:r>
              <a:rPr lang="it-IT"/>
              <a:t>Fare clic per modificare lo stile del titolo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800">
                <a:latin typeface="+mj-lt"/>
              </a:defRPr>
            </a:lvl1pPr>
          </a:lstStyle>
          <a:p>
            <a:pPr lvl="0"/>
            <a:r>
              <a:rPr lang="it-IT" dirty="0"/>
              <a:t>Fare clic per modificare stili del testo dello schema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noFill/>
        </p:spPr>
        <p:txBody>
          <a:bodyPr vert="horz" lIns="72000" tIns="0" rIns="72000" bIns="0" rtlCol="0" anchor="ctr">
            <a:normAutofit/>
          </a:bodyPr>
          <a:lstStyle>
            <a:lvl1pPr>
              <a:defRPr lang="it-IT" sz="3200" spc="-100">
                <a:latin typeface="+mj-lt"/>
              </a:defRPr>
            </a:lvl1pPr>
          </a:lstStyle>
          <a:p>
            <a:pPr lvl="0"/>
            <a:r>
              <a:rPr lang="it-IT"/>
              <a:t>Fare clic per modificare lo stile del titolo</a:t>
            </a:r>
          </a:p>
        </p:txBody>
      </p:sp>
    </p:spTree>
    <p:extLst>
      <p:ext uri="{BB962C8B-B14F-4D97-AF65-F5344CB8AC3E}">
        <p14:creationId xmlns:p14="http://schemas.microsoft.com/office/powerpoint/2010/main" val="3297842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0286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2"/>
          <p:cNvSpPr/>
          <p:nvPr userDrawn="1"/>
        </p:nvSpPr>
        <p:spPr bwMode="auto">
          <a:xfrm>
            <a:off x="7920372" y="4785996"/>
            <a:ext cx="1008112" cy="330501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/>
            </a:solidFill>
            <a:round/>
            <a:headEnd/>
            <a:tailEnd/>
          </a:ln>
          <a:effectLst/>
        </p:spPr>
        <p:txBody>
          <a:bodyPr lIns="17999" tIns="10799" rIns="17999" bIns="10799" rtlCol="0" anchor="ctr"/>
          <a:lstStyle/>
          <a:p>
            <a:pPr algn="ctr" eaLnBrk="0" hangingPunct="0">
              <a:lnSpc>
                <a:spcPct val="80000"/>
              </a:lnSpc>
              <a:spcBef>
                <a:spcPct val="20000"/>
              </a:spcBef>
              <a:buClr>
                <a:srgbClr val="A71930"/>
              </a:buClr>
            </a:pPr>
            <a:endParaRPr lang="it-IT" sz="16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13151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uota bian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0096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uota grigia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49730CC1-8448-454E-BAE4-E4BA381482E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4480" y="4876005"/>
            <a:ext cx="648000" cy="209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Vuota grigia">
    <p:bg>
      <p:bgPr>
        <a:solidFill>
          <a:srgbClr val="C2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651C3C6E-CAB6-4C30-9D30-1D07218E31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4480" y="4876005"/>
            <a:ext cx="648000" cy="20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669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Vuota grigia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38925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251520" y="843907"/>
            <a:ext cx="4244280" cy="3888083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defRPr sz="2400"/>
            </a:lvl1pPr>
            <a:lvl2pPr>
              <a:lnSpc>
                <a:spcPct val="80000"/>
              </a:lnSpc>
              <a:spcAft>
                <a:spcPts val="600"/>
              </a:spcAft>
              <a:defRPr sz="2000"/>
            </a:lvl2pPr>
            <a:lvl3pPr>
              <a:lnSpc>
                <a:spcPct val="80000"/>
              </a:lnSpc>
              <a:spcAft>
                <a:spcPts val="600"/>
              </a:spcAft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dirty="0"/>
              <a:t>Fare clic per modificare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</p:txBody>
      </p:sp>
      <p:sp>
        <p:nvSpPr>
          <p:cNvPr id="6" name="Segnaposto contenuto 2">
            <a:extLst>
              <a:ext uri="{FF2B5EF4-FFF2-40B4-BE49-F238E27FC236}">
                <a16:creationId xmlns:a16="http://schemas.microsoft.com/office/drawing/2014/main" id="{7CE2DB01-18FE-B251-C2FD-A620A62AC64D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651666" y="843558"/>
            <a:ext cx="4244280" cy="3888083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defRPr sz="2400"/>
            </a:lvl1pPr>
            <a:lvl2pPr>
              <a:lnSpc>
                <a:spcPct val="80000"/>
              </a:lnSpc>
              <a:spcAft>
                <a:spcPts val="600"/>
              </a:spcAft>
              <a:defRPr sz="2000"/>
            </a:lvl2pPr>
            <a:lvl3pPr>
              <a:lnSpc>
                <a:spcPct val="80000"/>
              </a:lnSpc>
              <a:spcAft>
                <a:spcPts val="600"/>
              </a:spcAft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dirty="0"/>
              <a:t>Fare clic per modificare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</p:txBody>
      </p:sp>
    </p:spTree>
    <p:extLst>
      <p:ext uri="{BB962C8B-B14F-4D97-AF65-F5344CB8AC3E}">
        <p14:creationId xmlns:p14="http://schemas.microsoft.com/office/powerpoint/2010/main" val="25570309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31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C20E1A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 hasCustomPrompt="1"/>
          </p:nvPr>
        </p:nvSpPr>
        <p:spPr>
          <a:xfrm>
            <a:off x="251520" y="843558"/>
            <a:ext cx="4245868" cy="679586"/>
          </a:xfrm>
        </p:spPr>
        <p:txBody>
          <a:bodyPr anchor="t"/>
          <a:lstStyle>
            <a:lvl1pPr marL="0" indent="0">
              <a:lnSpc>
                <a:spcPct val="80000"/>
              </a:lnSpc>
              <a:spcBef>
                <a:spcPts val="50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 hasCustomPrompt="1"/>
          </p:nvPr>
        </p:nvSpPr>
        <p:spPr>
          <a:xfrm>
            <a:off x="251520" y="1631156"/>
            <a:ext cx="4245868" cy="3073831"/>
          </a:xfrm>
        </p:spPr>
        <p:txBody>
          <a:bodyPr/>
          <a:lstStyle>
            <a:lvl1pPr marL="268288" indent="-268288" defTabSz="792000">
              <a:lnSpc>
                <a:spcPct val="80000"/>
              </a:lnSpc>
              <a:spcBef>
                <a:spcPts val="0"/>
              </a:spcBef>
              <a:spcAft>
                <a:spcPts val="500"/>
              </a:spcAft>
              <a:defRPr sz="2400"/>
            </a:lvl1pPr>
            <a:lvl2pPr marL="268288" indent="-268288" defTabSz="792000">
              <a:defRPr sz="2000"/>
            </a:lvl2pPr>
            <a:lvl3pPr marL="538163" indent="-182563" defTabSz="792000">
              <a:lnSpc>
                <a:spcPct val="80000"/>
              </a:lnSpc>
              <a:spcBef>
                <a:spcPts val="0"/>
              </a:spcBef>
              <a:spcAft>
                <a:spcPts val="500"/>
              </a:spcAft>
              <a:defRPr sz="1800"/>
            </a:lvl3pPr>
            <a:lvl4pPr marL="625475" indent="0">
              <a:buNone/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dirty="0"/>
              <a:t>Fare clic per modificare stili del testo dello schema</a:t>
            </a:r>
          </a:p>
          <a:p>
            <a:pPr lvl="2"/>
            <a:r>
              <a:rPr lang="it-IT" dirty="0"/>
              <a:t>Secondo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 hasCustomPrompt="1"/>
          </p:nvPr>
        </p:nvSpPr>
        <p:spPr>
          <a:xfrm>
            <a:off x="4645026" y="843558"/>
            <a:ext cx="4211451" cy="679586"/>
          </a:xfrm>
        </p:spPr>
        <p:txBody>
          <a:bodyPr anchor="t">
            <a:noAutofit/>
          </a:bodyPr>
          <a:lstStyle>
            <a:lvl1pPr marL="0" indent="0">
              <a:lnSpc>
                <a:spcPct val="80000"/>
              </a:lnSpc>
              <a:spcBef>
                <a:spcPts val="500"/>
              </a:spcBef>
              <a:buNone/>
              <a:defRPr lang="it-IT" sz="2400" b="1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 hasCustomPrompt="1"/>
          </p:nvPr>
        </p:nvSpPr>
        <p:spPr>
          <a:xfrm>
            <a:off x="4645026" y="1631156"/>
            <a:ext cx="4247455" cy="3100834"/>
          </a:xfrm>
        </p:spPr>
        <p:txBody>
          <a:bodyPr/>
          <a:lstStyle>
            <a:lvl1pPr marL="268288" indent="-268288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defRPr sz="2400"/>
            </a:lvl1pPr>
            <a:lvl2pPr marL="538163" indent="-182563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dirty="0"/>
              <a:t>Fare clic per modificare stili del testo dello schema</a:t>
            </a:r>
          </a:p>
          <a:p>
            <a:pPr lvl="1"/>
            <a:r>
              <a:rPr lang="it-IT" dirty="0"/>
              <a:t>Secondo livello</a:t>
            </a:r>
          </a:p>
        </p:txBody>
      </p:sp>
    </p:spTree>
    <p:extLst>
      <p:ext uri="{BB962C8B-B14F-4D97-AF65-F5344CB8AC3E}">
        <p14:creationId xmlns:p14="http://schemas.microsoft.com/office/powerpoint/2010/main" val="42763150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31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1"/>
          <p:cNvSpPr txBox="1">
            <a:spLocks/>
          </p:cNvSpPr>
          <p:nvPr userDrawn="1"/>
        </p:nvSpPr>
        <p:spPr>
          <a:xfrm>
            <a:off x="1828800" y="3600450"/>
            <a:ext cx="5486400" cy="425054"/>
          </a:xfrm>
          <a:prstGeom prst="rect">
            <a:avLst/>
          </a:prstGeom>
          <a:noFill/>
        </p:spPr>
        <p:txBody>
          <a:bodyPr vert="horz" lIns="72000" tIns="0" rIns="72000" bIns="0" rtlCol="0" anchor="b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it-IT" sz="2000" b="1" kern="1200" cap="all" spc="-100" baseline="0">
                <a:solidFill>
                  <a:schemeClr val="accent2"/>
                </a:solidFill>
                <a:latin typeface="+mj-lt"/>
                <a:ea typeface="+mj-ea"/>
                <a:cs typeface="Aharoni" panose="02010803020104030203" pitchFamily="2" charset="-79"/>
              </a:defRPr>
            </a:lvl1pPr>
          </a:lstStyle>
          <a:p>
            <a:r>
              <a:rPr lang="it-IT" spc="0" dirty="0">
                <a:solidFill>
                  <a:srgbClr val="C20E1A"/>
                </a:solidFill>
              </a:rPr>
              <a:t>Fare clic per modificare lo stile del titolo</a:t>
            </a:r>
          </a:p>
        </p:txBody>
      </p:sp>
      <p:sp>
        <p:nvSpPr>
          <p:cNvPr id="4" name="Segnaposto immagine 2"/>
          <p:cNvSpPr>
            <a:spLocks noGrp="1"/>
          </p:cNvSpPr>
          <p:nvPr>
            <p:ph type="pic" idx="1"/>
          </p:nvPr>
        </p:nvSpPr>
        <p:spPr>
          <a:xfrm>
            <a:off x="1828800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</a:p>
        </p:txBody>
      </p:sp>
      <p:sp>
        <p:nvSpPr>
          <p:cNvPr id="5" name="Segnaposto testo 3"/>
          <p:cNvSpPr>
            <a:spLocks noGrp="1"/>
          </p:cNvSpPr>
          <p:nvPr>
            <p:ph type="body" sz="half" idx="2"/>
          </p:nvPr>
        </p:nvSpPr>
        <p:spPr>
          <a:xfrm>
            <a:off x="1828800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35298437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C20E1A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8"/>
          <p:cNvSpPr>
            <a:spLocks noGrp="1"/>
          </p:cNvSpPr>
          <p:nvPr>
            <p:ph type="pic" sz="quarter" idx="10"/>
          </p:nvPr>
        </p:nvSpPr>
        <p:spPr>
          <a:xfrm>
            <a:off x="251606" y="843818"/>
            <a:ext cx="2880234" cy="2187243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it-IT" dirty="0"/>
              <a:t>Fare clic sull'icona per inserire un'immagine</a:t>
            </a:r>
          </a:p>
        </p:txBody>
      </p:sp>
      <p:sp>
        <p:nvSpPr>
          <p:cNvPr id="4" name="Segnaposto contenuto 10"/>
          <p:cNvSpPr>
            <a:spLocks noGrp="1"/>
          </p:cNvSpPr>
          <p:nvPr>
            <p:ph sz="quarter" idx="11"/>
          </p:nvPr>
        </p:nvSpPr>
        <p:spPr>
          <a:xfrm>
            <a:off x="3419475" y="843558"/>
            <a:ext cx="5473700" cy="3780234"/>
          </a:xfrm>
        </p:spPr>
        <p:txBody>
          <a:bodyPr>
            <a:normAutofit/>
          </a:bodyPr>
          <a:lstStyle>
            <a:lvl1pPr>
              <a:buClr>
                <a:srgbClr val="C20E1A"/>
              </a:buClr>
              <a:defRPr sz="2400"/>
            </a:lvl1pPr>
            <a:lvl2pPr>
              <a:buClr>
                <a:srgbClr val="C20E1A"/>
              </a:buClr>
              <a:defRPr sz="2000"/>
            </a:lvl2pPr>
            <a:lvl3pPr>
              <a:buClr>
                <a:srgbClr val="C20E1A"/>
              </a:buClr>
              <a:defRPr sz="1800"/>
            </a:lvl3pPr>
          </a:lstStyle>
          <a:p>
            <a:pPr lvl="0"/>
            <a:r>
              <a:rPr lang="it-IT" dirty="0"/>
              <a:t>Fare clic per modificare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</p:txBody>
      </p:sp>
    </p:spTree>
    <p:extLst>
      <p:ext uri="{BB962C8B-B14F-4D97-AF65-F5344CB8AC3E}">
        <p14:creationId xmlns:p14="http://schemas.microsoft.com/office/powerpoint/2010/main" val="20853604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31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C20E1A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5"/>
          <p:cNvSpPr>
            <a:spLocks noGrp="1"/>
          </p:cNvSpPr>
          <p:nvPr>
            <p:ph type="pic" sz="quarter" idx="10"/>
          </p:nvPr>
        </p:nvSpPr>
        <p:spPr>
          <a:xfrm>
            <a:off x="250825" y="843558"/>
            <a:ext cx="5041901" cy="378068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it-IT"/>
              <a:t>Fare clic sull'icona per inserire un'immagine</a:t>
            </a:r>
          </a:p>
        </p:txBody>
      </p:sp>
      <p:sp>
        <p:nvSpPr>
          <p:cNvPr id="4" name="Segnaposto contenuto 7"/>
          <p:cNvSpPr>
            <a:spLocks noGrp="1"/>
          </p:cNvSpPr>
          <p:nvPr>
            <p:ph sz="quarter" idx="11"/>
          </p:nvPr>
        </p:nvSpPr>
        <p:spPr>
          <a:xfrm>
            <a:off x="5472113" y="843558"/>
            <a:ext cx="3421062" cy="3753677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40777541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31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testo 2"/>
          <p:cNvSpPr>
            <a:spLocks noGrp="1"/>
          </p:cNvSpPr>
          <p:nvPr>
            <p:ph type="body" idx="1"/>
          </p:nvPr>
        </p:nvSpPr>
        <p:spPr>
          <a:xfrm>
            <a:off x="254980" y="2180035"/>
            <a:ext cx="8638195" cy="1125140"/>
          </a:xfrm>
        </p:spPr>
        <p:txBody>
          <a:bodyPr anchor="b"/>
          <a:lstStyle>
            <a:lvl1pPr marL="0" indent="0">
              <a:buNone/>
              <a:defRPr sz="2000">
                <a:latin typeface="+mj-lt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testo 5"/>
          <p:cNvSpPr>
            <a:spLocks noGrp="1"/>
          </p:cNvSpPr>
          <p:nvPr>
            <p:ph type="body" sz="quarter" idx="10" hasCustomPrompt="1"/>
          </p:nvPr>
        </p:nvSpPr>
        <p:spPr>
          <a:xfrm>
            <a:off x="228600" y="3399842"/>
            <a:ext cx="8686800" cy="1062621"/>
          </a:xfr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spcBef>
                <a:spcPts val="300"/>
              </a:spcBef>
              <a:buNone/>
              <a:defRPr sz="4000" baseline="0">
                <a:solidFill>
                  <a:srgbClr val="C20E1A"/>
                </a:solidFill>
                <a:latin typeface="+mj-lt"/>
              </a:defRPr>
            </a:lvl1pPr>
            <a:lvl2pPr>
              <a:defRPr sz="4000">
                <a:solidFill>
                  <a:srgbClr val="C00000"/>
                </a:solidFill>
                <a:latin typeface="Arial Narrow" panose="020B0606020202030204" pitchFamily="34" charset="0"/>
              </a:defRPr>
            </a:lvl2pPr>
            <a:lvl3pPr>
              <a:defRPr sz="4000">
                <a:solidFill>
                  <a:srgbClr val="C00000"/>
                </a:solidFill>
                <a:latin typeface="Arial Narrow" panose="020B0606020202030204" pitchFamily="34" charset="0"/>
              </a:defRPr>
            </a:lvl3pPr>
            <a:lvl4pPr>
              <a:defRPr sz="4000">
                <a:solidFill>
                  <a:srgbClr val="C00000"/>
                </a:solidFill>
                <a:latin typeface="Arial Narrow" panose="020B0606020202030204" pitchFamily="34" charset="0"/>
              </a:defRPr>
            </a:lvl4pPr>
            <a:lvl5pPr>
              <a:defRPr sz="4000">
                <a:solidFill>
                  <a:srgbClr val="C00000"/>
                </a:solidFill>
                <a:latin typeface="Arial Narrow" panose="020B0606020202030204" pitchFamily="34" charset="0"/>
              </a:defRPr>
            </a:lvl5pPr>
          </a:lstStyle>
          <a:p>
            <a:pPr lvl="0"/>
            <a:r>
              <a:rPr lang="it-IT" dirty="0"/>
              <a:t>Fare clic per modificare il testo</a:t>
            </a:r>
          </a:p>
        </p:txBody>
      </p:sp>
    </p:spTree>
    <p:extLst>
      <p:ext uri="{BB962C8B-B14F-4D97-AF65-F5344CB8AC3E}">
        <p14:creationId xmlns:p14="http://schemas.microsoft.com/office/powerpoint/2010/main" val="1834830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58" userDrawn="1">
          <p15:clr>
            <a:srgbClr val="FBAE40"/>
          </p15:clr>
        </p15:guide>
        <p15:guide id="2" pos="5602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ius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testo 5"/>
          <p:cNvSpPr>
            <a:spLocks noGrp="1"/>
          </p:cNvSpPr>
          <p:nvPr>
            <p:ph type="body" sz="quarter" idx="10" hasCustomPrompt="1"/>
          </p:nvPr>
        </p:nvSpPr>
        <p:spPr>
          <a:xfrm>
            <a:off x="683419" y="2004418"/>
            <a:ext cx="7777162" cy="1134665"/>
          </a:xfrm>
        </p:spPr>
        <p:txBody>
          <a:bodyPr anchor="ctr">
            <a:noAutofit/>
          </a:bodyPr>
          <a:lstStyle>
            <a:lvl1pPr marL="0" indent="0" algn="ctr">
              <a:buNone/>
              <a:defRPr sz="4000" baseline="0">
                <a:solidFill>
                  <a:srgbClr val="C20E1A"/>
                </a:solidFill>
                <a:latin typeface="+mj-lt"/>
              </a:defRPr>
            </a:lvl1pPr>
            <a:lvl2pPr>
              <a:defRPr sz="4000">
                <a:solidFill>
                  <a:srgbClr val="C00000"/>
                </a:solidFill>
                <a:latin typeface="Arial Narrow" panose="020B0606020202030204" pitchFamily="34" charset="0"/>
              </a:defRPr>
            </a:lvl2pPr>
            <a:lvl3pPr>
              <a:defRPr sz="4000">
                <a:solidFill>
                  <a:srgbClr val="C00000"/>
                </a:solidFill>
                <a:latin typeface="Arial Narrow" panose="020B0606020202030204" pitchFamily="34" charset="0"/>
              </a:defRPr>
            </a:lvl3pPr>
            <a:lvl4pPr>
              <a:defRPr sz="4000">
                <a:solidFill>
                  <a:srgbClr val="C00000"/>
                </a:solidFill>
                <a:latin typeface="Arial Narrow" panose="020B0606020202030204" pitchFamily="34" charset="0"/>
              </a:defRPr>
            </a:lvl4pPr>
            <a:lvl5pPr>
              <a:defRPr sz="4000">
                <a:solidFill>
                  <a:srgbClr val="C00000"/>
                </a:solidFill>
                <a:latin typeface="Arial Narrow" panose="020B0606020202030204" pitchFamily="34" charset="0"/>
              </a:defRPr>
            </a:lvl5pPr>
          </a:lstStyle>
          <a:p>
            <a:pPr lvl="0"/>
            <a:r>
              <a:rPr lang="it-IT" dirty="0"/>
              <a:t>Fare clic per modificare il testo</a:t>
            </a:r>
          </a:p>
        </p:txBody>
      </p:sp>
    </p:spTree>
    <p:extLst>
      <p:ext uri="{BB962C8B-B14F-4D97-AF65-F5344CB8AC3E}">
        <p14:creationId xmlns:p14="http://schemas.microsoft.com/office/powerpoint/2010/main" val="33774075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iusa-red">
    <p:bg>
      <p:bgPr>
        <a:gradFill>
          <a:gsLst>
            <a:gs pos="50000">
              <a:srgbClr val="C20E1A"/>
            </a:gs>
            <a:gs pos="100000">
              <a:srgbClr val="C20E1A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0" y="1802165"/>
            <a:ext cx="9144000" cy="1539171"/>
          </a:xfrm>
          <a:noFill/>
        </p:spPr>
        <p:txBody>
          <a:bodyPr lIns="0" tIns="0" rIns="0" anchor="ctr" anchorCtr="0">
            <a:noAutofit/>
          </a:bodyPr>
          <a:lstStyle>
            <a:lvl1pPr algn="ctr">
              <a:defRPr sz="4000" b="1" i="0" u="none" spc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Aharoni" panose="02010803020104030203" pitchFamily="2" charset="-79"/>
              </a:defRPr>
            </a:lvl1pPr>
          </a:lstStyle>
          <a:p>
            <a:endParaRPr lang="it-IT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66211A20-8BD2-428E-B8D0-2B7CC38EC94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2000" y="4806000"/>
            <a:ext cx="720000" cy="232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6526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8998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251520" y="189000"/>
            <a:ext cx="8640960" cy="540000"/>
          </a:xfrm>
          <a:prstGeom prst="rect">
            <a:avLst/>
          </a:prstGeom>
          <a:noFill/>
        </p:spPr>
        <p:txBody>
          <a:bodyPr vert="horz" lIns="72000" tIns="0" rIns="72000" bIns="0" rtlCol="0" anchor="ctr">
            <a:normAutofit/>
          </a:bodyPr>
          <a:lstStyle/>
          <a:p>
            <a:pPr lvl="0"/>
            <a:r>
              <a:rPr lang="it-IT" dirty="0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251520" y="789552"/>
            <a:ext cx="8640960" cy="3942438"/>
          </a:xfrm>
          <a:prstGeom prst="rect">
            <a:avLst/>
          </a:prstGeom>
        </p:spPr>
        <p:txBody>
          <a:bodyPr vert="horz" lIns="72000" tIns="45720" rIns="72000" bIns="45720" rtlCol="0">
            <a:normAutofit/>
          </a:bodyPr>
          <a:lstStyle/>
          <a:p>
            <a:pPr lvl="0"/>
            <a:r>
              <a:rPr lang="it-IT" dirty="0"/>
              <a:t>Fare clic per modificare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</p:txBody>
      </p:sp>
      <p:sp>
        <p:nvSpPr>
          <p:cNvPr id="6" name="Rettangolo 5"/>
          <p:cNvSpPr/>
          <p:nvPr/>
        </p:nvSpPr>
        <p:spPr>
          <a:xfrm flipH="1">
            <a:off x="251520" y="0"/>
            <a:ext cx="8640960" cy="60471"/>
          </a:xfrm>
          <a:prstGeom prst="rect">
            <a:avLst/>
          </a:prstGeom>
          <a:solidFill>
            <a:srgbClr val="C20E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it-IT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33B43FE0-31EE-4180-A175-2543E30BE8A6}"/>
              </a:ext>
            </a:extLst>
          </p:cNvPr>
          <p:cNvPicPr>
            <a:picLocks noChangeAspect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2000" y="4806000"/>
            <a:ext cx="720000" cy="23222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677" r:id="rId2"/>
    <p:sldLayoutId id="2147483703" r:id="rId3"/>
    <p:sldLayoutId id="2147483710" r:id="rId4"/>
    <p:sldLayoutId id="2147483717" r:id="rId5"/>
    <p:sldLayoutId id="2147483708" r:id="rId6"/>
    <p:sldLayoutId id="2147483683" r:id="rId7"/>
    <p:sldLayoutId id="2147483721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8" r:id="rId15"/>
    <p:sldLayoutId id="2147483719" r:id="rId16"/>
    <p:sldLayoutId id="2147483720" r:id="rId17"/>
    <p:sldLayoutId id="2147483724" r:id="rId18"/>
  </p:sldLayoutIdLst>
  <p:txStyles>
    <p:titleStyle>
      <a:lvl1pPr algn="l" defTabSz="914400" rtl="0" eaLnBrk="1" latinLnBrk="0" hangingPunct="1">
        <a:spcBef>
          <a:spcPct val="0"/>
        </a:spcBef>
        <a:buNone/>
        <a:defRPr lang="it-IT" sz="3200" b="0" kern="1200" cap="all" spc="-100" baseline="0" dirty="0">
          <a:solidFill>
            <a:srgbClr val="C20E1A"/>
          </a:solidFill>
          <a:latin typeface="+mj-lt"/>
          <a:ea typeface="+mj-ea"/>
          <a:cs typeface="Aharoni" panose="02010803020104030203" pitchFamily="2" charset="-79"/>
        </a:defRPr>
      </a:lvl1pPr>
    </p:titleStyle>
    <p:bodyStyle>
      <a:lvl1pPr marL="361950" indent="-361950" algn="l" defTabSz="914400" rtl="0" eaLnBrk="1" latinLnBrk="0" hangingPunct="1">
        <a:spcBef>
          <a:spcPct val="20000"/>
        </a:spcBef>
        <a:buClr>
          <a:srgbClr val="C20E1A"/>
        </a:buClr>
        <a:buFont typeface="Arial" panose="020B0604020202020204" pitchFamily="34" charset="0"/>
        <a:buChar char="•"/>
        <a:defRPr lang="it-IT" sz="2800" kern="1200" dirty="0" smtClean="0">
          <a:solidFill>
            <a:schemeClr val="tx1"/>
          </a:solidFill>
          <a:latin typeface="+mj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C20E1A"/>
        </a:buClr>
        <a:buFont typeface="Arial" panose="020B0604020202020204" pitchFamily="34" charset="0"/>
        <a:buChar char="•"/>
        <a:defRPr lang="it-IT" sz="2400" kern="1200" dirty="0" smtClean="0">
          <a:solidFill>
            <a:schemeClr val="tx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C20E1A"/>
        </a:buClr>
        <a:buFont typeface="Arial" panose="020B0604020202020204" pitchFamily="34" charset="0"/>
        <a:buChar char="•"/>
        <a:defRPr lang="it-IT" sz="2000" kern="1200" dirty="0" smtClean="0">
          <a:solidFill>
            <a:schemeClr val="tx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0000">
              <a:srgbClr val="C20E1A"/>
            </a:gs>
            <a:gs pos="100000">
              <a:srgbClr val="C20E1A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ottotitolo 6">
            <a:extLst>
              <a:ext uri="{FF2B5EF4-FFF2-40B4-BE49-F238E27FC236}">
                <a16:creationId xmlns:a16="http://schemas.microsoft.com/office/drawing/2014/main" id="{202B71B1-14B4-3B1A-B56D-A2CE7F9978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it-IT" dirty="0"/>
              <a:t>Definizione vincoli</a:t>
            </a:r>
          </a:p>
        </p:txBody>
      </p:sp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914F1CCD-6988-40EB-8723-4DA12218919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</a:t>
            </a:r>
            <a:r>
              <a:rPr lang="en-US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regole</a:t>
            </a: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</a:t>
            </a:r>
            <a:r>
              <a:rPr lang="en-US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integrità</a:t>
            </a: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</a:t>
            </a: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il database </a:t>
            </a:r>
            <a:r>
              <a:rPr lang="en-US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</a:t>
            </a: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dirty="0"/>
          </a:p>
        </p:txBody>
      </p:sp>
      <p:sp>
        <p:nvSpPr>
          <p:cNvPr id="9" name="Segnaposto testo 8">
            <a:extLst>
              <a:ext uri="{FF2B5EF4-FFF2-40B4-BE49-F238E27FC236}">
                <a16:creationId xmlns:a16="http://schemas.microsoft.com/office/drawing/2014/main" id="{1E89FAF0-C089-69A2-9B3F-4856401EFAC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it-IT" dirty="0"/>
              <a:t>Luca Murzio</a:t>
            </a:r>
          </a:p>
        </p:txBody>
      </p:sp>
      <p:pic>
        <p:nvPicPr>
          <p:cNvPr id="4" name="Elemento grafico 3">
            <a:extLst>
              <a:ext uri="{FF2B5EF4-FFF2-40B4-BE49-F238E27FC236}">
                <a16:creationId xmlns:a16="http://schemas.microsoft.com/office/drawing/2014/main" id="{94975818-5F77-CDA3-C7A8-B948528764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5536" y="376363"/>
            <a:ext cx="971249" cy="971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2201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BCF11E5-C10D-D44C-0194-64FF27C38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agenda</a:t>
            </a:r>
          </a:p>
        </p:txBody>
      </p:sp>
      <p:graphicFrame>
        <p:nvGraphicFramePr>
          <p:cNvPr id="5" name="Segnaposto contenuto 4">
            <a:extLst>
              <a:ext uri="{FF2B5EF4-FFF2-40B4-BE49-F238E27FC236}">
                <a16:creationId xmlns:a16="http://schemas.microsoft.com/office/drawing/2014/main" id="{6BFF772B-8A15-9994-B0EE-F4836F067C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18549955"/>
              </p:ext>
            </p:extLst>
          </p:nvPr>
        </p:nvGraphicFramePr>
        <p:xfrm>
          <a:off x="250825" y="788988"/>
          <a:ext cx="8642350" cy="39433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5401665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A880B918-0CF5-735A-BA31-CEE0BB4872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802165"/>
            <a:ext cx="9144000" cy="1539171"/>
          </a:xfrm>
        </p:spPr>
        <p:txBody>
          <a:bodyPr anchor="ctr"/>
          <a:lstStyle/>
          <a:p>
            <a:r>
              <a:rPr lang="it-IT" sz="3800" spc="0" dirty="0"/>
              <a:t>A cosa servono i vincoli</a:t>
            </a:r>
          </a:p>
        </p:txBody>
      </p:sp>
    </p:spTree>
    <p:extLst>
      <p:ext uri="{BB962C8B-B14F-4D97-AF65-F5344CB8AC3E}">
        <p14:creationId xmlns:p14="http://schemas.microsoft.com/office/powerpoint/2010/main" val="27604704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42900" y="205740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dirty="0">
                <a:solidFill>
                  <a:srgbClr val="C2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COSA SERVONO I VINCOLI</a:t>
            </a:r>
            <a:endParaRPr lang="en-US" sz="2800" dirty="0">
              <a:solidFill>
                <a:srgbClr val="C20E1A"/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411480" y="1028700"/>
            <a:ext cx="4046220" cy="349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3050" indent="-273050">
              <a:spcAft>
                <a:spcPts val="1200"/>
              </a:spcAft>
              <a:buClr>
                <a:srgbClr val="C20E1A"/>
              </a:buClr>
              <a:buSzPct val="100000"/>
              <a:buChar char="•"/>
            </a:pPr>
            <a:r>
              <a:rPr lang="en-US" dirty="0" err="1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Integrità</a:t>
            </a:r>
            <a:endParaRPr lang="en-US" dirty="0">
              <a:solidFill>
                <a:srgbClr val="1A1A1A"/>
              </a:solidFill>
              <a:ea typeface="Calibri" pitchFamily="34" charset="-122"/>
              <a:cs typeface="Calibri" pitchFamily="34" charset="-120"/>
            </a:endParaRPr>
          </a:p>
          <a:p>
            <a:pPr marL="273050" indent="-273050">
              <a:spcAft>
                <a:spcPts val="1200"/>
              </a:spcAft>
              <a:buClr>
                <a:srgbClr val="C20E1A"/>
              </a:buClr>
              <a:buSzPct val="100000"/>
              <a:buChar char="•"/>
            </a:pPr>
            <a:r>
              <a:rPr lang="en-US" dirty="0" err="1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Controllo</a:t>
            </a:r>
            <a:r>
              <a:rPr lang="en-US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nel</a:t>
            </a:r>
            <a:r>
              <a:rPr lang="en-US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codice</a:t>
            </a:r>
            <a:r>
              <a:rPr lang="en-US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 non è </a:t>
            </a:r>
            <a:r>
              <a:rPr lang="en-US" dirty="0" err="1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condiviso</a:t>
            </a:r>
            <a:endParaRPr lang="en-US" dirty="0"/>
          </a:p>
          <a:p>
            <a:pPr marL="273050" indent="-273050">
              <a:spcAft>
                <a:spcPts val="1200"/>
              </a:spcAft>
              <a:buClr>
                <a:srgbClr val="C20E1A"/>
              </a:buClr>
              <a:buSzPct val="100000"/>
              <a:buChar char="•"/>
            </a:pPr>
            <a:r>
              <a:rPr lang="en-US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Il vincolo è </a:t>
            </a:r>
            <a:r>
              <a:rPr lang="en-US" dirty="0" err="1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dichiarativo</a:t>
            </a:r>
            <a:endParaRPr lang="en-US" dirty="0"/>
          </a:p>
          <a:p>
            <a:pPr marL="273050" indent="-273050">
              <a:spcAft>
                <a:spcPts val="1200"/>
              </a:spcAft>
              <a:buClr>
                <a:srgbClr val="C20E1A"/>
              </a:buClr>
              <a:buSzPct val="100000"/>
              <a:buChar char="•"/>
            </a:pPr>
            <a:r>
              <a:rPr lang="en-US" dirty="0" err="1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Vincolo</a:t>
            </a:r>
            <a:r>
              <a:rPr lang="en-US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 = punto di </a:t>
            </a:r>
            <a:r>
              <a:rPr lang="en-US" dirty="0" err="1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verità</a:t>
            </a:r>
            <a:endParaRPr lang="en-US" dirty="0"/>
          </a:p>
          <a:p>
            <a:pPr marL="273050" indent="-273050">
              <a:spcAft>
                <a:spcPts val="1200"/>
              </a:spcAft>
              <a:buClr>
                <a:srgbClr val="C20E1A"/>
              </a:buClr>
              <a:buSzPct val="100000"/>
              <a:buChar char="•"/>
            </a:pPr>
            <a:r>
              <a:rPr lang="en-US" dirty="0" err="1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Vincolo</a:t>
            </a:r>
            <a:r>
              <a:rPr lang="en-US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 è </a:t>
            </a:r>
            <a:r>
              <a:rPr lang="en-US" dirty="0" err="1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informazione</a:t>
            </a:r>
            <a:r>
              <a:rPr lang="en-US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 per </a:t>
            </a:r>
            <a:r>
              <a:rPr lang="en-US" dirty="0" err="1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creazione</a:t>
            </a:r>
            <a:r>
              <a:rPr lang="en-US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piani</a:t>
            </a:r>
            <a:r>
              <a:rPr lang="en-US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 di </a:t>
            </a:r>
            <a:r>
              <a:rPr lang="en-US" dirty="0" err="1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esecuzione</a:t>
            </a:r>
            <a:endParaRPr lang="en-US" dirty="0"/>
          </a:p>
        </p:txBody>
      </p:sp>
      <p:pic>
        <p:nvPicPr>
          <p:cNvPr id="6" name="Image 1" descr="assets/diag_vincolo_guardia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1653" y="1289304"/>
            <a:ext cx="4183380" cy="29763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42900" y="205740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dirty="0">
                <a:solidFill>
                  <a:srgbClr val="C2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VINCOLO È UN CONTROLLORE DICHIARATO</a:t>
            </a:r>
            <a:endParaRPr lang="en-US" sz="2800" dirty="0">
              <a:solidFill>
                <a:srgbClr val="C20E1A"/>
              </a:solidFill>
            </a:endParaRPr>
          </a:p>
        </p:txBody>
      </p:sp>
      <p:pic>
        <p:nvPicPr>
          <p:cNvPr id="5" name="Image 1" descr="assets/illu_controllo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3628" y="768096"/>
            <a:ext cx="6480720" cy="270891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11480" y="3435846"/>
            <a:ext cx="2688336" cy="1337310"/>
          </a:xfrm>
          <a:prstGeom prst="roundRect">
            <a:avLst>
              <a:gd name="adj" fmla="val 7143"/>
            </a:avLst>
          </a:prstGeom>
          <a:solidFill>
            <a:srgbClr val="F7EAEC"/>
          </a:solidFill>
          <a:ln w="12700">
            <a:solidFill>
              <a:srgbClr val="EAD1D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3"/>
          <p:cNvSpPr/>
          <p:nvPr/>
        </p:nvSpPr>
        <p:spPr>
          <a:xfrm>
            <a:off x="562356" y="3483848"/>
            <a:ext cx="24003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C2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Dichiarato</a:t>
            </a:r>
            <a:endParaRPr lang="en-US" sz="1275" dirty="0"/>
          </a:p>
        </p:txBody>
      </p:sp>
      <p:sp>
        <p:nvSpPr>
          <p:cNvPr id="8" name="Text 4"/>
          <p:cNvSpPr/>
          <p:nvPr/>
        </p:nvSpPr>
        <p:spPr>
          <a:xfrm>
            <a:off x="562356" y="3737594"/>
            <a:ext cx="2400300" cy="850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regola si scrive una volta nella definizione della tabella. Nessuno deve ricordarsi di </a:t>
            </a:r>
            <a:r>
              <a:rPr lang="en-US" sz="14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chiamarla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3236976" y="3435846"/>
            <a:ext cx="2688336" cy="1337310"/>
          </a:xfrm>
          <a:prstGeom prst="roundRect">
            <a:avLst>
              <a:gd name="adj" fmla="val 7143"/>
            </a:avLst>
          </a:prstGeom>
          <a:solidFill>
            <a:srgbClr val="F7EAEC"/>
          </a:solidFill>
          <a:ln w="12700">
            <a:solidFill>
              <a:srgbClr val="EAD1D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6"/>
          <p:cNvSpPr/>
          <p:nvPr/>
        </p:nvSpPr>
        <p:spPr>
          <a:xfrm>
            <a:off x="3371850" y="3497564"/>
            <a:ext cx="24003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C2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in servizio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3371850" y="3751310"/>
            <a:ext cx="2400300" cy="850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Controlla ogni </a:t>
            </a:r>
            <a:r>
              <a:rPr lang="en-US" sz="14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riga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ad ogni INSERT e ad ogni UPDATE, da qualunque applicazione, job o sessione arrivi.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062472" y="3435846"/>
            <a:ext cx="2688336" cy="1337310"/>
          </a:xfrm>
          <a:prstGeom prst="roundRect">
            <a:avLst>
              <a:gd name="adj" fmla="val 7143"/>
            </a:avLst>
          </a:prstGeom>
          <a:solidFill>
            <a:srgbClr val="F7EAEC"/>
          </a:solidFill>
          <a:ln w="12700">
            <a:solidFill>
              <a:srgbClr val="EAD1D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9"/>
          <p:cNvSpPr/>
          <p:nvPr/>
        </p:nvSpPr>
        <p:spPr>
          <a:xfrm>
            <a:off x="6190808" y="3475747"/>
            <a:ext cx="24003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C2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Ferma, non corregge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190808" y="3729493"/>
            <a:ext cx="2400300" cy="850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vincolo rifiuta l'operazione e restituisce un errore. Decidere cosa fare della riga scartata tocca a chi scrive.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42900" y="205740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dirty="0">
                <a:solidFill>
                  <a:srgbClr val="C2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VINCOLI</a:t>
            </a:r>
            <a:endParaRPr lang="en-US" sz="2800" dirty="0">
              <a:solidFill>
                <a:srgbClr val="C20E1A"/>
              </a:solidFill>
            </a:endParaRPr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7487216"/>
              </p:ext>
            </p:extLst>
          </p:nvPr>
        </p:nvGraphicFramePr>
        <p:xfrm>
          <a:off x="411480" y="1028700"/>
          <a:ext cx="8298180" cy="2976372"/>
        </p:xfrm>
        <a:graphic>
          <a:graphicData uri="http://schemas.openxmlformats.org/drawingml/2006/table">
            <a:tbl>
              <a:tblPr/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05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631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51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Vincolo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Cosa garantisce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 un indice?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51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NULL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1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colonna ha sempre un valore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1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1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51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Valore predefinito se la colonna non è nella INSERT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51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KEY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1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Identifica la riga: unica e NOT NULL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1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 err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Sì</a:t>
                      </a: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clustered per default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1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51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Nessun duplicato; ammette un solo NULL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 err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Sì</a:t>
                      </a: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non clustered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51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FOREIGN KEY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1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 valore esiste nella tabella referenziata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1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No, va creato a mano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1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51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 </a:t>
                      </a:r>
                      <a:r>
                        <a:rPr lang="en-US" sz="1400" dirty="0" err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valore</a:t>
                      </a: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400" dirty="0" err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rispetta</a:t>
                      </a: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400" dirty="0" err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</a:t>
                      </a: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condizione booleana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9452CF-7C65-7F97-3EDE-C4C408E5D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AFC48204-1081-75B2-B994-F1A7FCDECB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802165"/>
            <a:ext cx="9144000" cy="1539171"/>
          </a:xfrm>
        </p:spPr>
        <p:txBody>
          <a:bodyPr anchor="ctr"/>
          <a:lstStyle/>
          <a:p>
            <a:r>
              <a:rPr lang="it-IT" sz="3800" spc="0" dirty="0"/>
              <a:t>CHIAVI E UNICITA’</a:t>
            </a:r>
          </a:p>
        </p:txBody>
      </p:sp>
    </p:spTree>
    <p:extLst>
      <p:ext uri="{BB962C8B-B14F-4D97-AF65-F5344CB8AC3E}">
        <p14:creationId xmlns:p14="http://schemas.microsoft.com/office/powerpoint/2010/main" val="536465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42900" y="205740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dirty="0">
                <a:solidFill>
                  <a:srgbClr val="C2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NULL E DEFAULT</a:t>
            </a:r>
            <a:endParaRPr lang="en-US" sz="2800" dirty="0">
              <a:solidFill>
                <a:srgbClr val="C20E1A"/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411480" y="1028700"/>
            <a:ext cx="3909060" cy="349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3050" indent="-273050">
              <a:spcAft>
                <a:spcPts val="1050"/>
              </a:spcAft>
              <a:buClr>
                <a:srgbClr val="C20E1A"/>
              </a:buClr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NOT NULL </a:t>
            </a:r>
          </a:p>
          <a:p>
            <a:pPr marL="730250" lvl="2" indent="-273050">
              <a:spcAft>
                <a:spcPts val="1050"/>
              </a:spcAft>
              <a:buClr>
                <a:srgbClr val="C20E1A"/>
              </a:buClr>
              <a:buSzPct val="100000"/>
              <a:buChar char="•"/>
            </a:pPr>
            <a:r>
              <a:rPr lang="en-US" sz="2400" dirty="0" err="1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vincolo</a:t>
            </a:r>
            <a:r>
              <a:rPr lang="en-US" sz="2400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 più </a:t>
            </a:r>
            <a:r>
              <a:rPr lang="en-US" sz="2400" dirty="0" err="1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economico</a:t>
            </a:r>
            <a:r>
              <a:rPr lang="en-US" sz="2400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 </a:t>
            </a:r>
          </a:p>
          <a:p>
            <a:pPr marL="730250" lvl="2" indent="-273050">
              <a:spcAft>
                <a:spcPts val="1050"/>
              </a:spcAft>
              <a:buClr>
                <a:srgbClr val="C20E1A"/>
              </a:buClr>
              <a:buSzPct val="100000"/>
              <a:buChar char="•"/>
            </a:pPr>
            <a:r>
              <a:rPr lang="en-US" sz="2400" dirty="0" err="1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Semplifica</a:t>
            </a:r>
            <a:r>
              <a:rPr lang="en-US" sz="2400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gestione</a:t>
            </a:r>
            <a:r>
              <a:rPr lang="en-US" sz="2400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 NULL</a:t>
            </a:r>
          </a:p>
          <a:p>
            <a:pPr marL="273050" indent="-273050">
              <a:spcAft>
                <a:spcPts val="1050"/>
              </a:spcAft>
              <a:buClr>
                <a:srgbClr val="C20E1A"/>
              </a:buClr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DEFAULT interviene solo quando la colonna non compare </a:t>
            </a:r>
            <a:r>
              <a:rPr lang="en-US" sz="2400" dirty="0" err="1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nella</a:t>
            </a:r>
            <a:r>
              <a:rPr lang="en-US" sz="2400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 INSERT</a:t>
            </a:r>
            <a:endParaRPr lang="en-US" sz="2400"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CEA7ADF7-894F-8F14-E58A-6409215427CC}"/>
              </a:ext>
            </a:extLst>
          </p:cNvPr>
          <p:cNvSpPr txBox="1"/>
          <p:nvPr/>
        </p:nvSpPr>
        <p:spPr>
          <a:xfrm>
            <a:off x="4391980" y="1275606"/>
            <a:ext cx="4454840" cy="2844342"/>
          </a:xfrm>
          <a:prstGeom prst="rect">
            <a:avLst/>
          </a:prstGeom>
          <a:solidFill>
            <a:schemeClr val="tx1"/>
          </a:soli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vert="horz" lIns="72000" tIns="45720" rIns="72000" bIns="45720" rtlCol="0">
            <a:normAutofit/>
          </a:bodyPr>
          <a:lstStyle/>
          <a:p>
            <a:pPr>
              <a:lnSpc>
                <a:spcPct val="112000"/>
              </a:lnSpc>
            </a:pPr>
            <a:r>
              <a:rPr lang="en-US" sz="1600" b="1" dirty="0">
                <a:solidFill>
                  <a:srgbClr val="E0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>
                <a:solidFill>
                  <a:srgbClr val="E0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Vendite.Ordine</a:t>
            </a:r>
            <a:endParaRPr lang="en-US" sz="1600" dirty="0"/>
          </a:p>
          <a:p>
            <a:pPr>
              <a:lnSpc>
                <a:spcPct val="112000"/>
              </a:lnSpc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endParaRPr lang="en-US" sz="1600" dirty="0"/>
          </a:p>
          <a:p>
            <a:pPr>
              <a:lnSpc>
                <a:spcPct val="112000"/>
              </a:lnSpc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  <a:r>
              <a:rPr lang="en-US" sz="16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OrdineID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  <a:r>
              <a:rPr lang="en-US" sz="1600" b="1" dirty="0">
                <a:solidFill>
                  <a:srgbClr val="E0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</a:t>
            </a:r>
            <a:r>
              <a:rPr lang="en-US" sz="1600" b="1" dirty="0">
                <a:solidFill>
                  <a:srgbClr val="E0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>
                <a:solidFill>
                  <a:srgbClr val="E0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endParaRPr lang="en-US" sz="1600" dirty="0"/>
          </a:p>
          <a:p>
            <a:pPr>
              <a:lnSpc>
                <a:spcPct val="112000"/>
              </a:lnSpc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Stato           </a:t>
            </a:r>
            <a:r>
              <a:rPr lang="en-US" sz="1600" b="1" dirty="0">
                <a:solidFill>
                  <a:srgbClr val="E0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</a:t>
            </a:r>
            <a:r>
              <a:rPr lang="en-US" sz="1600" b="1" dirty="0">
                <a:solidFill>
                  <a:srgbClr val="E0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>
                <a:solidFill>
                  <a:srgbClr val="E0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sz="1600" dirty="0"/>
          </a:p>
          <a:p>
            <a:pPr>
              <a:lnSpc>
                <a:spcPct val="112000"/>
              </a:lnSpc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</a:t>
            </a:r>
            <a:r>
              <a:rPr lang="en-US" sz="1600" b="1" dirty="0">
                <a:solidFill>
                  <a:srgbClr val="E0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DF_Ordine_Stato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600" b="1" dirty="0">
                <a:solidFill>
                  <a:srgbClr val="E0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(0),</a:t>
            </a:r>
            <a:endParaRPr lang="en-US" sz="1600" dirty="0"/>
          </a:p>
          <a:p>
            <a:pPr>
              <a:lnSpc>
                <a:spcPct val="112000"/>
              </a:lnSpc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  <a:r>
              <a:rPr lang="en-US" sz="16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DataOrdine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600" b="1" dirty="0">
                <a:solidFill>
                  <a:srgbClr val="E0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600" b="1" dirty="0">
                <a:solidFill>
                  <a:srgbClr val="E0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>
                <a:solidFill>
                  <a:srgbClr val="E0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sz="1600" dirty="0"/>
          </a:p>
          <a:p>
            <a:pPr>
              <a:lnSpc>
                <a:spcPct val="112000"/>
              </a:lnSpc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</a:t>
            </a:r>
            <a:r>
              <a:rPr lang="en-US" sz="1600" b="1" dirty="0">
                <a:solidFill>
                  <a:srgbClr val="E0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DF_Ordine_Data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>
                <a:solidFill>
                  <a:srgbClr val="E0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(GETDATE())</a:t>
            </a:r>
            <a:endParaRPr lang="en-US" sz="1600" dirty="0"/>
          </a:p>
          <a:p>
            <a:pPr>
              <a:lnSpc>
                <a:spcPct val="112000"/>
              </a:lnSpc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);</a:t>
            </a:r>
            <a:endParaRPr lang="en-US" sz="1600" dirty="0"/>
          </a:p>
          <a:p>
            <a:pPr>
              <a:lnSpc>
                <a:spcPct val="80000"/>
              </a:lnSpc>
              <a:spcAft>
                <a:spcPts val="300"/>
              </a:spcAft>
              <a:buClr>
                <a:srgbClr val="C20E1A"/>
              </a:buClr>
            </a:pP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0" name="Elemento grafico 9" descr="Programmatore (maschile) con riempimento a tinta unita">
            <a:extLst>
              <a:ext uri="{FF2B5EF4-FFF2-40B4-BE49-F238E27FC236}">
                <a16:creationId xmlns:a16="http://schemas.microsoft.com/office/drawing/2014/main" id="{9C592D72-6965-0964-C30C-A7F523A968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72257" y="3543884"/>
            <a:ext cx="411743" cy="44634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DCB3B-4521-C94C-CA1E-A7C7906F3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9E9B2727-28EA-58CF-643A-0FDD650A72CC}"/>
              </a:ext>
            </a:extLst>
          </p:cNvPr>
          <p:cNvSpPr/>
          <p:nvPr/>
        </p:nvSpPr>
        <p:spPr>
          <a:xfrm>
            <a:off x="342900" y="205740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dirty="0">
                <a:solidFill>
                  <a:srgbClr val="C2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</a:t>
            </a:r>
            <a:endParaRPr lang="en-US" sz="2800" dirty="0">
              <a:solidFill>
                <a:srgbClr val="C20E1A"/>
              </a:solidFill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4FC0CEE1-566E-D926-E9C3-A11C6578BA2D}"/>
              </a:ext>
            </a:extLst>
          </p:cNvPr>
          <p:cNvSpPr/>
          <p:nvPr/>
        </p:nvSpPr>
        <p:spPr>
          <a:xfrm>
            <a:off x="411480" y="1028700"/>
            <a:ext cx="3909060" cy="349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60363" indent="-360363">
              <a:spcAft>
                <a:spcPts val="1050"/>
              </a:spcAft>
              <a:buClr>
                <a:srgbClr val="C20E1A"/>
              </a:buClr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Una per </a:t>
            </a:r>
            <a:r>
              <a:rPr lang="en-US" sz="2400" dirty="0" err="1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tabella</a:t>
            </a:r>
            <a:endParaRPr lang="en-US" sz="2400" dirty="0">
              <a:solidFill>
                <a:srgbClr val="1A1A1A"/>
              </a:solidFill>
              <a:ea typeface="Calibri" pitchFamily="34" charset="-122"/>
              <a:cs typeface="Calibri" pitchFamily="34" charset="-120"/>
            </a:endParaRPr>
          </a:p>
          <a:p>
            <a:pPr marL="360363" indent="-360363">
              <a:spcAft>
                <a:spcPts val="1050"/>
              </a:spcAft>
              <a:buClr>
                <a:srgbClr val="C20E1A"/>
              </a:buClr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Crea </a:t>
            </a:r>
            <a:r>
              <a:rPr lang="en-US" sz="2400" dirty="0" err="1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indice</a:t>
            </a:r>
            <a:r>
              <a:rPr lang="en-US" sz="2400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 clustered per default (se non </a:t>
            </a:r>
            <a:r>
              <a:rPr lang="en-US" sz="2400" dirty="0" err="1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presente</a:t>
            </a:r>
            <a:r>
              <a:rPr lang="en-US" sz="2400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)</a:t>
            </a:r>
          </a:p>
          <a:p>
            <a:pPr marL="360363" indent="-360363">
              <a:spcAft>
                <a:spcPts val="1050"/>
              </a:spcAft>
              <a:buClr>
                <a:srgbClr val="C20E1A"/>
              </a:buClr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Primary e clustered </a:t>
            </a:r>
            <a:r>
              <a:rPr lang="en-US" sz="2400" dirty="0" err="1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possono</a:t>
            </a:r>
            <a:r>
              <a:rPr lang="en-US" sz="2400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essere</a:t>
            </a:r>
            <a:r>
              <a:rPr lang="en-US" sz="2400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scelte</a:t>
            </a:r>
            <a:r>
              <a:rPr lang="en-US" sz="2400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distinte</a:t>
            </a:r>
            <a:endParaRPr lang="en-US" sz="2400" dirty="0">
              <a:solidFill>
                <a:srgbClr val="1A1A1A"/>
              </a:solidFill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C063DEE4-5E02-8478-4359-DD353FDBA42B}"/>
              </a:ext>
            </a:extLst>
          </p:cNvPr>
          <p:cNvSpPr txBox="1"/>
          <p:nvPr/>
        </p:nvSpPr>
        <p:spPr>
          <a:xfrm>
            <a:off x="4706360" y="1005576"/>
            <a:ext cx="4140460" cy="3132348"/>
          </a:xfrm>
          <a:prstGeom prst="rect">
            <a:avLst/>
          </a:prstGeom>
          <a:solidFill>
            <a:schemeClr val="tx1"/>
          </a:soli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vert="horz" lIns="72000" tIns="45720" rIns="72000" bIns="45720" rtlCol="0">
            <a:normAutofit/>
          </a:bodyPr>
          <a:lstStyle/>
          <a:p>
            <a:pPr>
              <a:lnSpc>
                <a:spcPct val="112000"/>
              </a:lnSpc>
            </a:pPr>
            <a:r>
              <a:rPr lang="en-US" sz="1600" b="1" dirty="0">
                <a:solidFill>
                  <a:srgbClr val="E0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>
                <a:solidFill>
                  <a:srgbClr val="E0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Vendite.Ordine</a:t>
            </a:r>
            <a:endParaRPr lang="en-US" sz="1600" dirty="0"/>
          </a:p>
          <a:p>
            <a:pPr>
              <a:lnSpc>
                <a:spcPct val="112000"/>
              </a:lnSpc>
            </a:pPr>
            <a:r>
              <a:rPr lang="en-US" sz="1600" b="1" dirty="0">
                <a:solidFill>
                  <a:srgbClr val="E0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>
                <a:solidFill>
                  <a:srgbClr val="E0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PK_Ordine</a:t>
            </a:r>
            <a:endParaRPr lang="en-US" sz="1600" dirty="0"/>
          </a:p>
          <a:p>
            <a:pPr>
              <a:lnSpc>
                <a:spcPct val="112000"/>
              </a:lnSpc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  <a:r>
              <a:rPr lang="en-US" sz="1600" b="1" dirty="0">
                <a:solidFill>
                  <a:srgbClr val="E0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>
                <a:solidFill>
                  <a:srgbClr val="E0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>
                <a:solidFill>
                  <a:srgbClr val="E0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CLUSTERED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6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OrdineID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);</a:t>
            </a:r>
            <a:endParaRPr lang="en-US" sz="1600" dirty="0"/>
          </a:p>
          <a:p>
            <a:pPr>
              <a:lnSpc>
                <a:spcPct val="112000"/>
              </a:lnSpc>
            </a:pPr>
            <a:endParaRPr lang="en-US" sz="1600" dirty="0"/>
          </a:p>
          <a:p>
            <a:pPr>
              <a:lnSpc>
                <a:spcPct val="112000"/>
              </a:lnSpc>
            </a:pPr>
            <a:r>
              <a:rPr lang="en-US" sz="1600" dirty="0">
                <a:solidFill>
                  <a:srgbClr val="6DB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 </a:t>
            </a:r>
            <a:r>
              <a:rPr lang="en-US" sz="1600" dirty="0" err="1">
                <a:solidFill>
                  <a:srgbClr val="6DB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chiave</a:t>
            </a:r>
            <a:r>
              <a:rPr lang="en-US" sz="1600" dirty="0">
                <a:solidFill>
                  <a:srgbClr val="6DB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6DB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primaria</a:t>
            </a:r>
            <a:r>
              <a:rPr lang="en-US" sz="1600" dirty="0">
                <a:solidFill>
                  <a:srgbClr val="6DB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non clustered:</a:t>
            </a:r>
            <a:endParaRPr lang="en-US" sz="1600" dirty="0"/>
          </a:p>
          <a:p>
            <a:pPr>
              <a:lnSpc>
                <a:spcPct val="112000"/>
              </a:lnSpc>
            </a:pPr>
            <a:r>
              <a:rPr lang="en-US" sz="1600" dirty="0">
                <a:solidFill>
                  <a:srgbClr val="6DB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 il clustered </a:t>
            </a:r>
            <a:r>
              <a:rPr lang="en-US" sz="1600" dirty="0" err="1">
                <a:solidFill>
                  <a:srgbClr val="6DB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</a:t>
            </a:r>
            <a:r>
              <a:rPr lang="en-US" sz="1600" dirty="0">
                <a:solidFill>
                  <a:srgbClr val="6DB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6DB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</a:t>
            </a:r>
            <a:r>
              <a:rPr lang="en-US" sz="1600" dirty="0">
                <a:solidFill>
                  <a:srgbClr val="6DB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6DB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un'altra</a:t>
            </a:r>
            <a:r>
              <a:rPr lang="en-US" sz="1600" dirty="0">
                <a:solidFill>
                  <a:srgbClr val="6DB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6DB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colonna</a:t>
            </a:r>
            <a:endParaRPr lang="en-US" sz="1600" dirty="0"/>
          </a:p>
          <a:p>
            <a:pPr>
              <a:lnSpc>
                <a:spcPct val="112000"/>
              </a:lnSpc>
            </a:pPr>
            <a:r>
              <a:rPr lang="en-US" sz="1600" b="1" dirty="0">
                <a:solidFill>
                  <a:srgbClr val="E0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>
                <a:solidFill>
                  <a:srgbClr val="E0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Vendite.Ordine</a:t>
            </a:r>
            <a:endParaRPr lang="en-US" sz="1600" dirty="0"/>
          </a:p>
          <a:p>
            <a:pPr>
              <a:lnSpc>
                <a:spcPct val="112000"/>
              </a:lnSpc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  <a:r>
              <a:rPr lang="en-US" sz="1600" b="1" dirty="0">
                <a:solidFill>
                  <a:srgbClr val="E0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>
                <a:solidFill>
                  <a:srgbClr val="E0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PK_Ordine</a:t>
            </a:r>
            <a:endParaRPr lang="en-US" sz="1600" dirty="0"/>
          </a:p>
          <a:p>
            <a:pPr>
              <a:lnSpc>
                <a:spcPct val="112000"/>
              </a:lnSpc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  <a:r>
              <a:rPr lang="en-US" sz="1600" b="1" dirty="0">
                <a:solidFill>
                  <a:srgbClr val="E0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>
                <a:solidFill>
                  <a:srgbClr val="E0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>
                <a:solidFill>
                  <a:srgbClr val="E0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NONCLUSTERED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6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OrdineID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);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0" name="Elemento grafico 9" descr="Programmatore (maschile) con riempimento a tinta unita">
            <a:extLst>
              <a:ext uri="{FF2B5EF4-FFF2-40B4-BE49-F238E27FC236}">
                <a16:creationId xmlns:a16="http://schemas.microsoft.com/office/drawing/2014/main" id="{71597E30-5535-6750-7B7A-B8F5F46596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72257" y="3543884"/>
            <a:ext cx="411743" cy="446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6857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679B0-69CF-1E8D-C3E3-AA86878AD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FC9C91CD-A0BF-1769-F1F8-F48715BA4A0C}"/>
              </a:ext>
            </a:extLst>
          </p:cNvPr>
          <p:cNvSpPr/>
          <p:nvPr/>
        </p:nvSpPr>
        <p:spPr>
          <a:xfrm>
            <a:off x="342900" y="205740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dirty="0">
                <a:solidFill>
                  <a:srgbClr val="C2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</a:t>
            </a:r>
            <a:endParaRPr lang="en-US" sz="2800" dirty="0">
              <a:solidFill>
                <a:srgbClr val="C20E1A"/>
              </a:solidFill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493D168A-6C60-3703-B813-7324957A6549}"/>
              </a:ext>
            </a:extLst>
          </p:cNvPr>
          <p:cNvSpPr/>
          <p:nvPr/>
        </p:nvSpPr>
        <p:spPr>
          <a:xfrm>
            <a:off x="411480" y="1028700"/>
            <a:ext cx="3909060" cy="349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60363" indent="-360363">
              <a:spcAft>
                <a:spcPts val="1050"/>
              </a:spcAft>
              <a:buClr>
                <a:srgbClr val="C20E1A"/>
              </a:buClr>
              <a:buSzPct val="100000"/>
              <a:buChar char="•"/>
            </a:pPr>
            <a:r>
              <a:rPr lang="en-US" sz="2400" dirty="0" err="1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Garantisce</a:t>
            </a:r>
            <a:r>
              <a:rPr lang="en-US" sz="2400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univocità</a:t>
            </a:r>
            <a:r>
              <a:rPr lang="en-US" sz="2400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su</a:t>
            </a:r>
            <a:r>
              <a:rPr lang="en-US" sz="2400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colonne</a:t>
            </a:r>
            <a:r>
              <a:rPr lang="en-US" sz="2400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che</a:t>
            </a:r>
            <a:r>
              <a:rPr lang="en-US" sz="2400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 non </a:t>
            </a:r>
            <a:r>
              <a:rPr lang="en-US" sz="2400" dirty="0" err="1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sono</a:t>
            </a:r>
            <a:r>
              <a:rPr lang="en-US" sz="2400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 PK</a:t>
            </a:r>
          </a:p>
          <a:p>
            <a:pPr marL="360363" indent="-360363">
              <a:spcAft>
                <a:spcPts val="1050"/>
              </a:spcAft>
              <a:buClr>
                <a:srgbClr val="C20E1A"/>
              </a:buClr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Colonna </a:t>
            </a:r>
            <a:r>
              <a:rPr lang="en-US" sz="2400" dirty="0" err="1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dichiarata</a:t>
            </a:r>
            <a:r>
              <a:rPr lang="en-US" sz="2400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univoca</a:t>
            </a:r>
            <a:r>
              <a:rPr lang="en-US" sz="2400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, </a:t>
            </a:r>
            <a:r>
              <a:rPr lang="en-US" sz="2400" dirty="0" err="1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migliori</a:t>
            </a:r>
            <a:r>
              <a:rPr lang="en-US" sz="2400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stime</a:t>
            </a:r>
            <a:r>
              <a:rPr lang="en-US" sz="2400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 di </a:t>
            </a:r>
            <a:r>
              <a:rPr lang="en-US" sz="2400" dirty="0" err="1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cardinalità</a:t>
            </a:r>
            <a:endParaRPr lang="en-US" sz="2400" dirty="0">
              <a:solidFill>
                <a:srgbClr val="1A1A1A"/>
              </a:solidFill>
              <a:ea typeface="Calibri" pitchFamily="34" charset="-122"/>
              <a:cs typeface="Calibri" pitchFamily="34" charset="-120"/>
            </a:endParaRPr>
          </a:p>
          <a:p>
            <a:pPr marL="360363" indent="-360363">
              <a:spcAft>
                <a:spcPts val="1050"/>
              </a:spcAft>
              <a:buClr>
                <a:srgbClr val="C20E1A"/>
              </a:buClr>
              <a:buSzPct val="100000"/>
              <a:buChar char="•"/>
            </a:pPr>
            <a:r>
              <a:rPr lang="en-US" sz="2400" dirty="0" err="1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Garantisce</a:t>
            </a:r>
            <a:r>
              <a:rPr lang="en-US" sz="2400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univocità</a:t>
            </a:r>
            <a:r>
              <a:rPr lang="en-US" sz="2400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indici</a:t>
            </a:r>
            <a:r>
              <a:rPr lang="en-US" sz="2400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 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1BB51DE1-750F-41F0-0455-8CE7AF8F7CA7}"/>
              </a:ext>
            </a:extLst>
          </p:cNvPr>
          <p:cNvSpPr txBox="1"/>
          <p:nvPr/>
        </p:nvSpPr>
        <p:spPr>
          <a:xfrm>
            <a:off x="4706360" y="1005576"/>
            <a:ext cx="4140460" cy="3132348"/>
          </a:xfrm>
          <a:prstGeom prst="rect">
            <a:avLst/>
          </a:prstGeom>
          <a:solidFill>
            <a:schemeClr val="tx1"/>
          </a:soli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vert="horz" lIns="72000" tIns="45720" rIns="72000" bIns="45720" rtlCol="0">
            <a:normAutofit/>
          </a:bodyPr>
          <a:lstStyle/>
          <a:p>
            <a:pPr>
              <a:lnSpc>
                <a:spcPct val="112000"/>
              </a:lnSpc>
            </a:pPr>
            <a:r>
              <a:rPr lang="en-US" sz="1600" b="1" dirty="0">
                <a:solidFill>
                  <a:srgbClr val="E01B2A"/>
                </a:solidFill>
                <a:ea typeface="Calibri" pitchFamily="34" charset="-122"/>
                <a:cs typeface="Calibri" pitchFamily="34" charset="-120"/>
              </a:rPr>
              <a:t>ALTER</a:t>
            </a:r>
            <a:r>
              <a:rPr lang="en-US" sz="16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>
                <a:solidFill>
                  <a:srgbClr val="E01B2A"/>
                </a:solidFill>
                <a:ea typeface="Calibri" pitchFamily="34" charset="-122"/>
                <a:cs typeface="Calibri" pitchFamily="34" charset="-120"/>
              </a:rPr>
              <a:t>TABLE</a:t>
            </a:r>
            <a:r>
              <a:rPr lang="en-US" sz="16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Vendite.Cliente</a:t>
            </a:r>
            <a:endParaRPr lang="en-US" sz="1600" dirty="0"/>
          </a:p>
          <a:p>
            <a:pPr>
              <a:lnSpc>
                <a:spcPct val="112000"/>
              </a:lnSpc>
            </a:pPr>
            <a:r>
              <a:rPr lang="en-US" sz="16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    </a:t>
            </a:r>
            <a:r>
              <a:rPr lang="en-US" sz="1600" b="1" dirty="0">
                <a:solidFill>
                  <a:srgbClr val="E01B2A"/>
                </a:solidFill>
                <a:ea typeface="Calibri" pitchFamily="34" charset="-122"/>
                <a:cs typeface="Calibri" pitchFamily="34" charset="-120"/>
              </a:rPr>
              <a:t>ADD</a:t>
            </a:r>
            <a:r>
              <a:rPr lang="en-US" sz="16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>
                <a:solidFill>
                  <a:srgbClr val="E01B2A"/>
                </a:solidFill>
                <a:ea typeface="Calibri" pitchFamily="34" charset="-122"/>
                <a:cs typeface="Calibri" pitchFamily="34" charset="-120"/>
              </a:rPr>
              <a:t>CONSTRAINT</a:t>
            </a:r>
            <a:r>
              <a:rPr lang="en-US" sz="16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UQ_Cliente_PIVA</a:t>
            </a:r>
            <a:endParaRPr lang="en-US" sz="1600" dirty="0"/>
          </a:p>
          <a:p>
            <a:pPr>
              <a:lnSpc>
                <a:spcPct val="112000"/>
              </a:lnSpc>
            </a:pPr>
            <a:r>
              <a:rPr lang="en-US" sz="16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    </a:t>
            </a:r>
            <a:r>
              <a:rPr lang="en-US" sz="1600" b="1" dirty="0">
                <a:solidFill>
                  <a:srgbClr val="E01B2A"/>
                </a:solidFill>
                <a:ea typeface="Calibri" pitchFamily="34" charset="-122"/>
                <a:cs typeface="Calibri" pitchFamily="34" charset="-120"/>
              </a:rPr>
              <a:t>UNIQUE</a:t>
            </a:r>
            <a:r>
              <a:rPr lang="en-US" sz="16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 (</a:t>
            </a:r>
            <a:r>
              <a:rPr lang="en-US" sz="1600" dirty="0" err="1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PartitaIVA</a:t>
            </a:r>
            <a:r>
              <a:rPr lang="en-US" sz="16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);</a:t>
            </a:r>
            <a:endParaRPr lang="en-US" sz="1600" dirty="0"/>
          </a:p>
          <a:p>
            <a:pPr>
              <a:lnSpc>
                <a:spcPct val="112000"/>
              </a:lnSpc>
            </a:pPr>
            <a:endParaRPr lang="en-US" sz="1600" dirty="0"/>
          </a:p>
          <a:p>
            <a:pPr>
              <a:lnSpc>
                <a:spcPct val="112000"/>
              </a:lnSpc>
            </a:pPr>
            <a:r>
              <a:rPr lang="en-US" sz="1600" dirty="0">
                <a:solidFill>
                  <a:srgbClr val="6DBF67"/>
                </a:solidFill>
                <a:ea typeface="Calibri" pitchFamily="34" charset="-122"/>
                <a:cs typeface="Calibri" pitchFamily="34" charset="-120"/>
              </a:rPr>
              <a:t>-- </a:t>
            </a:r>
            <a:r>
              <a:rPr lang="en-US" sz="1600" dirty="0" err="1">
                <a:solidFill>
                  <a:srgbClr val="6DBF67"/>
                </a:solidFill>
                <a:ea typeface="Calibri" pitchFamily="34" charset="-122"/>
                <a:cs typeface="Calibri" pitchFamily="34" charset="-120"/>
              </a:rPr>
              <a:t>indice</a:t>
            </a:r>
            <a:r>
              <a:rPr lang="en-US" sz="1600" dirty="0">
                <a:solidFill>
                  <a:srgbClr val="6DBF67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6DBF67"/>
                </a:solidFill>
                <a:ea typeface="Calibri" pitchFamily="34" charset="-122"/>
                <a:cs typeface="Calibri" pitchFamily="34" charset="-120"/>
              </a:rPr>
              <a:t>univoco</a:t>
            </a:r>
            <a:r>
              <a:rPr lang="en-US" sz="1600" dirty="0">
                <a:solidFill>
                  <a:srgbClr val="6DBF67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6DBF67"/>
                </a:solidFill>
                <a:ea typeface="Calibri" pitchFamily="34" charset="-122"/>
                <a:cs typeface="Calibri" pitchFamily="34" charset="-120"/>
              </a:rPr>
              <a:t>filtrato</a:t>
            </a:r>
            <a:endParaRPr lang="en-US" sz="1600" dirty="0"/>
          </a:p>
          <a:p>
            <a:pPr>
              <a:lnSpc>
                <a:spcPct val="112000"/>
              </a:lnSpc>
            </a:pPr>
            <a:r>
              <a:rPr lang="en-US" sz="1600" b="1" dirty="0">
                <a:solidFill>
                  <a:srgbClr val="E01B2A"/>
                </a:solidFill>
                <a:ea typeface="Calibri" pitchFamily="34" charset="-122"/>
                <a:cs typeface="Calibri" pitchFamily="34" charset="-120"/>
              </a:rPr>
              <a:t>CREATE</a:t>
            </a:r>
            <a:r>
              <a:rPr lang="en-US" sz="16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>
                <a:solidFill>
                  <a:srgbClr val="E01B2A"/>
                </a:solidFill>
                <a:ea typeface="Calibri" pitchFamily="34" charset="-122"/>
                <a:cs typeface="Calibri" pitchFamily="34" charset="-120"/>
              </a:rPr>
              <a:t>UNIQUE</a:t>
            </a:r>
            <a:r>
              <a:rPr lang="en-US" sz="16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>
                <a:solidFill>
                  <a:srgbClr val="E01B2A"/>
                </a:solidFill>
                <a:ea typeface="Calibri" pitchFamily="34" charset="-122"/>
                <a:cs typeface="Calibri" pitchFamily="34" charset="-120"/>
              </a:rPr>
              <a:t>NONCLUSTERED</a:t>
            </a:r>
            <a:r>
              <a:rPr lang="en-US" sz="16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>
                <a:solidFill>
                  <a:srgbClr val="E01B2A"/>
                </a:solidFill>
                <a:ea typeface="Calibri" pitchFamily="34" charset="-122"/>
                <a:cs typeface="Calibri" pitchFamily="34" charset="-120"/>
              </a:rPr>
              <a:t>INDEX</a:t>
            </a:r>
            <a:endParaRPr lang="en-US" sz="1600" dirty="0"/>
          </a:p>
          <a:p>
            <a:pPr>
              <a:lnSpc>
                <a:spcPct val="112000"/>
              </a:lnSpc>
            </a:pPr>
            <a:r>
              <a:rPr lang="en-US" sz="16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    </a:t>
            </a:r>
            <a:r>
              <a:rPr lang="en-US" sz="1600" dirty="0" err="1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UX_Cliente_PIVA</a:t>
            </a:r>
            <a:endParaRPr lang="en-US" sz="1600" dirty="0"/>
          </a:p>
          <a:p>
            <a:pPr>
              <a:lnSpc>
                <a:spcPct val="112000"/>
              </a:lnSpc>
            </a:pPr>
            <a:r>
              <a:rPr lang="en-US" sz="16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    </a:t>
            </a:r>
            <a:r>
              <a:rPr lang="en-US" sz="1600" b="1" dirty="0">
                <a:solidFill>
                  <a:srgbClr val="E01B2A"/>
                </a:solidFill>
                <a:ea typeface="Calibri" pitchFamily="34" charset="-122"/>
                <a:cs typeface="Calibri" pitchFamily="34" charset="-120"/>
              </a:rPr>
              <a:t>ON</a:t>
            </a:r>
            <a:r>
              <a:rPr lang="en-US" sz="16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Vendite.Cliente</a:t>
            </a:r>
            <a:r>
              <a:rPr lang="en-US" sz="16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 (</a:t>
            </a:r>
            <a:r>
              <a:rPr lang="en-US" sz="1600" dirty="0" err="1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PartitaIVA</a:t>
            </a:r>
            <a:r>
              <a:rPr lang="en-US" sz="16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)</a:t>
            </a:r>
            <a:endParaRPr lang="en-US" sz="1600" dirty="0"/>
          </a:p>
          <a:p>
            <a:pPr>
              <a:lnSpc>
                <a:spcPct val="112000"/>
              </a:lnSpc>
            </a:pPr>
            <a:r>
              <a:rPr lang="en-US" sz="16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    </a:t>
            </a:r>
            <a:r>
              <a:rPr lang="en-US" sz="1600" b="1" dirty="0">
                <a:solidFill>
                  <a:srgbClr val="E01B2A"/>
                </a:solidFill>
                <a:ea typeface="Calibri" pitchFamily="34" charset="-122"/>
                <a:cs typeface="Calibri" pitchFamily="34" charset="-120"/>
              </a:rPr>
              <a:t>WHERE</a:t>
            </a:r>
            <a:r>
              <a:rPr lang="en-US" sz="16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PartitaIVA</a:t>
            </a:r>
            <a:r>
              <a:rPr lang="en-US" sz="16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>
                <a:solidFill>
                  <a:srgbClr val="E01B2A"/>
                </a:solidFill>
                <a:ea typeface="Calibri" pitchFamily="34" charset="-122"/>
                <a:cs typeface="Calibri" pitchFamily="34" charset="-120"/>
              </a:rPr>
              <a:t>IS</a:t>
            </a:r>
            <a:r>
              <a:rPr lang="en-US" sz="16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>
                <a:solidFill>
                  <a:srgbClr val="E01B2A"/>
                </a:solidFill>
                <a:ea typeface="Calibri" pitchFamily="34" charset="-122"/>
                <a:cs typeface="Calibri" pitchFamily="34" charset="-120"/>
              </a:rPr>
              <a:t>NOT</a:t>
            </a:r>
            <a:r>
              <a:rPr lang="en-US" sz="16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>
                <a:solidFill>
                  <a:srgbClr val="E01B2A"/>
                </a:solidFill>
                <a:ea typeface="Calibri" pitchFamily="34" charset="-122"/>
                <a:cs typeface="Calibri" pitchFamily="34" charset="-120"/>
              </a:rPr>
              <a:t>NULL</a:t>
            </a:r>
            <a:r>
              <a:rPr lang="en-US" sz="16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;</a:t>
            </a:r>
            <a:endParaRPr lang="en-US" sz="1600" dirty="0"/>
          </a:p>
        </p:txBody>
      </p:sp>
      <p:pic>
        <p:nvPicPr>
          <p:cNvPr id="10" name="Elemento grafico 9" descr="Programmatore (maschile) con riempimento a tinta unita">
            <a:extLst>
              <a:ext uri="{FF2B5EF4-FFF2-40B4-BE49-F238E27FC236}">
                <a16:creationId xmlns:a16="http://schemas.microsoft.com/office/drawing/2014/main" id="{A5B43FED-D4D8-A2AF-D961-F673A03B87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72257" y="3543884"/>
            <a:ext cx="411743" cy="446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9614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89796-58E2-4CFC-FAEE-0D61CC8FB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4C231C1A-09DB-792E-D2E9-A21AFEFBA675}"/>
              </a:ext>
            </a:extLst>
          </p:cNvPr>
          <p:cNvSpPr/>
          <p:nvPr/>
        </p:nvSpPr>
        <p:spPr>
          <a:xfrm>
            <a:off x="342900" y="205740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dirty="0">
                <a:solidFill>
                  <a:srgbClr val="C2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2800" dirty="0">
              <a:solidFill>
                <a:srgbClr val="C20E1A"/>
              </a:solidFill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AFA74507-59E6-5546-839E-9133D8EFF7DE}"/>
              </a:ext>
            </a:extLst>
          </p:cNvPr>
          <p:cNvSpPr/>
          <p:nvPr/>
        </p:nvSpPr>
        <p:spPr>
          <a:xfrm>
            <a:off x="411480" y="1028700"/>
            <a:ext cx="3909060" cy="349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60363" indent="-360363">
              <a:spcAft>
                <a:spcPts val="1050"/>
              </a:spcAft>
              <a:buClr>
                <a:srgbClr val="C20E1A"/>
              </a:buClr>
              <a:buSzPct val="100000"/>
              <a:buChar char="•"/>
            </a:pPr>
            <a:r>
              <a:rPr lang="en-US" sz="2400" dirty="0" err="1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Consolida</a:t>
            </a:r>
            <a:r>
              <a:rPr lang="en-US" sz="2400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regole</a:t>
            </a:r>
            <a:r>
              <a:rPr lang="en-US" sz="2400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immutabili</a:t>
            </a:r>
            <a:endParaRPr lang="en-US" sz="2400" dirty="0">
              <a:solidFill>
                <a:srgbClr val="1A1A1A"/>
              </a:solidFill>
              <a:ea typeface="Calibri" pitchFamily="34" charset="-122"/>
              <a:cs typeface="Calibri" pitchFamily="34" charset="-120"/>
            </a:endParaRPr>
          </a:p>
          <a:p>
            <a:pPr marL="360363" indent="-360363">
              <a:spcAft>
                <a:spcPts val="1050"/>
              </a:spcAft>
              <a:buClr>
                <a:srgbClr val="C20E1A"/>
              </a:buClr>
              <a:buSzPct val="100000"/>
              <a:buChar char="•"/>
            </a:pPr>
            <a:r>
              <a:rPr lang="en-US" sz="2400" dirty="0" err="1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Condizione</a:t>
            </a:r>
            <a:r>
              <a:rPr lang="en-US" sz="2400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 con </a:t>
            </a:r>
            <a:r>
              <a:rPr lang="en-US" sz="2400" dirty="0" err="1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risultato</a:t>
            </a:r>
            <a:r>
              <a:rPr lang="en-US" sz="2400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boolean</a:t>
            </a:r>
            <a:r>
              <a:rPr lang="en-US" sz="2400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valutata</a:t>
            </a:r>
            <a:r>
              <a:rPr lang="en-US" sz="2400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 ad ogni </a:t>
            </a:r>
            <a:r>
              <a:rPr lang="en-US" sz="2400" dirty="0" err="1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modifica</a:t>
            </a:r>
            <a:endParaRPr lang="en-US" sz="2400" dirty="0">
              <a:solidFill>
                <a:srgbClr val="1A1A1A"/>
              </a:solidFill>
              <a:ea typeface="Calibri" pitchFamily="34" charset="-122"/>
              <a:cs typeface="Calibri" pitchFamily="34" charset="-120"/>
            </a:endParaRPr>
          </a:p>
          <a:p>
            <a:pPr marL="360363" indent="-360363">
              <a:spcAft>
                <a:spcPts val="1050"/>
              </a:spcAft>
              <a:buClr>
                <a:srgbClr val="C20E1A"/>
              </a:buClr>
              <a:buSzPct val="100000"/>
              <a:buChar char="•"/>
            </a:pPr>
            <a:r>
              <a:rPr lang="en-US" sz="2400" dirty="0" err="1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Può</a:t>
            </a:r>
            <a:r>
              <a:rPr lang="en-US" sz="2400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confrontare</a:t>
            </a:r>
            <a:r>
              <a:rPr lang="en-US" sz="2400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più</a:t>
            </a:r>
            <a:r>
              <a:rPr lang="en-US" sz="2400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colonne</a:t>
            </a:r>
            <a:r>
              <a:rPr lang="en-US" sz="2400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 della </a:t>
            </a:r>
            <a:r>
              <a:rPr lang="en-US" sz="2400" dirty="0" err="1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stessa</a:t>
            </a:r>
            <a:r>
              <a:rPr lang="en-US" sz="2400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tabella</a:t>
            </a:r>
            <a:endParaRPr lang="en-US" sz="2400" dirty="0">
              <a:solidFill>
                <a:srgbClr val="1A1A1A"/>
              </a:solidFill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486C495-011E-9452-FD86-70551F16DD3F}"/>
              </a:ext>
            </a:extLst>
          </p:cNvPr>
          <p:cNvSpPr txBox="1"/>
          <p:nvPr/>
        </p:nvSpPr>
        <p:spPr>
          <a:xfrm>
            <a:off x="4706360" y="1005576"/>
            <a:ext cx="4140460" cy="3132348"/>
          </a:xfrm>
          <a:prstGeom prst="rect">
            <a:avLst/>
          </a:prstGeom>
          <a:solidFill>
            <a:schemeClr val="tx1"/>
          </a:soli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vert="horz" lIns="72000" tIns="45720" rIns="72000" bIns="45720" rtlCol="0">
            <a:normAutofit/>
          </a:bodyPr>
          <a:lstStyle/>
          <a:p>
            <a:pPr>
              <a:lnSpc>
                <a:spcPct val="112000"/>
              </a:lnSpc>
            </a:pPr>
            <a:r>
              <a:rPr lang="en-US" sz="1600" b="1" dirty="0">
                <a:solidFill>
                  <a:srgbClr val="E0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>
                <a:solidFill>
                  <a:srgbClr val="E0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Vendite.Ordine</a:t>
            </a:r>
            <a:endParaRPr lang="en-US" sz="1600" dirty="0"/>
          </a:p>
          <a:p>
            <a:pPr>
              <a:lnSpc>
                <a:spcPct val="112000"/>
              </a:lnSpc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  <a:r>
              <a:rPr lang="en-US" sz="1600" b="1" dirty="0">
                <a:solidFill>
                  <a:srgbClr val="E0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>
                <a:solidFill>
                  <a:srgbClr val="E0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CK_Ordine_Date</a:t>
            </a:r>
            <a:endParaRPr lang="en-US" sz="1600" dirty="0"/>
          </a:p>
          <a:p>
            <a:pPr>
              <a:lnSpc>
                <a:spcPct val="112000"/>
              </a:lnSpc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  <a:r>
              <a:rPr lang="en-US" sz="1600" b="1" dirty="0">
                <a:solidFill>
                  <a:srgbClr val="E0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6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DataSpedizione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&gt;= </a:t>
            </a:r>
            <a:r>
              <a:rPr lang="en-US" sz="16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DataOrdine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);</a:t>
            </a:r>
            <a:endParaRPr lang="en-US" sz="1600" dirty="0"/>
          </a:p>
          <a:p>
            <a:pPr>
              <a:lnSpc>
                <a:spcPct val="112000"/>
              </a:lnSpc>
            </a:pPr>
            <a:endParaRPr lang="en-US" sz="1600" dirty="0"/>
          </a:p>
          <a:p>
            <a:pPr>
              <a:lnSpc>
                <a:spcPct val="112000"/>
              </a:lnSpc>
            </a:pPr>
            <a:r>
              <a:rPr lang="en-US" sz="1600" b="1">
                <a:solidFill>
                  <a:srgbClr val="E0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</a:t>
            </a:r>
            <a:r>
              <a:rPr lang="en-US" sz="16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>
                <a:solidFill>
                  <a:srgbClr val="E0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Vendite.Ordine</a:t>
            </a:r>
            <a:endParaRPr lang="en-US" sz="1600" dirty="0"/>
          </a:p>
          <a:p>
            <a:pPr>
              <a:lnSpc>
                <a:spcPct val="112000"/>
              </a:lnSpc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  <a:r>
              <a:rPr lang="en-US" sz="1600" b="1" dirty="0">
                <a:solidFill>
                  <a:srgbClr val="E0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>
                <a:solidFill>
                  <a:srgbClr val="E0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CK_Ordine_Importo</a:t>
            </a:r>
            <a:endParaRPr lang="en-US" sz="1600" dirty="0"/>
          </a:p>
          <a:p>
            <a:pPr>
              <a:lnSpc>
                <a:spcPct val="112000"/>
              </a:lnSpc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  <a:r>
              <a:rPr lang="en-US" sz="1600" b="1" dirty="0">
                <a:solidFill>
                  <a:srgbClr val="E0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6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Importo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&gt; </a:t>
            </a:r>
            <a:r>
              <a:rPr lang="en-US" sz="1600" dirty="0">
                <a:solidFill>
                  <a:srgbClr val="C08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);</a:t>
            </a:r>
            <a:endParaRPr lang="en-US" sz="1600" dirty="0"/>
          </a:p>
          <a:p>
            <a:pPr>
              <a:lnSpc>
                <a:spcPct val="112000"/>
              </a:lnSpc>
            </a:pPr>
            <a:endParaRPr lang="en-US" sz="1600" dirty="0"/>
          </a:p>
        </p:txBody>
      </p:sp>
      <p:pic>
        <p:nvPicPr>
          <p:cNvPr id="10" name="Elemento grafico 9" descr="Programmatore (maschile) con riempimento a tinta unita">
            <a:extLst>
              <a:ext uri="{FF2B5EF4-FFF2-40B4-BE49-F238E27FC236}">
                <a16:creationId xmlns:a16="http://schemas.microsoft.com/office/drawing/2014/main" id="{265F7A62-7B67-83F1-BE25-2B63672738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72257" y="3543884"/>
            <a:ext cx="411743" cy="446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0034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E4F93-E108-AA9B-89C6-52DB33977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0E787973-B5DD-8258-3B4F-8FC12A56A1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802165"/>
            <a:ext cx="9144000" cy="1539171"/>
          </a:xfrm>
        </p:spPr>
        <p:txBody>
          <a:bodyPr anchor="ctr"/>
          <a:lstStyle/>
          <a:p>
            <a:r>
              <a:rPr lang="it-IT" sz="3800" spc="0" dirty="0" err="1"/>
              <a:t>Integrita’</a:t>
            </a:r>
            <a:r>
              <a:rPr lang="it-IT" sz="3800" spc="0" dirty="0"/>
              <a:t> referenziale</a:t>
            </a:r>
          </a:p>
        </p:txBody>
      </p:sp>
    </p:spTree>
    <p:extLst>
      <p:ext uri="{BB962C8B-B14F-4D97-AF65-F5344CB8AC3E}">
        <p14:creationId xmlns:p14="http://schemas.microsoft.com/office/powerpoint/2010/main" val="9829022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72A9F98-495B-0B8C-AFA5-10BDC18F4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89000"/>
            <a:ext cx="8640960" cy="540000"/>
          </a:xfrm>
        </p:spPr>
        <p:txBody>
          <a:bodyPr anchor="ctr">
            <a:normAutofit/>
          </a:bodyPr>
          <a:lstStyle/>
          <a:p>
            <a:r>
              <a:rPr lang="it-IT" dirty="0"/>
              <a:t>Foreign key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6383BB86-7751-59A8-05CF-1335FF4357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1520" y="843907"/>
            <a:ext cx="4244280" cy="3888083"/>
          </a:xfrm>
        </p:spPr>
        <p:txBody>
          <a:bodyPr>
            <a:normAutofit/>
          </a:bodyPr>
          <a:lstStyle/>
          <a:p>
            <a:r>
              <a:rPr lang="it-IT" dirty="0"/>
              <a:t>Collega colonna figlia a PK o vincolo UNIQUE del padre</a:t>
            </a:r>
          </a:p>
          <a:p>
            <a:r>
              <a:rPr lang="it-IT" dirty="0"/>
              <a:t>Impedisce righe orfane</a:t>
            </a:r>
          </a:p>
          <a:p>
            <a:r>
              <a:rPr lang="it-IT" dirty="0"/>
              <a:t>Errore 547 se violata</a:t>
            </a:r>
          </a:p>
          <a:p>
            <a:r>
              <a:rPr lang="it-IT" dirty="0"/>
              <a:t>Non crea indici, è solo un vincolo, l’eventuale indice va creato a mano</a:t>
            </a:r>
          </a:p>
        </p:txBody>
      </p:sp>
      <p:pic>
        <p:nvPicPr>
          <p:cNvPr id="3" name="Image 1" descr="assets/diag_foreign_key.png">
            <a:extLst>
              <a:ext uri="{FF2B5EF4-FFF2-40B4-BE49-F238E27FC236}">
                <a16:creationId xmlns:a16="http://schemas.microsoft.com/office/drawing/2014/main" id="{FF89B546-3573-5441-B3F2-0D6056CCAD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1666" y="1148246"/>
            <a:ext cx="4244280" cy="327870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654680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42900" y="205740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dirty="0">
                <a:solidFill>
                  <a:srgbClr val="C20E1A"/>
                </a:solidFill>
                <a:latin typeface="+mj-lt"/>
                <a:ea typeface="Calibri" pitchFamily="34" charset="-122"/>
                <a:cs typeface="Calibri" pitchFamily="34" charset="-120"/>
              </a:rPr>
              <a:t>AZIONI REFERENZIALI</a:t>
            </a:r>
            <a:endParaRPr lang="en-US" sz="3200" dirty="0">
              <a:latin typeface="+mj-lt"/>
            </a:endParaRPr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7915736"/>
              </p:ext>
            </p:extLst>
          </p:nvPr>
        </p:nvGraphicFramePr>
        <p:xfrm>
          <a:off x="411480" y="1028700"/>
          <a:ext cx="8298180" cy="28956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489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DELETE / </a:t>
                      </a:r>
                      <a:b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</a:b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UPDATE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Effetto sulle righe figlie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Quando usarla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ACTION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D1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L'operazione sul padre viene rifiutata (default)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D1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sicuro: l'errore è esplicito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D1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CASCADE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E7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righe figlie vengono cancellate o aggiornate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E7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Solo su relazioni di composizione: testata → righe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E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NULL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D1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colonna FK delle figlie viene azzerata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D1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Relazione facoltativa; </a:t>
                      </a:r>
                      <a:r>
                        <a:rPr lang="en-US" sz="1600" dirty="0" err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colonna</a:t>
                      </a: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NULL 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D1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DEFAULT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E7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colonna FK torna al valore di default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E7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err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Relazione</a:t>
                      </a: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facoltativa</a:t>
                      </a: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; </a:t>
                      </a:r>
                      <a:r>
                        <a:rPr lang="en-US" sz="1600" dirty="0" err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colonna</a:t>
                      </a: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con default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E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82930" y="4005072"/>
            <a:ext cx="7955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238" dirty="0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D0813DC6-F6DD-769B-20A8-528A255D94F7}"/>
              </a:ext>
            </a:extLst>
          </p:cNvPr>
          <p:cNvSpPr/>
          <p:nvPr/>
        </p:nvSpPr>
        <p:spPr bwMode="auto">
          <a:xfrm>
            <a:off x="319604" y="4065470"/>
            <a:ext cx="8608880" cy="68407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noFill/>
            <a:round/>
            <a:headEnd/>
            <a:tailEnd/>
          </a:ln>
          <a:effectLst/>
        </p:spPr>
        <p:txBody>
          <a:bodyPr lIns="17999" tIns="10799" rIns="17999" bIns="10799" rtlCol="0" anchor="ctr"/>
          <a:lstStyle/>
          <a:p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CASCADE </a:t>
            </a:r>
            <a:r>
              <a:rPr lang="en-US" sz="20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</a:t>
            </a: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</a:t>
            </a: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catena </a:t>
            </a:r>
            <a:r>
              <a:rPr lang="en-US" sz="20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</a:t>
            </a: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sola DELETE </a:t>
            </a:r>
            <a:r>
              <a:rPr lang="en-US" sz="20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può</a:t>
            </a: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toccare</a:t>
            </a: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milioni</a:t>
            </a: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</a:t>
            </a:r>
            <a:r>
              <a:rPr lang="en-US" sz="20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righe</a:t>
            </a:r>
            <a:endParaRPr lang="en-US" sz="2000" dirty="0"/>
          </a:p>
        </p:txBody>
      </p:sp>
      <p:pic>
        <p:nvPicPr>
          <p:cNvPr id="8" name="Elemento grafico 7" descr="Avviso con riempimento a tinta unita">
            <a:extLst>
              <a:ext uri="{FF2B5EF4-FFF2-40B4-BE49-F238E27FC236}">
                <a16:creationId xmlns:a16="http://schemas.microsoft.com/office/drawing/2014/main" id="{B119198B-FA85-3156-E368-021584E68E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1560" y="4191959"/>
            <a:ext cx="467993" cy="46799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3B6B5-0F42-842B-10FB-89F5C4E41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347093EC-A7AA-8E74-3602-25A715553D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802165"/>
            <a:ext cx="9144000" cy="1539171"/>
          </a:xfrm>
        </p:spPr>
        <p:txBody>
          <a:bodyPr anchor="ctr"/>
          <a:lstStyle/>
          <a:p>
            <a:r>
              <a:rPr lang="it-IT" sz="3800" spc="0" dirty="0"/>
              <a:t>Vincoli e piani</a:t>
            </a:r>
          </a:p>
        </p:txBody>
      </p:sp>
    </p:spTree>
    <p:extLst>
      <p:ext uri="{BB962C8B-B14F-4D97-AF65-F5344CB8AC3E}">
        <p14:creationId xmlns:p14="http://schemas.microsoft.com/office/powerpoint/2010/main" val="22419443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42900" y="205740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dirty="0">
                <a:solidFill>
                  <a:srgbClr val="C2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VINCOLI VS OPTIMIZER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617220" y="2866644"/>
            <a:ext cx="36004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sz="1125" dirty="0"/>
          </a:p>
        </p:txBody>
      </p:sp>
      <p:graphicFrame>
        <p:nvGraphicFramePr>
          <p:cNvPr id="19" name="Segnaposto contenuto 6">
            <a:extLst>
              <a:ext uri="{FF2B5EF4-FFF2-40B4-BE49-F238E27FC236}">
                <a16:creationId xmlns:a16="http://schemas.microsoft.com/office/drawing/2014/main" id="{DFB7B057-E467-F85F-A3EB-CE8EF65B191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61432448"/>
              </p:ext>
            </p:extLst>
          </p:nvPr>
        </p:nvGraphicFramePr>
        <p:xfrm>
          <a:off x="2807804" y="787175"/>
          <a:ext cx="6163692" cy="384614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814686">
                  <a:extLst>
                    <a:ext uri="{9D8B030D-6E8A-4147-A177-3AD203B41FA5}">
                      <a16:colId xmlns:a16="http://schemas.microsoft.com/office/drawing/2014/main" val="3153061104"/>
                    </a:ext>
                  </a:extLst>
                </a:gridCol>
                <a:gridCol w="4349006">
                  <a:extLst>
                    <a:ext uri="{9D8B030D-6E8A-4147-A177-3AD203B41FA5}">
                      <a16:colId xmlns:a16="http://schemas.microsoft.com/office/drawing/2014/main" val="3706221673"/>
                    </a:ext>
                  </a:extLst>
                </a:gridCol>
              </a:tblGrid>
              <a:tr h="3476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 err="1">
                          <a:latin typeface="+mn-lt"/>
                          <a:ea typeface="Calibri" charset="0"/>
                          <a:cs typeface="Calibri" charset="0"/>
                        </a:rPr>
                        <a:t>Vincolo</a:t>
                      </a:r>
                      <a:endParaRPr lang="en-US" sz="18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 err="1">
                          <a:solidFill>
                            <a:srgbClr val="FFFFFF"/>
                          </a:solidFill>
                          <a:latin typeface="+mn-lt"/>
                          <a:ea typeface="Consolas" charset="0"/>
                          <a:cs typeface="Consolas" charset="0"/>
                        </a:rPr>
                        <a:t>Impatto</a:t>
                      </a: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+mn-lt"/>
                          <a:ea typeface="Consolas" charset="0"/>
                          <a:cs typeface="Consolas" charset="0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rgbClr val="FFFFFF"/>
                          </a:solidFill>
                          <a:latin typeface="+mn-lt"/>
                          <a:ea typeface="Consolas" charset="0"/>
                          <a:cs typeface="Consolas" charset="0"/>
                        </a:rPr>
                        <a:t>su</a:t>
                      </a: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+mn-lt"/>
                          <a:ea typeface="Consolas" charset="0"/>
                          <a:cs typeface="Consolas" charset="0"/>
                        </a:rPr>
                        <a:t> optimizer</a:t>
                      </a:r>
                      <a:endParaRPr lang="en-US" sz="1800" dirty="0">
                        <a:latin typeface="+mn-lt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2132891"/>
                  </a:ext>
                </a:extLst>
              </a:tr>
              <a:tr h="9172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+mn-lt"/>
                          <a:ea typeface="Calibri" charset="0"/>
                          <a:cs typeface="Calibri" charset="0"/>
                        </a:rPr>
                        <a:t>Foreign key</a:t>
                      </a:r>
                      <a:endParaRPr lang="en-US" sz="16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 elimination: se la query non </a:t>
                      </a:r>
                      <a:r>
                        <a:rPr lang="en-US" sz="1600" dirty="0" err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legge</a:t>
                      </a: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nessuna</a:t>
                      </a: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colonna</a:t>
                      </a: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del padre con la FK, </a:t>
                      </a:r>
                      <a:r>
                        <a:rPr lang="en-US" sz="1600" dirty="0" err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l'optimizer</a:t>
                      </a: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toglie</a:t>
                      </a: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del </a:t>
                      </a:r>
                      <a:r>
                        <a:rPr lang="en-US" sz="1600" dirty="0" err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tutto</a:t>
                      </a: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il JOIN dal piano.</a:t>
                      </a:r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7067450"/>
                  </a:ext>
                </a:extLst>
              </a:tr>
              <a:tr h="9172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+mn-lt"/>
                          <a:ea typeface="Calibri" charset="0"/>
                          <a:cs typeface="Calibri" charset="0"/>
                        </a:rPr>
                        <a:t>Check</a:t>
                      </a:r>
                      <a:endParaRPr lang="en-US" sz="16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Filtro</a:t>
                      </a: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in </a:t>
                      </a:r>
                      <a:r>
                        <a:rPr lang="en-US" sz="1600" dirty="0" err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contraddizione</a:t>
                      </a: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: un </a:t>
                      </a:r>
                      <a:r>
                        <a:rPr lang="en-US" sz="1600" dirty="0" err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filtro</a:t>
                      </a: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incompatibile</a:t>
                      </a: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con il </a:t>
                      </a:r>
                      <a:r>
                        <a:rPr lang="en-US" sz="1600" dirty="0" err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vincolo</a:t>
                      </a: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viene</a:t>
                      </a: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riconosciuto</a:t>
                      </a: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come </a:t>
                      </a:r>
                      <a:r>
                        <a:rPr lang="en-US" sz="1600" dirty="0" err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impossibile</a:t>
                      </a: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e la </a:t>
                      </a:r>
                      <a:r>
                        <a:rPr lang="en-US" sz="1600" dirty="0" err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tabella</a:t>
                      </a: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non </a:t>
                      </a:r>
                      <a:r>
                        <a:rPr lang="en-US" sz="1600" dirty="0" err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viene</a:t>
                      </a: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nemmeno</a:t>
                      </a: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letta</a:t>
                      </a: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</a:t>
                      </a:r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24447545"/>
                  </a:ext>
                </a:extLst>
              </a:tr>
              <a:tr h="782209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NOT NULL</a:t>
                      </a:r>
                      <a:endParaRPr lang="en-US" sz="16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Evita </a:t>
                      </a:r>
                      <a:r>
                        <a:rPr lang="en-US" sz="1600" dirty="0" err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gestione</a:t>
                      </a: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NULL: </a:t>
                      </a:r>
                      <a:r>
                        <a:rPr lang="en-US" sz="1600" dirty="0" err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semplifica</a:t>
                      </a: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NOT IN, EXISTS e </a:t>
                      </a:r>
                      <a:r>
                        <a:rPr lang="en-US" sz="1600" dirty="0" err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aggregati</a:t>
                      </a: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ed </a:t>
                      </a:r>
                      <a:r>
                        <a:rPr lang="en-US" sz="1600" dirty="0" err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evita</a:t>
                      </a: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operatori</a:t>
                      </a: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di </a:t>
                      </a:r>
                      <a:r>
                        <a:rPr lang="en-US" sz="1600" dirty="0" err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controllo</a:t>
                      </a: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aggiuntivi</a:t>
                      </a: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nel</a:t>
                      </a: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piano.</a:t>
                      </a:r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0390305"/>
                  </a:ext>
                </a:extLst>
              </a:tr>
              <a:tr h="782209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UNIQUE e PRIMARY KEY</a:t>
                      </a:r>
                      <a:endParaRPr lang="en-US" sz="16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Cardinalità</a:t>
                      </a: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nota: </a:t>
                      </a:r>
                      <a:r>
                        <a:rPr lang="en-US" sz="1600" dirty="0" err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l'optimizer</a:t>
                      </a: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</a:t>
                      </a: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</a:t>
                      </a: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il </a:t>
                      </a:r>
                      <a:r>
                        <a:rPr lang="en-US" sz="1600" dirty="0" err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valore</a:t>
                      </a: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compare </a:t>
                      </a:r>
                      <a:r>
                        <a:rPr lang="en-US" sz="1600" dirty="0" err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</a:t>
                      </a: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volta sola e produce </a:t>
                      </a:r>
                      <a:r>
                        <a:rPr lang="en-US" sz="1600" dirty="0" err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stime</a:t>
                      </a: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più</a:t>
                      </a: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accurate, </a:t>
                      </a:r>
                      <a:r>
                        <a:rPr lang="en-US" sz="1600" dirty="0" err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quindi</a:t>
                      </a: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piani</a:t>
                      </a: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più</a:t>
                      </a: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stabili</a:t>
                      </a: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</a:t>
                      </a:r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1207294"/>
                  </a:ext>
                </a:extLst>
              </a:tr>
            </a:tbl>
          </a:graphicData>
        </a:graphic>
      </p:graphicFrame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5733EB07-4E64-607E-08DA-E44C0B935406}"/>
              </a:ext>
            </a:extLst>
          </p:cNvPr>
          <p:cNvSpPr txBox="1"/>
          <p:nvPr/>
        </p:nvSpPr>
        <p:spPr>
          <a:xfrm>
            <a:off x="172504" y="1971585"/>
            <a:ext cx="26353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</a:t>
            </a:r>
            <a:r>
              <a:rPr lang="en-US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vincolo</a:t>
            </a: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non è </a:t>
            </a:r>
            <a:r>
              <a:rPr lang="en-US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</a:t>
            </a: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barriera</a:t>
            </a: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 </a:t>
            </a:r>
            <a:r>
              <a:rPr lang="en-US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</a:t>
            </a: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promessa</a:t>
            </a: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</a:t>
            </a: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l’optimizer</a:t>
            </a: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assume come </a:t>
            </a:r>
            <a:r>
              <a:rPr lang="en-US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certa</a:t>
            </a:r>
            <a:endParaRPr lang="en-US" dirty="0"/>
          </a:p>
          <a:p>
            <a:pPr algn="l"/>
            <a:endParaRPr lang="it-IT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14868F-A9C3-335D-C350-A31043B25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C5B8786F-65F6-B080-E402-0ED9D25673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802165"/>
            <a:ext cx="9144000" cy="1539171"/>
          </a:xfrm>
        </p:spPr>
        <p:txBody>
          <a:bodyPr anchor="ctr"/>
          <a:lstStyle/>
          <a:p>
            <a:r>
              <a:rPr lang="it-IT" sz="3600" dirty="0"/>
              <a:t>FINE MODULO 3 </a:t>
            </a:r>
            <a:r>
              <a:rPr lang="it-IT" sz="3600"/>
              <a:t>– DDL E STRUTTURA DEL DATABASE</a:t>
            </a:r>
            <a:endParaRPr lang="it-IT" sz="3800" spc="0" dirty="0"/>
          </a:p>
        </p:txBody>
      </p:sp>
    </p:spTree>
    <p:extLst>
      <p:ext uri="{BB962C8B-B14F-4D97-AF65-F5344CB8AC3E}">
        <p14:creationId xmlns:p14="http://schemas.microsoft.com/office/powerpoint/2010/main" val="327676783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119d383a77d69c9fe4b65d6ff37d099a55e5bbd"/>
</p:tagLst>
</file>

<file path=ppt/theme/theme1.xml><?xml version="1.0" encoding="utf-8"?>
<a:theme xmlns:a="http://schemas.openxmlformats.org/drawingml/2006/main" name="Sistemi">
  <a:themeElements>
    <a:clrScheme name="SISTEMI">
      <a:dk1>
        <a:sysClr val="windowText" lastClr="000000"/>
      </a:dk1>
      <a:lt1>
        <a:sysClr val="window" lastClr="FFFFFF"/>
      </a:lt1>
      <a:dk2>
        <a:srgbClr val="505460"/>
      </a:dk2>
      <a:lt2>
        <a:srgbClr val="FFFFFF"/>
      </a:lt2>
      <a:accent1>
        <a:srgbClr val="3A537E"/>
      </a:accent1>
      <a:accent2>
        <a:srgbClr val="AC1A2F"/>
      </a:accent2>
      <a:accent3>
        <a:srgbClr val="033D83"/>
      </a:accent3>
      <a:accent4>
        <a:srgbClr val="773E90"/>
      </a:accent4>
      <a:accent5>
        <a:srgbClr val="0092AE"/>
      </a:accent5>
      <a:accent6>
        <a:srgbClr val="FED03C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19050">
          <a:solidFill>
            <a:srgbClr val="A71930"/>
          </a:solidFill>
          <a:round/>
          <a:headEnd/>
          <a:tailEnd/>
        </a:ln>
        <a:effectLst/>
      </a:spPr>
      <a:bodyPr lIns="17999" tIns="10799" rIns="17999" bIns="10799" rtlCol="0" anchor="ctr"/>
      <a:lstStyle>
        <a:defPPr algn="ctr" eaLnBrk="0" hangingPunct="0">
          <a:lnSpc>
            <a:spcPct val="80000"/>
          </a:lnSpc>
          <a:spcBef>
            <a:spcPct val="20000"/>
          </a:spcBef>
          <a:buClr>
            <a:srgbClr val="A71930"/>
          </a:buClr>
          <a:defRPr sz="1600" b="1" dirty="0">
            <a:effectLst>
              <a:outerShdw blurRad="38100" dist="38100" dir="2700000" algn="tl">
                <a:srgbClr val="C0C0C0"/>
              </a:outerShdw>
            </a:effectLst>
          </a:defRPr>
        </a:defPPr>
      </a:lstStyle>
    </a:spDef>
    <a:txDef>
      <a:spPr>
        <a:noFill/>
      </a:spPr>
      <a:bodyPr wrap="square" rtlCol="0">
        <a:spAutoFit/>
      </a:bodyPr>
      <a:lstStyle>
        <a:defPPr algn="l">
          <a:defRPr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26929</TotalTime>
  <Words>1377</Words>
  <Application>Microsoft Office PowerPoint</Application>
  <PresentationFormat>Presentazione su schermo (16:9)</PresentationFormat>
  <Paragraphs>179</Paragraphs>
  <Slides>17</Slides>
  <Notes>17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17</vt:i4>
      </vt:variant>
    </vt:vector>
  </HeadingPairs>
  <TitlesOfParts>
    <vt:vector size="21" baseType="lpstr">
      <vt:lpstr>Arial</vt:lpstr>
      <vt:lpstr>Arial Narrow</vt:lpstr>
      <vt:lpstr>Calibri</vt:lpstr>
      <vt:lpstr>Sistemi</vt:lpstr>
      <vt:lpstr>Presentazione standard di PowerPoint</vt:lpstr>
      <vt:lpstr>agenda</vt:lpstr>
      <vt:lpstr>A cosa servono i vincoli</vt:lpstr>
      <vt:lpstr>Presentazione standard di PowerPoint</vt:lpstr>
      <vt:lpstr>Presentazione standard di PowerPoint</vt:lpstr>
      <vt:lpstr>Presentazione standard di PowerPoint</vt:lpstr>
      <vt:lpstr>CHIAVI E UNICITA’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Integrita’ referenziale</vt:lpstr>
      <vt:lpstr>Foreign key</vt:lpstr>
      <vt:lpstr>Presentazione standard di PowerPoint</vt:lpstr>
      <vt:lpstr>Vincoli e piani</vt:lpstr>
      <vt:lpstr>Presentazione standard di PowerPoint</vt:lpstr>
      <vt:lpstr>FINE MODULO 3 – DDL E STRUTTURA DEL DATABASE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Risultati aziendali e novità organizzative</dc:title>
  <dc:creator>Manuela.Pellegrino@sistemi.com</dc:creator>
  <cp:lastModifiedBy>Murzio Luca</cp:lastModifiedBy>
  <cp:revision>1469</cp:revision>
  <cp:lastPrinted>2026-03-23T15:16:51Z</cp:lastPrinted>
  <dcterms:created xsi:type="dcterms:W3CDTF">2013-03-01T10:25:06Z</dcterms:created>
  <dcterms:modified xsi:type="dcterms:W3CDTF">2026-10-19T14:41:24Z</dcterms:modified>
</cp:coreProperties>
</file>