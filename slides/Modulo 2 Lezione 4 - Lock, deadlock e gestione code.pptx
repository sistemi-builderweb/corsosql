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3"/>
  </p:notesMasterIdLst>
  <p:handoutMasterIdLst>
    <p:handoutMasterId r:id="rId24"/>
  </p:handoutMasterIdLst>
  <p:sldIdLst>
    <p:sldId id="398" r:id="rId2"/>
    <p:sldId id="418" r:id="rId3"/>
    <p:sldId id="448" r:id="rId4"/>
    <p:sldId id="442" r:id="rId5"/>
    <p:sldId id="449" r:id="rId6"/>
    <p:sldId id="450" r:id="rId7"/>
    <p:sldId id="451" r:id="rId8"/>
    <p:sldId id="452" r:id="rId9"/>
    <p:sldId id="458" r:id="rId10"/>
    <p:sldId id="460" r:id="rId11"/>
    <p:sldId id="454" r:id="rId12"/>
    <p:sldId id="455" r:id="rId13"/>
    <p:sldId id="453" r:id="rId14"/>
    <p:sldId id="461" r:id="rId15"/>
    <p:sldId id="462" r:id="rId16"/>
    <p:sldId id="463" r:id="rId17"/>
    <p:sldId id="464" r:id="rId18"/>
    <p:sldId id="465" r:id="rId19"/>
    <p:sldId id="459" r:id="rId20"/>
    <p:sldId id="274" r:id="rId21"/>
    <p:sldId id="457" r:id="rId22"/>
  </p:sldIdLst>
  <p:sldSz cx="9144000" cy="5143500" type="screen16x9"/>
  <p:notesSz cx="6797675" cy="9928225"/>
  <p:custDataLst>
    <p:tags r:id="rId25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andi Enrico" initials="EE" lastIdx="3" clrIdx="0"/>
  <p:cmAuthor id="2" name="Eandi Francesco" initials="EF" lastIdx="1" clrIdx="1"/>
  <p:cmAuthor id="3" name="Rosso Valter" initials="RV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0E1A"/>
    <a:srgbClr val="FFFFFF"/>
    <a:srgbClr val="A6B7D6"/>
    <a:srgbClr val="E30613"/>
    <a:srgbClr val="FFFFCC"/>
    <a:srgbClr val="8C8C8C"/>
    <a:srgbClr val="AC1A2F"/>
    <a:srgbClr val="D3D3D3"/>
    <a:srgbClr val="33CC33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4A8B0-E094-4CD7-9AED-639FF21997E0}" v="9" dt="2026-08-05T13:48:52.1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ile medio 4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DA37D80-6434-44D0-A028-1B22A696006F}" styleName="Stile chiaro 3 - Color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1" autoAdjust="0"/>
    <p:restoredTop sz="75182" autoAdjust="0"/>
  </p:normalViewPr>
  <p:slideViewPr>
    <p:cSldViewPr showGuides="1">
      <p:cViewPr varScale="1">
        <p:scale>
          <a:sx n="105" d="100"/>
          <a:sy n="105" d="100"/>
        </p:scale>
        <p:origin x="1962" y="96"/>
      </p:cViewPr>
      <p:guideLst>
        <p:guide orient="horz" pos="686"/>
        <p:guide pos="2880"/>
        <p:guide orient="horz" pos="5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580" y="-96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zio Luca" userId="62ead766-6eaf-4057-bb25-25909a8c13e9" providerId="ADAL" clId="{3FA68CEF-BA90-4830-B164-02BEB71A7E1D}"/>
    <pc:docChg chg="undo redo custSel addSld delSld modSld sldOrd modNotesMaster modHandout">
      <pc:chgData name="Murzio Luca" userId="62ead766-6eaf-4057-bb25-25909a8c13e9" providerId="ADAL" clId="{3FA68CEF-BA90-4830-B164-02BEB71A7E1D}" dt="2026-08-05T14:26:57.237" v="26934" actId="478"/>
      <pc:docMkLst>
        <pc:docMk/>
      </pc:docMkLst>
      <pc:sldChg chg="delSp mod">
        <pc:chgData name="Murzio Luca" userId="62ead766-6eaf-4057-bb25-25909a8c13e9" providerId="ADAL" clId="{3FA68CEF-BA90-4830-B164-02BEB71A7E1D}" dt="2026-08-05T14:26:57.237" v="26934" actId="478"/>
        <pc:sldMkLst>
          <pc:docMk/>
          <pc:sldMk cId="0" sldId="274"/>
        </pc:sldMkLst>
        <pc:picChg chg="del">
          <ac:chgData name="Murzio Luca" userId="62ead766-6eaf-4057-bb25-25909a8c13e9" providerId="ADAL" clId="{3FA68CEF-BA90-4830-B164-02BEB71A7E1D}" dt="2026-08-05T14:26:57.237" v="26934" actId="478"/>
          <ac:picMkLst>
            <pc:docMk/>
            <pc:sldMk cId="0" sldId="274"/>
            <ac:picMk id="3" creationId="{00000000-0000-0000-0000-000000000000}"/>
          </ac:picMkLst>
        </pc:picChg>
      </pc:sldChg>
      <pc:sldChg chg="modSp">
        <pc:chgData name="Murzio Luca" userId="62ead766-6eaf-4057-bb25-25909a8c13e9" providerId="ADAL" clId="{3FA68CEF-BA90-4830-B164-02BEB71A7E1D}" dt="2026-08-05T13:42:59.969" v="26930" actId="208"/>
        <pc:sldMkLst>
          <pc:docMk/>
          <pc:sldMk cId="3540166546" sldId="418"/>
        </pc:sldMkLst>
        <pc:graphicFrameChg chg="mod">
          <ac:chgData name="Murzio Luca" userId="62ead766-6eaf-4057-bb25-25909a8c13e9" providerId="ADAL" clId="{3FA68CEF-BA90-4830-B164-02BEB71A7E1D}" dt="2026-08-05T13:42:59.969" v="26930" actId="208"/>
          <ac:graphicFrameMkLst>
            <pc:docMk/>
            <pc:sldMk cId="3540166546" sldId="418"/>
            <ac:graphicFrameMk id="5" creationId="{6BFF772B-8A15-9994-B0EE-F4836F067C6E}"/>
          </ac:graphicFrameMkLst>
        </pc:graphicFrameChg>
      </pc:sldChg>
      <pc:sldChg chg="addSp delSp modSp add mod modNotes modNotesTx">
        <pc:chgData name="Murzio Luca" userId="62ead766-6eaf-4057-bb25-25909a8c13e9" providerId="ADAL" clId="{3FA68CEF-BA90-4830-B164-02BEB71A7E1D}" dt="2026-08-05T13:02:37.854" v="26894" actId="27636"/>
        <pc:sldMkLst>
          <pc:docMk/>
          <pc:sldMk cId="2067611200" sldId="442"/>
        </pc:sldMkLst>
      </pc:sldChg>
      <pc:sldChg chg="modSp">
        <pc:chgData name="Murzio Luca" userId="62ead766-6eaf-4057-bb25-25909a8c13e9" providerId="ADAL" clId="{3FA68CEF-BA90-4830-B164-02BEB71A7E1D}" dt="2026-08-05T13:48:49.505" v="26933"/>
        <pc:sldMkLst>
          <pc:docMk/>
          <pc:sldMk cId="1707567005" sldId="450"/>
        </pc:sldMkLst>
        <pc:graphicFrameChg chg="mod">
          <ac:chgData name="Murzio Luca" userId="62ead766-6eaf-4057-bb25-25909a8c13e9" providerId="ADAL" clId="{3FA68CEF-BA90-4830-B164-02BEB71A7E1D}" dt="2026-08-05T13:48:49.505" v="26933"/>
          <ac:graphicFrameMkLst>
            <pc:docMk/>
            <pc:sldMk cId="1707567005" sldId="450"/>
            <ac:graphicFrameMk id="6" creationId="{94AEAB6B-4983-12A2-35D3-49822C74D216}"/>
          </ac:graphicFrameMkLst>
        </pc:graphicFrameChg>
      </pc:sldChg>
      <pc:sldChg chg="modNotesTx">
        <pc:chgData name="Murzio Luca" userId="62ead766-6eaf-4057-bb25-25909a8c13e9" providerId="ADAL" clId="{3FA68CEF-BA90-4830-B164-02BEB71A7E1D}" dt="2026-08-05T12:23:02.841" v="26870" actId="20577"/>
        <pc:sldMkLst>
          <pc:docMk/>
          <pc:sldMk cId="3919954499" sldId="451"/>
        </pc:sldMkLst>
      </pc:sldChg>
      <pc:sldChg chg="modNotesTx">
        <pc:chgData name="Murzio Luca" userId="62ead766-6eaf-4057-bb25-25909a8c13e9" providerId="ADAL" clId="{3FA68CEF-BA90-4830-B164-02BEB71A7E1D}" dt="2026-08-05T12:23:15.964" v="26876" actId="20577"/>
        <pc:sldMkLst>
          <pc:docMk/>
          <pc:sldMk cId="2169076052" sldId="452"/>
        </pc:sldMkLst>
      </pc:sldChg>
      <pc:sldChg chg="modSp mod">
        <pc:chgData name="Murzio Luca" userId="62ead766-6eaf-4057-bb25-25909a8c13e9" providerId="ADAL" clId="{3FA68CEF-BA90-4830-B164-02BEB71A7E1D}" dt="2026-08-05T13:02:51.589" v="26928" actId="20577"/>
        <pc:sldMkLst>
          <pc:docMk/>
          <pc:sldMk cId="3138424054" sldId="457"/>
        </pc:sldMkLst>
        <pc:spChg chg="mod">
          <ac:chgData name="Murzio Luca" userId="62ead766-6eaf-4057-bb25-25909a8c13e9" providerId="ADAL" clId="{3FA68CEF-BA90-4830-B164-02BEB71A7E1D}" dt="2026-08-05T13:02:51.589" v="26928" actId="20577"/>
          <ac:spMkLst>
            <pc:docMk/>
            <pc:sldMk cId="3138424054" sldId="457"/>
            <ac:spMk id="4" creationId="{019ADB8B-D693-5AF7-D7A2-F30BD45A8132}"/>
          </ac:spMkLst>
        </pc:spChg>
      </pc:sldChg>
      <pc:sldChg chg="modNotesTx">
        <pc:chgData name="Murzio Luca" userId="62ead766-6eaf-4057-bb25-25909a8c13e9" providerId="ADAL" clId="{3FA68CEF-BA90-4830-B164-02BEB71A7E1D}" dt="2026-08-05T13:01:14.607" v="26888" actId="20577"/>
        <pc:sldMkLst>
          <pc:docMk/>
          <pc:sldMk cId="1935250169" sldId="462"/>
        </pc:sldMkLst>
      </pc:sldChg>
      <pc:sldChg chg="modNotesTx">
        <pc:chgData name="Murzio Luca" userId="62ead766-6eaf-4057-bb25-25909a8c13e9" providerId="ADAL" clId="{3FA68CEF-BA90-4830-B164-02BEB71A7E1D}" dt="2026-08-05T13:01:09.951" v="26884" actId="20577"/>
        <pc:sldMkLst>
          <pc:docMk/>
          <pc:sldMk cId="31108427" sldId="463"/>
        </pc:sldMkLst>
      </pc:sldChg>
      <pc:sldChg chg="modNotesTx">
        <pc:chgData name="Murzio Luca" userId="62ead766-6eaf-4057-bb25-25909a8c13e9" providerId="ADAL" clId="{3FA68CEF-BA90-4830-B164-02BEB71A7E1D}" dt="2026-08-05T13:01:05.926" v="26880" actId="20577"/>
        <pc:sldMkLst>
          <pc:docMk/>
          <pc:sldMk cId="1291143490" sldId="464"/>
        </pc:sldMkLst>
      </pc:sldChg>
      <pc:sldChg chg="modNotesTx">
        <pc:chgData name="Murzio Luca" userId="62ead766-6eaf-4057-bb25-25909a8c13e9" providerId="ADAL" clId="{3FA68CEF-BA90-4830-B164-02BEB71A7E1D}" dt="2026-08-05T13:01:19.215" v="26892" actId="20577"/>
        <pc:sldMkLst>
          <pc:docMk/>
          <pc:sldMk cId="78595553" sldId="465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D1F62B-6749-4127-BF33-B948C18E53A1}" type="doc">
      <dgm:prSet loTypeId="urn:microsoft.com/office/officeart/2005/8/layout/p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2FB198A0-1714-4D5D-8656-E075BCF10151}">
      <dgm:prSet phldrT="[Testo]"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Lock</a:t>
          </a:r>
          <a:endParaRPr lang="it-IT" dirty="0"/>
        </a:p>
      </dgm:t>
    </dgm:pt>
    <dgm:pt modelId="{61A79EF9-7BEC-42D8-999F-5525070377BE}" type="parTrans" cxnId="{22E17AE5-481C-44B1-BAEC-8A9615112D17}">
      <dgm:prSet/>
      <dgm:spPr/>
      <dgm:t>
        <a:bodyPr/>
        <a:lstStyle/>
        <a:p>
          <a:endParaRPr lang="it-IT"/>
        </a:p>
      </dgm:t>
    </dgm:pt>
    <dgm:pt modelId="{C4510213-4CD4-4865-91F9-9490F01B9AF6}" type="sibTrans" cxnId="{22E17AE5-481C-44B1-BAEC-8A9615112D17}">
      <dgm:prSet/>
      <dgm:spPr/>
      <dgm:t>
        <a:bodyPr/>
        <a:lstStyle/>
        <a:p>
          <a:endParaRPr lang="it-IT"/>
        </a:p>
      </dgm:t>
    </dgm:pt>
    <dgm:pt modelId="{0DEA05F1-C0DA-42CA-B513-1D07AE7C3B4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Tipi e modalità</a:t>
          </a:r>
        </a:p>
      </dgm:t>
    </dgm:pt>
    <dgm:pt modelId="{61042808-7344-4A32-8299-4EF8AF4747DA}" type="parTrans" cxnId="{F4C146D5-3401-4867-A6DB-77E7BC0DBCC4}">
      <dgm:prSet/>
      <dgm:spPr/>
      <dgm:t>
        <a:bodyPr/>
        <a:lstStyle/>
        <a:p>
          <a:endParaRPr lang="it-IT"/>
        </a:p>
      </dgm:t>
    </dgm:pt>
    <dgm:pt modelId="{5B49E091-3E50-40C8-AF98-D2DBF1FF1F39}" type="sibTrans" cxnId="{F4C146D5-3401-4867-A6DB-77E7BC0DBCC4}">
      <dgm:prSet/>
      <dgm:spPr/>
      <dgm:t>
        <a:bodyPr/>
        <a:lstStyle/>
        <a:p>
          <a:endParaRPr lang="it-IT"/>
        </a:p>
      </dgm:t>
    </dgm:pt>
    <dgm:pt modelId="{51C28666-D447-4B0A-9D45-58EAAAF4C45B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/>
            <a:t>Deadlock</a:t>
          </a:r>
          <a:endParaRPr lang="it-IT" b="1" dirty="0"/>
        </a:p>
      </dgm:t>
    </dgm:pt>
    <dgm:pt modelId="{4603A966-9B49-4831-8263-104779E5CE66}" type="parTrans" cxnId="{FCFA18B9-FA7D-411B-A9B7-70C9B8E67110}">
      <dgm:prSet/>
      <dgm:spPr/>
      <dgm:t>
        <a:bodyPr/>
        <a:lstStyle/>
        <a:p>
          <a:endParaRPr lang="it-IT"/>
        </a:p>
      </dgm:t>
    </dgm:pt>
    <dgm:pt modelId="{3994FE86-EFE3-43FE-85C1-A1162D6271C7}" type="sibTrans" cxnId="{FCFA18B9-FA7D-411B-A9B7-70C9B8E67110}">
      <dgm:prSet/>
      <dgm:spPr/>
      <dgm:t>
        <a:bodyPr/>
        <a:lstStyle/>
        <a:p>
          <a:endParaRPr lang="it-IT"/>
        </a:p>
      </dgm:t>
    </dgm:pt>
    <dgm:pt modelId="{53108772-0380-4A20-BA63-BA632A278629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Cos’è</a:t>
          </a:r>
        </a:p>
      </dgm:t>
    </dgm:pt>
    <dgm:pt modelId="{EA984A75-1A4C-4479-88BE-94DB790DD3DB}" type="parTrans" cxnId="{194F612F-7D47-4E05-807E-D3370B1BBAC4}">
      <dgm:prSet/>
      <dgm:spPr/>
      <dgm:t>
        <a:bodyPr/>
        <a:lstStyle/>
        <a:p>
          <a:endParaRPr lang="it-IT"/>
        </a:p>
      </dgm:t>
    </dgm:pt>
    <dgm:pt modelId="{B3C3CB41-C4A7-4FC1-A945-78D49F483F33}" type="sibTrans" cxnId="{194F612F-7D47-4E05-807E-D3370B1BBAC4}">
      <dgm:prSet/>
      <dgm:spPr/>
      <dgm:t>
        <a:bodyPr/>
        <a:lstStyle/>
        <a:p>
          <a:endParaRPr lang="it-IT"/>
        </a:p>
      </dgm:t>
    </dgm:pt>
    <dgm:pt modelId="{D27FDA1A-92E1-45CC-80EC-FEB6EDAF8063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/>
            <a:t>Vittima e priorità</a:t>
          </a:r>
          <a:endParaRPr lang="it-IT" dirty="0"/>
        </a:p>
      </dgm:t>
    </dgm:pt>
    <dgm:pt modelId="{FF16E574-AE17-4ECF-AA07-789695DB4AA0}" type="parTrans" cxnId="{D590EC09-0DAC-4CCD-B16D-4AC385B2CA51}">
      <dgm:prSet/>
      <dgm:spPr/>
      <dgm:t>
        <a:bodyPr/>
        <a:lstStyle/>
        <a:p>
          <a:endParaRPr lang="it-IT"/>
        </a:p>
      </dgm:t>
    </dgm:pt>
    <dgm:pt modelId="{EA72DAD2-E33C-4B5F-AB5F-6DAC7129A25A}" type="sibTrans" cxnId="{D590EC09-0DAC-4CCD-B16D-4AC385B2CA51}">
      <dgm:prSet/>
      <dgm:spPr/>
      <dgm:t>
        <a:bodyPr/>
        <a:lstStyle/>
        <a:p>
          <a:endParaRPr lang="it-IT"/>
        </a:p>
      </dgm:t>
    </dgm:pt>
    <dgm:pt modelId="{09E26C8B-0CFD-4919-BB47-34A0DD8EBA27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Granularità</a:t>
          </a:r>
        </a:p>
      </dgm:t>
    </dgm:pt>
    <dgm:pt modelId="{8FF425D6-DDFD-4EA6-990E-3F80A32FEA3E}" type="parTrans" cxnId="{209C5B44-7091-44BB-B673-A8F06F83EF55}">
      <dgm:prSet/>
      <dgm:spPr/>
      <dgm:t>
        <a:bodyPr/>
        <a:lstStyle/>
        <a:p>
          <a:endParaRPr lang="it-IT"/>
        </a:p>
      </dgm:t>
    </dgm:pt>
    <dgm:pt modelId="{5323CFDD-FD29-4255-82A5-097BFEA286F1}" type="sibTrans" cxnId="{209C5B44-7091-44BB-B673-A8F06F83EF55}">
      <dgm:prSet/>
      <dgm:spPr/>
      <dgm:t>
        <a:bodyPr/>
        <a:lstStyle/>
        <a:p>
          <a:endParaRPr lang="it-IT"/>
        </a:p>
      </dgm:t>
    </dgm:pt>
    <dgm:pt modelId="{BD7D7BF1-5DD0-4F6F-9136-7B2CC9173C3F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Compatibilità</a:t>
          </a:r>
        </a:p>
      </dgm:t>
    </dgm:pt>
    <dgm:pt modelId="{DA041BB3-D07C-49CE-9C10-0D593610BB38}" type="parTrans" cxnId="{E21B663B-8CEA-4D6D-85F6-7833A24C1003}">
      <dgm:prSet/>
      <dgm:spPr/>
      <dgm:t>
        <a:bodyPr/>
        <a:lstStyle/>
        <a:p>
          <a:endParaRPr lang="it-IT"/>
        </a:p>
      </dgm:t>
    </dgm:pt>
    <dgm:pt modelId="{FC8AC95D-B90B-4D5A-9695-261945603E14}" type="sibTrans" cxnId="{E21B663B-8CEA-4D6D-85F6-7833A24C1003}">
      <dgm:prSet/>
      <dgm:spPr/>
      <dgm:t>
        <a:bodyPr/>
        <a:lstStyle/>
        <a:p>
          <a:endParaRPr lang="it-IT"/>
        </a:p>
      </dgm:t>
    </dgm:pt>
    <dgm:pt modelId="{5D64045F-F5BA-4FA5-B084-963ADB5B9A8E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Esempio </a:t>
          </a:r>
        </a:p>
      </dgm:t>
    </dgm:pt>
    <dgm:pt modelId="{D5FF6027-E2A9-4388-8F04-1E34D6BD38BA}" type="parTrans" cxnId="{395C965D-E464-4C47-987D-E38D1ED2A1D3}">
      <dgm:prSet/>
      <dgm:spPr/>
      <dgm:t>
        <a:bodyPr/>
        <a:lstStyle/>
        <a:p>
          <a:endParaRPr lang="it-IT"/>
        </a:p>
      </dgm:t>
    </dgm:pt>
    <dgm:pt modelId="{6F9045FC-0884-4565-B7D8-6B340FF6A9DF}" type="sibTrans" cxnId="{395C965D-E464-4C47-987D-E38D1ED2A1D3}">
      <dgm:prSet/>
      <dgm:spPr/>
      <dgm:t>
        <a:bodyPr/>
        <a:lstStyle/>
        <a:p>
          <a:endParaRPr lang="it-IT"/>
        </a:p>
      </dgm:t>
    </dgm:pt>
    <dgm:pt modelId="{B23CBAF3-AE53-445D-BA7A-67BF554EFD5A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Escalation</a:t>
          </a:r>
        </a:p>
      </dgm:t>
    </dgm:pt>
    <dgm:pt modelId="{1E38B6A6-EE85-47F7-B974-130BBDE469F0}" type="parTrans" cxnId="{EBCAF91D-4B9D-4035-9540-48571777B1D2}">
      <dgm:prSet/>
      <dgm:spPr/>
      <dgm:t>
        <a:bodyPr/>
        <a:lstStyle/>
        <a:p>
          <a:endParaRPr lang="it-IT"/>
        </a:p>
      </dgm:t>
    </dgm:pt>
    <dgm:pt modelId="{F9DC6DC6-2259-45A6-B084-ECFFF45234D1}" type="sibTrans" cxnId="{EBCAF91D-4B9D-4035-9540-48571777B1D2}">
      <dgm:prSet/>
      <dgm:spPr/>
      <dgm:t>
        <a:bodyPr/>
        <a:lstStyle/>
        <a:p>
          <a:endParaRPr lang="it-IT"/>
        </a:p>
      </dgm:t>
    </dgm:pt>
    <dgm:pt modelId="{C54A05CD-0DA3-4C68-92F4-CD4239282706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b="1" dirty="0"/>
            <a:t>Concorrenza avanzata e code</a:t>
          </a:r>
        </a:p>
      </dgm:t>
    </dgm:pt>
    <dgm:pt modelId="{70396659-C9D1-475E-B8CF-5D5862B22613}" type="parTrans" cxnId="{C24CA1DA-F358-422A-8901-C93556C50C03}">
      <dgm:prSet/>
      <dgm:spPr/>
      <dgm:t>
        <a:bodyPr/>
        <a:lstStyle/>
        <a:p>
          <a:endParaRPr lang="it-IT"/>
        </a:p>
      </dgm:t>
    </dgm:pt>
    <dgm:pt modelId="{8ABA1520-7581-40AF-9080-5A9DA0E0C5A6}" type="sibTrans" cxnId="{C24CA1DA-F358-422A-8901-C93556C50C03}">
      <dgm:prSet/>
      <dgm:spPr/>
      <dgm:t>
        <a:bodyPr/>
        <a:lstStyle/>
        <a:p>
          <a:endParaRPr lang="it-IT"/>
        </a:p>
      </dgm:t>
    </dgm:pt>
    <dgm:pt modelId="{6946835E-178F-408C-95C3-E248C2D56774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Lock ottimistico vs pessimistico</a:t>
          </a:r>
        </a:p>
      </dgm:t>
    </dgm:pt>
    <dgm:pt modelId="{24791816-23B9-4A89-A57B-5A298CAB33C5}" type="parTrans" cxnId="{DF19270A-07A5-4A2A-85C8-A0085791E71F}">
      <dgm:prSet/>
      <dgm:spPr/>
      <dgm:t>
        <a:bodyPr/>
        <a:lstStyle/>
        <a:p>
          <a:endParaRPr lang="it-IT"/>
        </a:p>
      </dgm:t>
    </dgm:pt>
    <dgm:pt modelId="{21865214-95C3-459C-9697-DBF9C8FCB409}" type="sibTrans" cxnId="{DF19270A-07A5-4A2A-85C8-A0085791E71F}">
      <dgm:prSet/>
      <dgm:spPr/>
      <dgm:t>
        <a:bodyPr/>
        <a:lstStyle/>
        <a:p>
          <a:endParaRPr lang="it-IT"/>
        </a:p>
      </dgm:t>
    </dgm:pt>
    <dgm:pt modelId="{B17EFE1B-1A51-4BD9-8701-4BC552445E6F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Pattern per le code</a:t>
          </a:r>
        </a:p>
      </dgm:t>
    </dgm:pt>
    <dgm:pt modelId="{256BE794-4048-4F3E-8C98-ED65CD40D1F4}" type="parTrans" cxnId="{0A2443A9-3B08-4317-97CA-797FD8E475BB}">
      <dgm:prSet/>
      <dgm:spPr/>
      <dgm:t>
        <a:bodyPr/>
        <a:lstStyle/>
        <a:p>
          <a:endParaRPr lang="it-IT"/>
        </a:p>
      </dgm:t>
    </dgm:pt>
    <dgm:pt modelId="{88158EB3-2196-40BA-8800-834970CB7177}" type="sibTrans" cxnId="{0A2443A9-3B08-4317-97CA-797FD8E475BB}">
      <dgm:prSet/>
      <dgm:spPr/>
      <dgm:t>
        <a:bodyPr/>
        <a:lstStyle/>
        <a:p>
          <a:endParaRPr lang="it-IT"/>
        </a:p>
      </dgm:t>
    </dgm:pt>
    <dgm:pt modelId="{F0B8EB06-F658-4437-A20A-0677665BA8C0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Lock applicativo</a:t>
          </a:r>
        </a:p>
      </dgm:t>
    </dgm:pt>
    <dgm:pt modelId="{5B02F31F-02C5-41F6-BDD3-DBEFD4D84393}" type="parTrans" cxnId="{B85F6EB0-2B06-401D-9D2F-72729E707E2A}">
      <dgm:prSet/>
      <dgm:spPr/>
      <dgm:t>
        <a:bodyPr/>
        <a:lstStyle/>
        <a:p>
          <a:endParaRPr lang="it-IT"/>
        </a:p>
      </dgm:t>
    </dgm:pt>
    <dgm:pt modelId="{E586E5FB-9985-43D9-979C-C9AC85BAF436}" type="sibTrans" cxnId="{B85F6EB0-2B06-401D-9D2F-72729E707E2A}">
      <dgm:prSet/>
      <dgm:spPr/>
      <dgm:t>
        <a:bodyPr/>
        <a:lstStyle/>
        <a:p>
          <a:endParaRPr lang="it-IT"/>
        </a:p>
      </dgm:t>
    </dgm:pt>
    <dgm:pt modelId="{9B64AFEE-F15B-4F9E-9E43-56B151B9706D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b="1" dirty="0"/>
            <a:t>Diagnosi</a:t>
          </a:r>
        </a:p>
      </dgm:t>
    </dgm:pt>
    <dgm:pt modelId="{319F38FB-ED7B-4074-8980-9D6793AF8267}" type="parTrans" cxnId="{5A142EFB-5583-4189-8862-C442DF8954CF}">
      <dgm:prSet/>
      <dgm:spPr/>
      <dgm:t>
        <a:bodyPr/>
        <a:lstStyle/>
        <a:p>
          <a:endParaRPr lang="it-IT"/>
        </a:p>
      </dgm:t>
    </dgm:pt>
    <dgm:pt modelId="{9805B1AF-2FA9-4A62-8241-7E8CEB7587F7}" type="sibTrans" cxnId="{5A142EFB-5583-4189-8862-C442DF8954CF}">
      <dgm:prSet/>
      <dgm:spPr/>
      <dgm:t>
        <a:bodyPr/>
        <a:lstStyle/>
        <a:p>
          <a:endParaRPr lang="it-IT"/>
        </a:p>
      </dgm:t>
    </dgm:pt>
    <dgm:pt modelId="{5F9D833A-7149-43B2-B645-87D4D5732092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DMV e strumenti</a:t>
          </a:r>
        </a:p>
      </dgm:t>
    </dgm:pt>
    <dgm:pt modelId="{AD2BF882-539C-4EAD-8F16-34C50DE8FE01}" type="parTrans" cxnId="{F9E36D68-68C9-437F-A5CD-F292B08AAAA5}">
      <dgm:prSet/>
      <dgm:spPr/>
      <dgm:t>
        <a:bodyPr/>
        <a:lstStyle/>
        <a:p>
          <a:endParaRPr lang="it-IT"/>
        </a:p>
      </dgm:t>
    </dgm:pt>
    <dgm:pt modelId="{ABDCA3A1-9B9D-44ED-9F32-2DF43478893B}" type="sibTrans" cxnId="{F9E36D68-68C9-437F-A5CD-F292B08AAAA5}">
      <dgm:prSet/>
      <dgm:spPr/>
      <dgm:t>
        <a:bodyPr/>
        <a:lstStyle/>
        <a:p>
          <a:endParaRPr lang="it-IT"/>
        </a:p>
      </dgm:t>
    </dgm:pt>
    <dgm:pt modelId="{807F2BAD-A267-4AFB-9783-5B132F418061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Prevenzione</a:t>
          </a:r>
        </a:p>
      </dgm:t>
    </dgm:pt>
    <dgm:pt modelId="{DAB62170-4DC8-4DF4-8686-4354D4FFA43A}" type="parTrans" cxnId="{0C1FFE47-180C-4C73-848C-32710FCD19B0}">
      <dgm:prSet/>
      <dgm:spPr/>
      <dgm:t>
        <a:bodyPr/>
        <a:lstStyle/>
        <a:p>
          <a:endParaRPr lang="it-IT"/>
        </a:p>
      </dgm:t>
    </dgm:pt>
    <dgm:pt modelId="{C44A611E-FB5D-42D3-94C9-70F515506688}" type="sibTrans" cxnId="{0C1FFE47-180C-4C73-848C-32710FCD19B0}">
      <dgm:prSet/>
      <dgm:spPr/>
      <dgm:t>
        <a:bodyPr/>
        <a:lstStyle/>
        <a:p>
          <a:endParaRPr lang="it-IT"/>
        </a:p>
      </dgm:t>
    </dgm:pt>
    <dgm:pt modelId="{74155C88-C69C-4056-9F33-3B990194E737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Best practices</a:t>
          </a:r>
        </a:p>
      </dgm:t>
    </dgm:pt>
    <dgm:pt modelId="{A1C8B27B-3219-4D17-AC9D-86BC463598E8}" type="parTrans" cxnId="{984F5C35-C090-4055-B476-C7C92B639885}">
      <dgm:prSet/>
      <dgm:spPr/>
      <dgm:t>
        <a:bodyPr/>
        <a:lstStyle/>
        <a:p>
          <a:endParaRPr lang="it-IT"/>
        </a:p>
      </dgm:t>
    </dgm:pt>
    <dgm:pt modelId="{84047032-B05D-4372-9635-54FCA30BC7DA}" type="sibTrans" cxnId="{984F5C35-C090-4055-B476-C7C92B639885}">
      <dgm:prSet/>
      <dgm:spPr/>
      <dgm:t>
        <a:bodyPr/>
        <a:lstStyle/>
        <a:p>
          <a:endParaRPr lang="it-IT"/>
        </a:p>
      </dgm:t>
    </dgm:pt>
    <dgm:pt modelId="{06DCDF8B-144A-4DDE-8C8C-AB0B5E551470}" type="pres">
      <dgm:prSet presAssocID="{A6D1F62B-6749-4127-BF33-B948C18E53A1}" presName="Name0" presStyleCnt="0">
        <dgm:presLayoutVars>
          <dgm:dir/>
          <dgm:resizeHandles val="exact"/>
        </dgm:presLayoutVars>
      </dgm:prSet>
      <dgm:spPr/>
    </dgm:pt>
    <dgm:pt modelId="{D27675B3-CBC1-4D81-AA80-13CE7334BE69}" type="pres">
      <dgm:prSet presAssocID="{A6D1F62B-6749-4127-BF33-B948C18E53A1}" presName="bkgdShp" presStyleLbl="alignAccFollowNode1" presStyleIdx="0" presStyleCnt="1" custLinFactNeighborX="-8" custLinFactNeighborY="465"/>
      <dgm:spPr>
        <a:ln>
          <a:solidFill>
            <a:srgbClr val="C20E1A">
              <a:alpha val="90000"/>
            </a:srgbClr>
          </a:solidFill>
        </a:ln>
      </dgm:spPr>
    </dgm:pt>
    <dgm:pt modelId="{63588C70-A0B9-44A7-AE9F-B257E34B8B88}" type="pres">
      <dgm:prSet presAssocID="{A6D1F62B-6749-4127-BF33-B948C18E53A1}" presName="linComp" presStyleCnt="0"/>
      <dgm:spPr/>
    </dgm:pt>
    <dgm:pt modelId="{61032929-C9AB-4203-B0C8-B19653CCFD80}" type="pres">
      <dgm:prSet presAssocID="{2FB198A0-1714-4D5D-8656-E075BCF10151}" presName="compNode" presStyleCnt="0"/>
      <dgm:spPr/>
    </dgm:pt>
    <dgm:pt modelId="{278E81E2-930D-4299-BB4A-429B1923B8CC}" type="pres">
      <dgm:prSet presAssocID="{2FB198A0-1714-4D5D-8656-E075BCF10151}" presName="node" presStyleLbl="node1" presStyleIdx="0" presStyleCnt="4">
        <dgm:presLayoutVars>
          <dgm:bulletEnabled val="1"/>
        </dgm:presLayoutVars>
      </dgm:prSet>
      <dgm:spPr/>
    </dgm:pt>
    <dgm:pt modelId="{7966EECC-426C-4BCE-B86F-5739FE724519}" type="pres">
      <dgm:prSet presAssocID="{2FB198A0-1714-4D5D-8656-E075BCF10151}" presName="invisiNode" presStyleLbl="node1" presStyleIdx="0" presStyleCnt="4"/>
      <dgm:spPr/>
    </dgm:pt>
    <dgm:pt modelId="{820E0940-A629-4F3E-BA84-620FC446B63B}" type="pres">
      <dgm:prSet presAssocID="{2FB198A0-1714-4D5D-8656-E075BCF10151}" presName="imagNode" presStyleLbl="fgImgPlace1" presStyleIdx="0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10052" r="10052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Blocca con riempimento a tinta unita"/>
        </a:ext>
      </dgm:extLst>
    </dgm:pt>
    <dgm:pt modelId="{D8783325-6210-4DED-9C6E-86BBF7F00C2D}" type="pres">
      <dgm:prSet presAssocID="{C4510213-4CD4-4865-91F9-9490F01B9AF6}" presName="sibTrans" presStyleLbl="sibTrans2D1" presStyleIdx="0" presStyleCnt="0"/>
      <dgm:spPr/>
    </dgm:pt>
    <dgm:pt modelId="{54798144-41ED-4E49-91CB-4D425676BDF3}" type="pres">
      <dgm:prSet presAssocID="{51C28666-D447-4B0A-9D45-58EAAAF4C45B}" presName="compNode" presStyleCnt="0"/>
      <dgm:spPr/>
    </dgm:pt>
    <dgm:pt modelId="{58EDBEB8-0D9B-41C8-BAC2-2E69CD618183}" type="pres">
      <dgm:prSet presAssocID="{51C28666-D447-4B0A-9D45-58EAAAF4C45B}" presName="node" presStyleLbl="node1" presStyleIdx="1" presStyleCnt="4">
        <dgm:presLayoutVars>
          <dgm:bulletEnabled val="1"/>
        </dgm:presLayoutVars>
      </dgm:prSet>
      <dgm:spPr/>
    </dgm:pt>
    <dgm:pt modelId="{B97801AF-267A-45C7-B996-9DF3BAA0A629}" type="pres">
      <dgm:prSet presAssocID="{51C28666-D447-4B0A-9D45-58EAAAF4C45B}" presName="invisiNode" presStyleLbl="node1" presStyleIdx="1" presStyleCnt="4"/>
      <dgm:spPr/>
    </dgm:pt>
    <dgm:pt modelId="{E6F33BB0-5AF0-4D49-A2DF-B843F0E6783C}" type="pres">
      <dgm:prSet presAssocID="{51C28666-D447-4B0A-9D45-58EAAAF4C45B}" presName="imagNode" presStyleLbl="fgImgPlace1" presStyleIdx="1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10052" r="10052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Rete contorno"/>
        </a:ext>
      </dgm:extLst>
    </dgm:pt>
    <dgm:pt modelId="{0767A38E-0598-4010-822F-A729B16E7AEF}" type="pres">
      <dgm:prSet presAssocID="{3994FE86-EFE3-43FE-85C1-A1162D6271C7}" presName="sibTrans" presStyleLbl="sibTrans2D1" presStyleIdx="0" presStyleCnt="0"/>
      <dgm:spPr/>
    </dgm:pt>
    <dgm:pt modelId="{97718199-9ADC-4AE3-970F-0BE71F6991AA}" type="pres">
      <dgm:prSet presAssocID="{C54A05CD-0DA3-4C68-92F4-CD4239282706}" presName="compNode" presStyleCnt="0"/>
      <dgm:spPr/>
    </dgm:pt>
    <dgm:pt modelId="{DB1E3563-4104-4599-8C38-A0A0E5E13E54}" type="pres">
      <dgm:prSet presAssocID="{C54A05CD-0DA3-4C68-92F4-CD4239282706}" presName="node" presStyleLbl="node1" presStyleIdx="2" presStyleCnt="4">
        <dgm:presLayoutVars>
          <dgm:bulletEnabled val="1"/>
        </dgm:presLayoutVars>
      </dgm:prSet>
      <dgm:spPr/>
    </dgm:pt>
    <dgm:pt modelId="{6ECF6EE0-FED4-407B-AA0A-1EFC9AB7A59D}" type="pres">
      <dgm:prSet presAssocID="{C54A05CD-0DA3-4C68-92F4-CD4239282706}" presName="invisiNode" presStyleLbl="node1" presStyleIdx="2" presStyleCnt="4"/>
      <dgm:spPr/>
    </dgm:pt>
    <dgm:pt modelId="{1D71BA1B-5FC3-48D2-BFF2-626461483CF8}" type="pres">
      <dgm:prSet presAssocID="{C54A05CD-0DA3-4C68-92F4-CD4239282706}" presName="imagNode" presStyleLbl="fgImgPlace1" presStyleIdx="2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14346" r="14346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Semaforo con riempimento a tinta unita"/>
        </a:ext>
      </dgm:extLst>
    </dgm:pt>
    <dgm:pt modelId="{5799667B-5FF7-47A6-AF5D-D8DC1DF0E27B}" type="pres">
      <dgm:prSet presAssocID="{8ABA1520-7581-40AF-9080-5A9DA0E0C5A6}" presName="sibTrans" presStyleLbl="sibTrans2D1" presStyleIdx="0" presStyleCnt="0"/>
      <dgm:spPr/>
    </dgm:pt>
    <dgm:pt modelId="{4091846B-F909-47A6-8032-E3D2E1FEBDA1}" type="pres">
      <dgm:prSet presAssocID="{9B64AFEE-F15B-4F9E-9E43-56B151B9706D}" presName="compNode" presStyleCnt="0"/>
      <dgm:spPr/>
    </dgm:pt>
    <dgm:pt modelId="{B3936BD7-7C21-40B9-8DB9-3BE286307709}" type="pres">
      <dgm:prSet presAssocID="{9B64AFEE-F15B-4F9E-9E43-56B151B9706D}" presName="node" presStyleLbl="node1" presStyleIdx="3" presStyleCnt="4">
        <dgm:presLayoutVars>
          <dgm:bulletEnabled val="1"/>
        </dgm:presLayoutVars>
      </dgm:prSet>
      <dgm:spPr/>
    </dgm:pt>
    <dgm:pt modelId="{6DB0385F-4B7A-4416-A89A-43C539D0147D}" type="pres">
      <dgm:prSet presAssocID="{9B64AFEE-F15B-4F9E-9E43-56B151B9706D}" presName="invisiNode" presStyleLbl="node1" presStyleIdx="3" presStyleCnt="4"/>
      <dgm:spPr/>
    </dgm:pt>
    <dgm:pt modelId="{560519D6-3384-4258-9A28-54A74CA2B939}" type="pres">
      <dgm:prSet presAssocID="{9B64AFEE-F15B-4F9E-9E43-56B151B9706D}" presName="imagNode" presStyleLbl="fgImgPlace1" presStyleIdx="3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14346" r="14346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Stetoscopio con riempimento a tinta unita"/>
        </a:ext>
      </dgm:extLst>
    </dgm:pt>
  </dgm:ptLst>
  <dgm:cxnLst>
    <dgm:cxn modelId="{DBD82508-32C5-4DC9-AA73-D9F5E3E2B72E}" type="presOf" srcId="{807F2BAD-A267-4AFB-9783-5B132F418061}" destId="{B3936BD7-7C21-40B9-8DB9-3BE286307709}" srcOrd="0" destOrd="2" presId="urn:microsoft.com/office/officeart/2005/8/layout/pList2"/>
    <dgm:cxn modelId="{D590EC09-0DAC-4CCD-B16D-4AC385B2CA51}" srcId="{51C28666-D447-4B0A-9D45-58EAAAF4C45B}" destId="{D27FDA1A-92E1-45CC-80EC-FEB6EDAF8063}" srcOrd="1" destOrd="0" parTransId="{FF16E574-AE17-4ECF-AA07-789695DB4AA0}" sibTransId="{EA72DAD2-E33C-4B5F-AB5F-6DAC7129A25A}"/>
    <dgm:cxn modelId="{DF19270A-07A5-4A2A-85C8-A0085791E71F}" srcId="{C54A05CD-0DA3-4C68-92F4-CD4239282706}" destId="{6946835E-178F-408C-95C3-E248C2D56774}" srcOrd="0" destOrd="0" parTransId="{24791816-23B9-4A89-A57B-5A298CAB33C5}" sibTransId="{21865214-95C3-459C-9697-DBF9C8FCB409}"/>
    <dgm:cxn modelId="{FCC34511-2C95-427D-9746-9C44CACBAD8B}" type="presOf" srcId="{2FB198A0-1714-4D5D-8656-E075BCF10151}" destId="{278E81E2-930D-4299-BB4A-429B1923B8CC}" srcOrd="0" destOrd="0" presId="urn:microsoft.com/office/officeart/2005/8/layout/pList2"/>
    <dgm:cxn modelId="{14630913-D8C0-42FA-8C74-FB802B44A0C2}" type="presOf" srcId="{F0B8EB06-F658-4437-A20A-0677665BA8C0}" destId="{DB1E3563-4104-4599-8C38-A0A0E5E13E54}" srcOrd="0" destOrd="3" presId="urn:microsoft.com/office/officeart/2005/8/layout/pList2"/>
    <dgm:cxn modelId="{0F896B13-526C-48E4-B79C-A7F2D6FC3099}" type="presOf" srcId="{B23CBAF3-AE53-445D-BA7A-67BF554EFD5A}" destId="{278E81E2-930D-4299-BB4A-429B1923B8CC}" srcOrd="0" destOrd="4" presId="urn:microsoft.com/office/officeart/2005/8/layout/pList2"/>
    <dgm:cxn modelId="{0B821217-4957-4171-AAC8-61084D66E0D4}" type="presOf" srcId="{53108772-0380-4A20-BA63-BA632A278629}" destId="{58EDBEB8-0D9B-41C8-BAC2-2E69CD618183}" srcOrd="0" destOrd="1" presId="urn:microsoft.com/office/officeart/2005/8/layout/pList2"/>
    <dgm:cxn modelId="{EBCAF91D-4B9D-4035-9540-48571777B1D2}" srcId="{2FB198A0-1714-4D5D-8656-E075BCF10151}" destId="{B23CBAF3-AE53-445D-BA7A-67BF554EFD5A}" srcOrd="3" destOrd="0" parTransId="{1E38B6A6-EE85-47F7-B974-130BBDE469F0}" sibTransId="{F9DC6DC6-2259-45A6-B084-ECFFF45234D1}"/>
    <dgm:cxn modelId="{E36E082B-DE35-4B30-A36F-4C759BE9E8D9}" type="presOf" srcId="{5F9D833A-7149-43B2-B645-87D4D5732092}" destId="{B3936BD7-7C21-40B9-8DB9-3BE286307709}" srcOrd="0" destOrd="1" presId="urn:microsoft.com/office/officeart/2005/8/layout/pList2"/>
    <dgm:cxn modelId="{0E2C2F2F-C390-4B6B-B961-7FE7024EA69E}" type="presOf" srcId="{6946835E-178F-408C-95C3-E248C2D56774}" destId="{DB1E3563-4104-4599-8C38-A0A0E5E13E54}" srcOrd="0" destOrd="1" presId="urn:microsoft.com/office/officeart/2005/8/layout/pList2"/>
    <dgm:cxn modelId="{194F612F-7D47-4E05-807E-D3370B1BBAC4}" srcId="{51C28666-D447-4B0A-9D45-58EAAAF4C45B}" destId="{53108772-0380-4A20-BA63-BA632A278629}" srcOrd="0" destOrd="0" parTransId="{EA984A75-1A4C-4479-88BE-94DB790DD3DB}" sibTransId="{B3C3CB41-C4A7-4FC1-A945-78D49F483F33}"/>
    <dgm:cxn modelId="{984F5C35-C090-4055-B476-C7C92B639885}" srcId="{9B64AFEE-F15B-4F9E-9E43-56B151B9706D}" destId="{74155C88-C69C-4056-9F33-3B990194E737}" srcOrd="2" destOrd="0" parTransId="{A1C8B27B-3219-4D17-AC9D-86BC463598E8}" sibTransId="{84047032-B05D-4372-9635-54FCA30BC7DA}"/>
    <dgm:cxn modelId="{0594B539-01E2-4CA1-9B65-2120F702DAA9}" type="presOf" srcId="{51C28666-D447-4B0A-9D45-58EAAAF4C45B}" destId="{58EDBEB8-0D9B-41C8-BAC2-2E69CD618183}" srcOrd="0" destOrd="0" presId="urn:microsoft.com/office/officeart/2005/8/layout/pList2"/>
    <dgm:cxn modelId="{E21B663B-8CEA-4D6D-85F6-7833A24C1003}" srcId="{2FB198A0-1714-4D5D-8656-E075BCF10151}" destId="{BD7D7BF1-5DD0-4F6F-9136-7B2CC9173C3F}" srcOrd="2" destOrd="0" parTransId="{DA041BB3-D07C-49CE-9C10-0D593610BB38}" sibTransId="{FC8AC95D-B90B-4D5A-9695-261945603E14}"/>
    <dgm:cxn modelId="{395C965D-E464-4C47-987D-E38D1ED2A1D3}" srcId="{51C28666-D447-4B0A-9D45-58EAAAF4C45B}" destId="{5D64045F-F5BA-4FA5-B084-963ADB5B9A8E}" srcOrd="2" destOrd="0" parTransId="{D5FF6027-E2A9-4388-8F04-1E34D6BD38BA}" sibTransId="{6F9045FC-0884-4565-B7D8-6B340FF6A9DF}"/>
    <dgm:cxn modelId="{1DCD885F-991C-49D6-A47E-3C56E41CEF53}" type="presOf" srcId="{D27FDA1A-92E1-45CC-80EC-FEB6EDAF8063}" destId="{58EDBEB8-0D9B-41C8-BAC2-2E69CD618183}" srcOrd="0" destOrd="2" presId="urn:microsoft.com/office/officeart/2005/8/layout/pList2"/>
    <dgm:cxn modelId="{209C5B44-7091-44BB-B673-A8F06F83EF55}" srcId="{2FB198A0-1714-4D5D-8656-E075BCF10151}" destId="{09E26C8B-0CFD-4919-BB47-34A0DD8EBA27}" srcOrd="1" destOrd="0" parTransId="{8FF425D6-DDFD-4EA6-990E-3F80A32FEA3E}" sibTransId="{5323CFDD-FD29-4255-82A5-097BFEA286F1}"/>
    <dgm:cxn modelId="{B0E0A767-BA78-42CC-8CD6-6F2CA57E2035}" type="presOf" srcId="{8ABA1520-7581-40AF-9080-5A9DA0E0C5A6}" destId="{5799667B-5FF7-47A6-AF5D-D8DC1DF0E27B}" srcOrd="0" destOrd="0" presId="urn:microsoft.com/office/officeart/2005/8/layout/pList2"/>
    <dgm:cxn modelId="{0C1FFE47-180C-4C73-848C-32710FCD19B0}" srcId="{9B64AFEE-F15B-4F9E-9E43-56B151B9706D}" destId="{807F2BAD-A267-4AFB-9783-5B132F418061}" srcOrd="1" destOrd="0" parTransId="{DAB62170-4DC8-4DF4-8686-4354D4FFA43A}" sibTransId="{C44A611E-FB5D-42D3-94C9-70F515506688}"/>
    <dgm:cxn modelId="{F9E36D68-68C9-437F-A5CD-F292B08AAAA5}" srcId="{9B64AFEE-F15B-4F9E-9E43-56B151B9706D}" destId="{5F9D833A-7149-43B2-B645-87D4D5732092}" srcOrd="0" destOrd="0" parTransId="{AD2BF882-539C-4EAD-8F16-34C50DE8FE01}" sibTransId="{ABDCA3A1-9B9D-44ED-9F32-2DF43478893B}"/>
    <dgm:cxn modelId="{4A5A4F4C-DE11-4609-A659-CE69AD44B1CB}" type="presOf" srcId="{0DEA05F1-C0DA-42CA-B513-1D07AE7C3B4B}" destId="{278E81E2-930D-4299-BB4A-429B1923B8CC}" srcOrd="0" destOrd="1" presId="urn:microsoft.com/office/officeart/2005/8/layout/pList2"/>
    <dgm:cxn modelId="{3365C66E-76D1-47B3-AD5A-F1AF0E17FC32}" type="presOf" srcId="{3994FE86-EFE3-43FE-85C1-A1162D6271C7}" destId="{0767A38E-0598-4010-822F-A729B16E7AEF}" srcOrd="0" destOrd="0" presId="urn:microsoft.com/office/officeart/2005/8/layout/pList2"/>
    <dgm:cxn modelId="{BE3A6856-51BE-4B78-9A25-8825F569673A}" type="presOf" srcId="{C54A05CD-0DA3-4C68-92F4-CD4239282706}" destId="{DB1E3563-4104-4599-8C38-A0A0E5E13E54}" srcOrd="0" destOrd="0" presId="urn:microsoft.com/office/officeart/2005/8/layout/pList2"/>
    <dgm:cxn modelId="{9CCC9687-F043-4711-96AD-DA2A6F9BD4D4}" type="presOf" srcId="{A6D1F62B-6749-4127-BF33-B948C18E53A1}" destId="{06DCDF8B-144A-4DDE-8C8C-AB0B5E551470}" srcOrd="0" destOrd="0" presId="urn:microsoft.com/office/officeart/2005/8/layout/pList2"/>
    <dgm:cxn modelId="{29B30197-77FD-4284-A9CF-D6E518644EB1}" type="presOf" srcId="{09E26C8B-0CFD-4919-BB47-34A0DD8EBA27}" destId="{278E81E2-930D-4299-BB4A-429B1923B8CC}" srcOrd="0" destOrd="2" presId="urn:microsoft.com/office/officeart/2005/8/layout/pList2"/>
    <dgm:cxn modelId="{78650198-F08E-4B83-B69F-29CF267AD2A9}" type="presOf" srcId="{5D64045F-F5BA-4FA5-B084-963ADB5B9A8E}" destId="{58EDBEB8-0D9B-41C8-BAC2-2E69CD618183}" srcOrd="0" destOrd="3" presId="urn:microsoft.com/office/officeart/2005/8/layout/pList2"/>
    <dgm:cxn modelId="{4333A59A-D4DF-4A75-A2FF-F2BE4121E264}" type="presOf" srcId="{C4510213-4CD4-4865-91F9-9490F01B9AF6}" destId="{D8783325-6210-4DED-9C6E-86BBF7F00C2D}" srcOrd="0" destOrd="0" presId="urn:microsoft.com/office/officeart/2005/8/layout/pList2"/>
    <dgm:cxn modelId="{E9576BA2-C027-4FF5-A143-ABD7813A726B}" type="presOf" srcId="{B17EFE1B-1A51-4BD9-8701-4BC552445E6F}" destId="{DB1E3563-4104-4599-8C38-A0A0E5E13E54}" srcOrd="0" destOrd="2" presId="urn:microsoft.com/office/officeart/2005/8/layout/pList2"/>
    <dgm:cxn modelId="{0A2443A9-3B08-4317-97CA-797FD8E475BB}" srcId="{C54A05CD-0DA3-4C68-92F4-CD4239282706}" destId="{B17EFE1B-1A51-4BD9-8701-4BC552445E6F}" srcOrd="1" destOrd="0" parTransId="{256BE794-4048-4F3E-8C98-ED65CD40D1F4}" sibTransId="{88158EB3-2196-40BA-8800-834970CB7177}"/>
    <dgm:cxn modelId="{B85F6EB0-2B06-401D-9D2F-72729E707E2A}" srcId="{C54A05CD-0DA3-4C68-92F4-CD4239282706}" destId="{F0B8EB06-F658-4437-A20A-0677665BA8C0}" srcOrd="2" destOrd="0" parTransId="{5B02F31F-02C5-41F6-BDD3-DBEFD4D84393}" sibTransId="{E586E5FB-9985-43D9-979C-C9AC85BAF436}"/>
    <dgm:cxn modelId="{F553B7B6-A500-4AD5-8AB1-750F120EC51D}" type="presOf" srcId="{9B64AFEE-F15B-4F9E-9E43-56B151B9706D}" destId="{B3936BD7-7C21-40B9-8DB9-3BE286307709}" srcOrd="0" destOrd="0" presId="urn:microsoft.com/office/officeart/2005/8/layout/pList2"/>
    <dgm:cxn modelId="{FCFA18B9-FA7D-411B-A9B7-70C9B8E67110}" srcId="{A6D1F62B-6749-4127-BF33-B948C18E53A1}" destId="{51C28666-D447-4B0A-9D45-58EAAAF4C45B}" srcOrd="1" destOrd="0" parTransId="{4603A966-9B49-4831-8263-104779E5CE66}" sibTransId="{3994FE86-EFE3-43FE-85C1-A1162D6271C7}"/>
    <dgm:cxn modelId="{66BA37C2-6B80-486F-8B5F-1815ACCCBAB8}" type="presOf" srcId="{74155C88-C69C-4056-9F33-3B990194E737}" destId="{B3936BD7-7C21-40B9-8DB9-3BE286307709}" srcOrd="0" destOrd="3" presId="urn:microsoft.com/office/officeart/2005/8/layout/pList2"/>
    <dgm:cxn modelId="{F4C146D5-3401-4867-A6DB-77E7BC0DBCC4}" srcId="{2FB198A0-1714-4D5D-8656-E075BCF10151}" destId="{0DEA05F1-C0DA-42CA-B513-1D07AE7C3B4B}" srcOrd="0" destOrd="0" parTransId="{61042808-7344-4A32-8299-4EF8AF4747DA}" sibTransId="{5B49E091-3E50-40C8-AF98-D2DBF1FF1F39}"/>
    <dgm:cxn modelId="{C24CA1DA-F358-422A-8901-C93556C50C03}" srcId="{A6D1F62B-6749-4127-BF33-B948C18E53A1}" destId="{C54A05CD-0DA3-4C68-92F4-CD4239282706}" srcOrd="2" destOrd="0" parTransId="{70396659-C9D1-475E-B8CF-5D5862B22613}" sibTransId="{8ABA1520-7581-40AF-9080-5A9DA0E0C5A6}"/>
    <dgm:cxn modelId="{22E17AE5-481C-44B1-BAEC-8A9615112D17}" srcId="{A6D1F62B-6749-4127-BF33-B948C18E53A1}" destId="{2FB198A0-1714-4D5D-8656-E075BCF10151}" srcOrd="0" destOrd="0" parTransId="{61A79EF9-7BEC-42D8-999F-5525070377BE}" sibTransId="{C4510213-4CD4-4865-91F9-9490F01B9AF6}"/>
    <dgm:cxn modelId="{D6A06FEF-D1D8-49C5-B5F5-0640E1F8DEE2}" type="presOf" srcId="{BD7D7BF1-5DD0-4F6F-9136-7B2CC9173C3F}" destId="{278E81E2-930D-4299-BB4A-429B1923B8CC}" srcOrd="0" destOrd="3" presId="urn:microsoft.com/office/officeart/2005/8/layout/pList2"/>
    <dgm:cxn modelId="{5A142EFB-5583-4189-8862-C442DF8954CF}" srcId="{A6D1F62B-6749-4127-BF33-B948C18E53A1}" destId="{9B64AFEE-F15B-4F9E-9E43-56B151B9706D}" srcOrd="3" destOrd="0" parTransId="{319F38FB-ED7B-4074-8980-9D6793AF8267}" sibTransId="{9805B1AF-2FA9-4A62-8241-7E8CEB7587F7}"/>
    <dgm:cxn modelId="{8D6D43BD-B9C6-41E5-A620-457C6C21B64E}" type="presParOf" srcId="{06DCDF8B-144A-4DDE-8C8C-AB0B5E551470}" destId="{D27675B3-CBC1-4D81-AA80-13CE7334BE69}" srcOrd="0" destOrd="0" presId="urn:microsoft.com/office/officeart/2005/8/layout/pList2"/>
    <dgm:cxn modelId="{FD4B0B7E-24A8-4456-84BD-4E0651FD522D}" type="presParOf" srcId="{06DCDF8B-144A-4DDE-8C8C-AB0B5E551470}" destId="{63588C70-A0B9-44A7-AE9F-B257E34B8B88}" srcOrd="1" destOrd="0" presId="urn:microsoft.com/office/officeart/2005/8/layout/pList2"/>
    <dgm:cxn modelId="{B3EFEF7C-DE0F-4456-AC3C-4D2D3B6E48CE}" type="presParOf" srcId="{63588C70-A0B9-44A7-AE9F-B257E34B8B88}" destId="{61032929-C9AB-4203-B0C8-B19653CCFD80}" srcOrd="0" destOrd="0" presId="urn:microsoft.com/office/officeart/2005/8/layout/pList2"/>
    <dgm:cxn modelId="{1B39CD86-BE31-4F77-8BED-E8EB27735EBD}" type="presParOf" srcId="{61032929-C9AB-4203-B0C8-B19653CCFD80}" destId="{278E81E2-930D-4299-BB4A-429B1923B8CC}" srcOrd="0" destOrd="0" presId="urn:microsoft.com/office/officeart/2005/8/layout/pList2"/>
    <dgm:cxn modelId="{1E815EC6-00DE-4413-8066-717E2BE0F470}" type="presParOf" srcId="{61032929-C9AB-4203-B0C8-B19653CCFD80}" destId="{7966EECC-426C-4BCE-B86F-5739FE724519}" srcOrd="1" destOrd="0" presId="urn:microsoft.com/office/officeart/2005/8/layout/pList2"/>
    <dgm:cxn modelId="{00C4E81C-FE80-40F7-8AB2-2C2ECD467C6A}" type="presParOf" srcId="{61032929-C9AB-4203-B0C8-B19653CCFD80}" destId="{820E0940-A629-4F3E-BA84-620FC446B63B}" srcOrd="2" destOrd="0" presId="urn:microsoft.com/office/officeart/2005/8/layout/pList2"/>
    <dgm:cxn modelId="{0CB76944-BD88-4C96-92EE-6EB8A1CA89D9}" type="presParOf" srcId="{63588C70-A0B9-44A7-AE9F-B257E34B8B88}" destId="{D8783325-6210-4DED-9C6E-86BBF7F00C2D}" srcOrd="1" destOrd="0" presId="urn:microsoft.com/office/officeart/2005/8/layout/pList2"/>
    <dgm:cxn modelId="{AE65D08E-3FE4-4C5F-B04D-788138025FC8}" type="presParOf" srcId="{63588C70-A0B9-44A7-AE9F-B257E34B8B88}" destId="{54798144-41ED-4E49-91CB-4D425676BDF3}" srcOrd="2" destOrd="0" presId="urn:microsoft.com/office/officeart/2005/8/layout/pList2"/>
    <dgm:cxn modelId="{82A19698-1705-46FA-AA27-4839959CFD04}" type="presParOf" srcId="{54798144-41ED-4E49-91CB-4D425676BDF3}" destId="{58EDBEB8-0D9B-41C8-BAC2-2E69CD618183}" srcOrd="0" destOrd="0" presId="urn:microsoft.com/office/officeart/2005/8/layout/pList2"/>
    <dgm:cxn modelId="{771E5A1C-A3DF-4128-9A14-DF52D8C6FD20}" type="presParOf" srcId="{54798144-41ED-4E49-91CB-4D425676BDF3}" destId="{B97801AF-267A-45C7-B996-9DF3BAA0A629}" srcOrd="1" destOrd="0" presId="urn:microsoft.com/office/officeart/2005/8/layout/pList2"/>
    <dgm:cxn modelId="{4004916B-C05F-4EDF-B3E9-56F94244E3C3}" type="presParOf" srcId="{54798144-41ED-4E49-91CB-4D425676BDF3}" destId="{E6F33BB0-5AF0-4D49-A2DF-B843F0E6783C}" srcOrd="2" destOrd="0" presId="urn:microsoft.com/office/officeart/2005/8/layout/pList2"/>
    <dgm:cxn modelId="{14B3827B-6B3A-40A9-AA03-37CC81558A32}" type="presParOf" srcId="{63588C70-A0B9-44A7-AE9F-B257E34B8B88}" destId="{0767A38E-0598-4010-822F-A729B16E7AEF}" srcOrd="3" destOrd="0" presId="urn:microsoft.com/office/officeart/2005/8/layout/pList2"/>
    <dgm:cxn modelId="{F0607B63-E729-4725-915C-C5340B11C586}" type="presParOf" srcId="{63588C70-A0B9-44A7-AE9F-B257E34B8B88}" destId="{97718199-9ADC-4AE3-970F-0BE71F6991AA}" srcOrd="4" destOrd="0" presId="urn:microsoft.com/office/officeart/2005/8/layout/pList2"/>
    <dgm:cxn modelId="{C3254891-379C-49DB-A2AD-55A5DE43BF0A}" type="presParOf" srcId="{97718199-9ADC-4AE3-970F-0BE71F6991AA}" destId="{DB1E3563-4104-4599-8C38-A0A0E5E13E54}" srcOrd="0" destOrd="0" presId="urn:microsoft.com/office/officeart/2005/8/layout/pList2"/>
    <dgm:cxn modelId="{42C9EEED-8F10-483E-B26F-1877134AE874}" type="presParOf" srcId="{97718199-9ADC-4AE3-970F-0BE71F6991AA}" destId="{6ECF6EE0-FED4-407B-AA0A-1EFC9AB7A59D}" srcOrd="1" destOrd="0" presId="urn:microsoft.com/office/officeart/2005/8/layout/pList2"/>
    <dgm:cxn modelId="{393A3D00-BA30-48D0-AFFC-6BB2626C3A9E}" type="presParOf" srcId="{97718199-9ADC-4AE3-970F-0BE71F6991AA}" destId="{1D71BA1B-5FC3-48D2-BFF2-626461483CF8}" srcOrd="2" destOrd="0" presId="urn:microsoft.com/office/officeart/2005/8/layout/pList2"/>
    <dgm:cxn modelId="{6CF83F57-2D7A-422B-B3BE-60EE8F99CD2E}" type="presParOf" srcId="{63588C70-A0B9-44A7-AE9F-B257E34B8B88}" destId="{5799667B-5FF7-47A6-AF5D-D8DC1DF0E27B}" srcOrd="5" destOrd="0" presId="urn:microsoft.com/office/officeart/2005/8/layout/pList2"/>
    <dgm:cxn modelId="{078B3A5A-835D-4ADF-98F1-1D5152F2D031}" type="presParOf" srcId="{63588C70-A0B9-44A7-AE9F-B257E34B8B88}" destId="{4091846B-F909-47A6-8032-E3D2E1FEBDA1}" srcOrd="6" destOrd="0" presId="urn:microsoft.com/office/officeart/2005/8/layout/pList2"/>
    <dgm:cxn modelId="{21D52715-0A43-4DE6-9430-E149463BFB5F}" type="presParOf" srcId="{4091846B-F909-47A6-8032-E3D2E1FEBDA1}" destId="{B3936BD7-7C21-40B9-8DB9-3BE286307709}" srcOrd="0" destOrd="0" presId="urn:microsoft.com/office/officeart/2005/8/layout/pList2"/>
    <dgm:cxn modelId="{73854259-E331-4EE4-B2D0-92819951877E}" type="presParOf" srcId="{4091846B-F909-47A6-8032-E3D2E1FEBDA1}" destId="{6DB0385F-4B7A-4416-A89A-43C539D0147D}" srcOrd="1" destOrd="0" presId="urn:microsoft.com/office/officeart/2005/8/layout/pList2"/>
    <dgm:cxn modelId="{DD8344E5-DC5E-4602-AD96-E7C4E3E64B8C}" type="presParOf" srcId="{4091846B-F909-47A6-8032-E3D2E1FEBDA1}" destId="{560519D6-3384-4258-9A28-54A74CA2B939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916F34-9F8E-4A90-83ED-75031D86909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DFECF34F-90FE-4284-AAFD-A2094F441A85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2400" dirty="0" err="1">
              <a:solidFill>
                <a:schemeClr val="tx1"/>
              </a:solidFill>
            </a:rPr>
            <a:t>Shared</a:t>
          </a:r>
          <a:endParaRPr lang="it-IT" sz="2400" dirty="0">
            <a:solidFill>
              <a:schemeClr val="tx1"/>
            </a:solidFill>
          </a:endParaRPr>
        </a:p>
      </dgm:t>
    </dgm:pt>
    <dgm:pt modelId="{09975838-D340-4F2A-8088-BC706AC4D6D6}" type="parTrans" cxnId="{F36EA74A-B0B4-400D-95AD-617E4B8AA37E}">
      <dgm:prSet/>
      <dgm:spPr/>
      <dgm:t>
        <a:bodyPr/>
        <a:lstStyle/>
        <a:p>
          <a:endParaRPr lang="it-IT"/>
        </a:p>
      </dgm:t>
    </dgm:pt>
    <dgm:pt modelId="{6BE471B9-272D-4A8D-A63F-8AD8B1B0B523}" type="sibTrans" cxnId="{F36EA74A-B0B4-400D-95AD-617E4B8AA37E}">
      <dgm:prSet/>
      <dgm:spPr/>
      <dgm:t>
        <a:bodyPr/>
        <a:lstStyle/>
        <a:p>
          <a:endParaRPr lang="it-IT"/>
        </a:p>
      </dgm:t>
    </dgm:pt>
    <dgm:pt modelId="{685A123F-AC98-4C6F-8FEB-8C8FE9438C1F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1400" dirty="0">
              <a:solidFill>
                <a:schemeClr val="tx1"/>
              </a:solidFill>
            </a:rPr>
            <a:t>Sigla S</a:t>
          </a:r>
        </a:p>
      </dgm:t>
    </dgm:pt>
    <dgm:pt modelId="{B9172FEB-CF46-4768-9826-E9A251D34A20}" type="parTrans" cxnId="{FD76CE78-6045-4AA8-9943-FE3DFCB1FC40}">
      <dgm:prSet/>
      <dgm:spPr/>
      <dgm:t>
        <a:bodyPr/>
        <a:lstStyle/>
        <a:p>
          <a:endParaRPr lang="it-IT"/>
        </a:p>
      </dgm:t>
    </dgm:pt>
    <dgm:pt modelId="{07AD8367-2E8F-4E70-AD7D-F71004A2BC29}" type="sibTrans" cxnId="{FD76CE78-6045-4AA8-9943-FE3DFCB1FC40}">
      <dgm:prSet/>
      <dgm:spPr/>
      <dgm:t>
        <a:bodyPr/>
        <a:lstStyle/>
        <a:p>
          <a:endParaRPr lang="it-IT"/>
        </a:p>
      </dgm:t>
    </dgm:pt>
    <dgm:pt modelId="{C1723EEF-3A8D-4DD2-9E51-1DCBBBDD4E0C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2400" dirty="0">
              <a:solidFill>
                <a:schemeClr val="tx1"/>
              </a:solidFill>
            </a:rPr>
            <a:t>Update</a:t>
          </a:r>
        </a:p>
      </dgm:t>
    </dgm:pt>
    <dgm:pt modelId="{AB846D64-9538-4239-9FB1-58B1C7AFAB53}" type="parTrans" cxnId="{F1721CEB-4F3D-464C-812E-A4285A607CAB}">
      <dgm:prSet/>
      <dgm:spPr/>
      <dgm:t>
        <a:bodyPr/>
        <a:lstStyle/>
        <a:p>
          <a:endParaRPr lang="it-IT"/>
        </a:p>
      </dgm:t>
    </dgm:pt>
    <dgm:pt modelId="{FC7B3212-8889-4B76-965F-CFB6D1AE3166}" type="sibTrans" cxnId="{F1721CEB-4F3D-464C-812E-A4285A607CAB}">
      <dgm:prSet/>
      <dgm:spPr/>
      <dgm:t>
        <a:bodyPr/>
        <a:lstStyle/>
        <a:p>
          <a:endParaRPr lang="it-IT"/>
        </a:p>
      </dgm:t>
    </dgm:pt>
    <dgm:pt modelId="{2B64A326-896D-4F29-A68D-AA4DA1800176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1400" dirty="0">
              <a:solidFill>
                <a:schemeClr val="tx1"/>
              </a:solidFill>
            </a:rPr>
            <a:t>Sigla U</a:t>
          </a:r>
        </a:p>
      </dgm:t>
    </dgm:pt>
    <dgm:pt modelId="{CFB0013A-FD4F-4097-9AF7-C58BDC4DABEC}" type="parTrans" cxnId="{83C4A1A9-0A19-4C41-9806-EC562F828256}">
      <dgm:prSet/>
      <dgm:spPr/>
      <dgm:t>
        <a:bodyPr/>
        <a:lstStyle/>
        <a:p>
          <a:endParaRPr lang="it-IT"/>
        </a:p>
      </dgm:t>
    </dgm:pt>
    <dgm:pt modelId="{A286C00E-F45A-4C24-BF3C-5D5C65BF09DB}" type="sibTrans" cxnId="{83C4A1A9-0A19-4C41-9806-EC562F828256}">
      <dgm:prSet/>
      <dgm:spPr/>
      <dgm:t>
        <a:bodyPr/>
        <a:lstStyle/>
        <a:p>
          <a:endParaRPr lang="it-IT"/>
        </a:p>
      </dgm:t>
    </dgm:pt>
    <dgm:pt modelId="{63E0686D-D526-4273-A849-1B4E1C7CDE23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1400" dirty="0">
              <a:solidFill>
                <a:schemeClr val="tx1"/>
              </a:solidFill>
            </a:rPr>
            <a:t>Letture</a:t>
          </a:r>
        </a:p>
      </dgm:t>
    </dgm:pt>
    <dgm:pt modelId="{567BD74E-BA15-44F4-9307-1B2CD70864B4}" type="parTrans" cxnId="{04662436-FB05-44D8-98C6-34BA8A43C5C7}">
      <dgm:prSet/>
      <dgm:spPr/>
      <dgm:t>
        <a:bodyPr/>
        <a:lstStyle/>
        <a:p>
          <a:endParaRPr lang="it-IT"/>
        </a:p>
      </dgm:t>
    </dgm:pt>
    <dgm:pt modelId="{C3571B45-FD4E-4B95-A0B0-52107176797F}" type="sibTrans" cxnId="{04662436-FB05-44D8-98C6-34BA8A43C5C7}">
      <dgm:prSet/>
      <dgm:spPr/>
      <dgm:t>
        <a:bodyPr/>
        <a:lstStyle/>
        <a:p>
          <a:endParaRPr lang="it-IT"/>
        </a:p>
      </dgm:t>
    </dgm:pt>
    <dgm:pt modelId="{1E5307F8-A663-457C-816A-4F16418CECB8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1400" dirty="0">
              <a:solidFill>
                <a:schemeClr val="tx1"/>
              </a:solidFill>
            </a:rPr>
            <a:t>Lock condiviso</a:t>
          </a:r>
        </a:p>
      </dgm:t>
    </dgm:pt>
    <dgm:pt modelId="{0B910EA8-88DD-418A-BF96-3F10C4DBBDEE}" type="parTrans" cxnId="{280D7C8B-4B64-489D-BDE4-38665BD45CC8}">
      <dgm:prSet/>
      <dgm:spPr/>
      <dgm:t>
        <a:bodyPr/>
        <a:lstStyle/>
        <a:p>
          <a:endParaRPr lang="it-IT"/>
        </a:p>
      </dgm:t>
    </dgm:pt>
    <dgm:pt modelId="{76C982ED-69F6-464F-8DFD-F989E4A84116}" type="sibTrans" cxnId="{280D7C8B-4B64-489D-BDE4-38665BD45CC8}">
      <dgm:prSet/>
      <dgm:spPr/>
      <dgm:t>
        <a:bodyPr/>
        <a:lstStyle/>
        <a:p>
          <a:endParaRPr lang="it-IT"/>
        </a:p>
      </dgm:t>
    </dgm:pt>
    <dgm:pt modelId="{ADD4AAEB-163D-4619-878A-3E786CC6378C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1400" dirty="0">
              <a:solidFill>
                <a:schemeClr val="tx1"/>
              </a:solidFill>
            </a:rPr>
            <a:t>Prenota risorsa che verrà aggiornata</a:t>
          </a:r>
        </a:p>
      </dgm:t>
    </dgm:pt>
    <dgm:pt modelId="{9A22BDC7-A259-4A33-8F47-492C85504C87}" type="parTrans" cxnId="{B9BABB43-88E3-419F-B1C9-9F265FA29845}">
      <dgm:prSet/>
      <dgm:spPr/>
      <dgm:t>
        <a:bodyPr/>
        <a:lstStyle/>
        <a:p>
          <a:endParaRPr lang="it-IT"/>
        </a:p>
      </dgm:t>
    </dgm:pt>
    <dgm:pt modelId="{8897D7C3-278C-4743-A560-52E3ADF906ED}" type="sibTrans" cxnId="{B9BABB43-88E3-419F-B1C9-9F265FA29845}">
      <dgm:prSet/>
      <dgm:spPr/>
      <dgm:t>
        <a:bodyPr/>
        <a:lstStyle/>
        <a:p>
          <a:endParaRPr lang="it-IT"/>
        </a:p>
      </dgm:t>
    </dgm:pt>
    <dgm:pt modelId="{C13F102B-A5AC-428F-B234-D2A4DAA70E9E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2400" dirty="0" err="1">
              <a:solidFill>
                <a:schemeClr val="tx1"/>
              </a:solidFill>
            </a:rPr>
            <a:t>Exclusive</a:t>
          </a:r>
          <a:endParaRPr lang="it-IT" sz="2000" dirty="0">
            <a:solidFill>
              <a:schemeClr val="tx1"/>
            </a:solidFill>
          </a:endParaRPr>
        </a:p>
      </dgm:t>
    </dgm:pt>
    <dgm:pt modelId="{2B3FD573-1FE5-4980-A6C9-68374BB1B3D0}" type="parTrans" cxnId="{47E45EA2-3F68-4651-A683-C8A2CFDEA1EC}">
      <dgm:prSet/>
      <dgm:spPr/>
      <dgm:t>
        <a:bodyPr/>
        <a:lstStyle/>
        <a:p>
          <a:endParaRPr lang="it-IT"/>
        </a:p>
      </dgm:t>
    </dgm:pt>
    <dgm:pt modelId="{BDF53FD5-7A18-4C55-ADF2-79DEC5C6E314}" type="sibTrans" cxnId="{47E45EA2-3F68-4651-A683-C8A2CFDEA1EC}">
      <dgm:prSet/>
      <dgm:spPr/>
      <dgm:t>
        <a:bodyPr/>
        <a:lstStyle/>
        <a:p>
          <a:endParaRPr lang="it-IT"/>
        </a:p>
      </dgm:t>
    </dgm:pt>
    <dgm:pt modelId="{A673EE44-AA20-42BD-A7EA-8BD388FE2F1C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1400" dirty="0">
              <a:solidFill>
                <a:schemeClr val="tx1"/>
              </a:solidFill>
            </a:rPr>
            <a:t>Sigla X</a:t>
          </a:r>
        </a:p>
      </dgm:t>
    </dgm:pt>
    <dgm:pt modelId="{CDE279C2-402F-4B67-9FC2-428CDA445E46}" type="parTrans" cxnId="{163A1CA9-AC96-45A6-AEF0-C42D4B741C13}">
      <dgm:prSet/>
      <dgm:spPr/>
      <dgm:t>
        <a:bodyPr/>
        <a:lstStyle/>
        <a:p>
          <a:endParaRPr lang="it-IT"/>
        </a:p>
      </dgm:t>
    </dgm:pt>
    <dgm:pt modelId="{3ECF6470-48BE-4FFB-BA73-CDA9240B701E}" type="sibTrans" cxnId="{163A1CA9-AC96-45A6-AEF0-C42D4B741C13}">
      <dgm:prSet/>
      <dgm:spPr/>
      <dgm:t>
        <a:bodyPr/>
        <a:lstStyle/>
        <a:p>
          <a:endParaRPr lang="it-IT"/>
        </a:p>
      </dgm:t>
    </dgm:pt>
    <dgm:pt modelId="{FDFAC763-392B-4F34-A28B-25613189801C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1400" dirty="0">
              <a:solidFill>
                <a:schemeClr val="tx1"/>
              </a:solidFill>
            </a:rPr>
            <a:t>Per UPDATE, INSERT, DELETE</a:t>
          </a:r>
        </a:p>
      </dgm:t>
    </dgm:pt>
    <dgm:pt modelId="{D55BF37B-11FA-48EC-AA1C-0626183978CC}" type="parTrans" cxnId="{13D991B8-3AB9-4B56-B5B2-8B1E73A2D296}">
      <dgm:prSet/>
      <dgm:spPr/>
      <dgm:t>
        <a:bodyPr/>
        <a:lstStyle/>
        <a:p>
          <a:endParaRPr lang="it-IT"/>
        </a:p>
      </dgm:t>
    </dgm:pt>
    <dgm:pt modelId="{8360722C-D6F7-4363-99DA-D80F34DB1387}" type="sibTrans" cxnId="{13D991B8-3AB9-4B56-B5B2-8B1E73A2D296}">
      <dgm:prSet/>
      <dgm:spPr/>
      <dgm:t>
        <a:bodyPr/>
        <a:lstStyle/>
        <a:p>
          <a:endParaRPr lang="it-IT"/>
        </a:p>
      </dgm:t>
    </dgm:pt>
    <dgm:pt modelId="{E9DF3160-A73E-4051-A959-ACEC493C09AF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1400" dirty="0">
              <a:solidFill>
                <a:schemeClr val="tx1"/>
              </a:solidFill>
            </a:rPr>
            <a:t>Incompatibile con tutti gli altri lock</a:t>
          </a:r>
        </a:p>
      </dgm:t>
    </dgm:pt>
    <dgm:pt modelId="{D44A5CAD-0A9A-4A75-B94B-C300BA5CBA17}" type="parTrans" cxnId="{46D2EC17-0381-4CA7-BF2F-1E32CA55A378}">
      <dgm:prSet/>
      <dgm:spPr/>
      <dgm:t>
        <a:bodyPr/>
        <a:lstStyle/>
        <a:p>
          <a:endParaRPr lang="it-IT"/>
        </a:p>
      </dgm:t>
    </dgm:pt>
    <dgm:pt modelId="{9706AF4D-9703-4607-98B8-3FEF9D15FAB4}" type="sibTrans" cxnId="{46D2EC17-0381-4CA7-BF2F-1E32CA55A378}">
      <dgm:prSet/>
      <dgm:spPr/>
      <dgm:t>
        <a:bodyPr/>
        <a:lstStyle/>
        <a:p>
          <a:endParaRPr lang="it-IT"/>
        </a:p>
      </dgm:t>
    </dgm:pt>
    <dgm:pt modelId="{A5BB1888-20DB-49B9-8592-7294EB657B8E}">
      <dgm:prSet phldrT="[Testo]" phldr="0"/>
      <dgm:spPr>
        <a:solidFill>
          <a:srgbClr val="A6B7D6"/>
        </a:solidFill>
      </dgm:spPr>
      <dgm:t>
        <a:bodyPr/>
        <a:lstStyle/>
        <a:p>
          <a:r>
            <a:rPr lang="it-IT" sz="2700" dirty="0" err="1">
              <a:solidFill>
                <a:schemeClr val="tx1"/>
              </a:solidFill>
            </a:rPr>
            <a:t>Intent</a:t>
          </a:r>
          <a:endParaRPr lang="it-IT" sz="2700" dirty="0">
            <a:solidFill>
              <a:schemeClr val="tx1"/>
            </a:solidFill>
          </a:endParaRPr>
        </a:p>
      </dgm:t>
    </dgm:pt>
    <dgm:pt modelId="{E515D034-FADF-4F53-AA82-73BDA087F234}" type="parTrans" cxnId="{2FE07AD7-D6BF-4AE9-A3C9-333C3AC31287}">
      <dgm:prSet/>
      <dgm:spPr/>
      <dgm:t>
        <a:bodyPr/>
        <a:lstStyle/>
        <a:p>
          <a:endParaRPr lang="it-IT"/>
        </a:p>
      </dgm:t>
    </dgm:pt>
    <dgm:pt modelId="{00EC2B79-CDED-4E5C-92CB-9DF8C9CFE174}" type="sibTrans" cxnId="{2FE07AD7-D6BF-4AE9-A3C9-333C3AC31287}">
      <dgm:prSet/>
      <dgm:spPr/>
      <dgm:t>
        <a:bodyPr/>
        <a:lstStyle/>
        <a:p>
          <a:endParaRPr lang="it-IT"/>
        </a:p>
      </dgm:t>
    </dgm:pt>
    <dgm:pt modelId="{84CCCED5-1E3F-4434-B48A-5ABCD8A80B0A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1400" dirty="0">
              <a:solidFill>
                <a:schemeClr val="tx1"/>
              </a:solidFill>
            </a:rPr>
            <a:t>Sigla I*</a:t>
          </a:r>
        </a:p>
      </dgm:t>
    </dgm:pt>
    <dgm:pt modelId="{9AD056FD-47D1-4F3C-A0B0-158A56861A7C}" type="parTrans" cxnId="{6B861977-EB23-4EA2-9CF1-0465C0EB4264}">
      <dgm:prSet/>
      <dgm:spPr/>
      <dgm:t>
        <a:bodyPr/>
        <a:lstStyle/>
        <a:p>
          <a:endParaRPr lang="it-IT"/>
        </a:p>
      </dgm:t>
    </dgm:pt>
    <dgm:pt modelId="{5E81AFFB-2809-4680-987E-CD4C191159E8}" type="sibTrans" cxnId="{6B861977-EB23-4EA2-9CF1-0465C0EB4264}">
      <dgm:prSet/>
      <dgm:spPr/>
      <dgm:t>
        <a:bodyPr/>
        <a:lstStyle/>
        <a:p>
          <a:endParaRPr lang="it-IT"/>
        </a:p>
      </dgm:t>
    </dgm:pt>
    <dgm:pt modelId="{AC40780C-8FE6-4689-8EDD-7531A4CAC242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1400" dirty="0">
              <a:solidFill>
                <a:schemeClr val="tx1"/>
              </a:solidFill>
            </a:rPr>
            <a:t>Intenzione di lock</a:t>
          </a:r>
        </a:p>
      </dgm:t>
    </dgm:pt>
    <dgm:pt modelId="{0AF9A12B-36A6-4B3C-A7FE-C5042048BD80}" type="parTrans" cxnId="{14DF3ED8-B2CE-417B-B826-C7C25A6ECA65}">
      <dgm:prSet/>
      <dgm:spPr/>
      <dgm:t>
        <a:bodyPr/>
        <a:lstStyle/>
        <a:p>
          <a:endParaRPr lang="it-IT"/>
        </a:p>
      </dgm:t>
    </dgm:pt>
    <dgm:pt modelId="{968C2403-F306-45F8-B2E4-35DDE95A00EC}" type="sibTrans" cxnId="{14DF3ED8-B2CE-417B-B826-C7C25A6ECA65}">
      <dgm:prSet/>
      <dgm:spPr/>
      <dgm:t>
        <a:bodyPr/>
        <a:lstStyle/>
        <a:p>
          <a:endParaRPr lang="it-IT"/>
        </a:p>
      </dgm:t>
    </dgm:pt>
    <dgm:pt modelId="{09558FB8-DCAD-46F0-8148-84277B8965F9}">
      <dgm:prSet phldrT="[Testo]" phldr="0"/>
      <dgm:spPr>
        <a:solidFill>
          <a:srgbClr val="A6B7D6"/>
        </a:solidFill>
      </dgm:spPr>
      <dgm:t>
        <a:bodyPr/>
        <a:lstStyle/>
        <a:p>
          <a:r>
            <a:rPr lang="it-IT" sz="2700" dirty="0">
              <a:solidFill>
                <a:schemeClr val="tx1"/>
              </a:solidFill>
            </a:rPr>
            <a:t>Schema</a:t>
          </a:r>
        </a:p>
      </dgm:t>
    </dgm:pt>
    <dgm:pt modelId="{9E15D0AC-6744-4DA3-888B-60CEC7728DE5}" type="parTrans" cxnId="{B65DA2F2-FCCD-4E7E-9FCB-7BF095BCEAD0}">
      <dgm:prSet/>
      <dgm:spPr/>
      <dgm:t>
        <a:bodyPr/>
        <a:lstStyle/>
        <a:p>
          <a:endParaRPr lang="it-IT"/>
        </a:p>
      </dgm:t>
    </dgm:pt>
    <dgm:pt modelId="{7CF73162-71F0-459C-BA2E-14DCD03781CD}" type="sibTrans" cxnId="{B65DA2F2-FCCD-4E7E-9FCB-7BF095BCEAD0}">
      <dgm:prSet/>
      <dgm:spPr/>
      <dgm:t>
        <a:bodyPr/>
        <a:lstStyle/>
        <a:p>
          <a:endParaRPr lang="it-IT"/>
        </a:p>
      </dgm:t>
    </dgm:pt>
    <dgm:pt modelId="{A4F5A565-1B53-4B80-9B3C-EAA08AA2A38F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1400" dirty="0">
              <a:solidFill>
                <a:schemeClr val="tx1"/>
              </a:solidFill>
            </a:rPr>
            <a:t>Sigla Sch-S e Sch-M</a:t>
          </a:r>
        </a:p>
      </dgm:t>
    </dgm:pt>
    <dgm:pt modelId="{92E9647F-7486-438F-BC76-3CDD7D59F880}" type="parTrans" cxnId="{8FE13F24-40B8-497B-9088-58FB4702D975}">
      <dgm:prSet/>
      <dgm:spPr/>
      <dgm:t>
        <a:bodyPr/>
        <a:lstStyle/>
        <a:p>
          <a:endParaRPr lang="it-IT"/>
        </a:p>
      </dgm:t>
    </dgm:pt>
    <dgm:pt modelId="{22201B24-7D27-4B3C-BF5F-2E2343A7050B}" type="sibTrans" cxnId="{8FE13F24-40B8-497B-9088-58FB4702D975}">
      <dgm:prSet/>
      <dgm:spPr/>
      <dgm:t>
        <a:bodyPr/>
        <a:lstStyle/>
        <a:p>
          <a:endParaRPr lang="it-IT"/>
        </a:p>
      </dgm:t>
    </dgm:pt>
    <dgm:pt modelId="{974F56DA-B8AE-4F86-B6A9-2A1D4988F5E7}">
      <dgm:prSet phldrT="[Testo]" phldr="0" custT="1"/>
      <dgm:spPr>
        <a:solidFill>
          <a:srgbClr val="A6B7D6"/>
        </a:solidFill>
      </dgm:spPr>
      <dgm:t>
        <a:bodyPr/>
        <a:lstStyle/>
        <a:p>
          <a:r>
            <a:rPr lang="it-IT" sz="1400" dirty="0">
              <a:solidFill>
                <a:schemeClr val="tx1"/>
              </a:solidFill>
            </a:rPr>
            <a:t>Per operazioni DDL</a:t>
          </a:r>
        </a:p>
      </dgm:t>
    </dgm:pt>
    <dgm:pt modelId="{5EC54576-E4E5-40D6-9B21-CF28EE961A74}" type="parTrans" cxnId="{62EA451C-C063-427A-A83C-257A6033D571}">
      <dgm:prSet/>
      <dgm:spPr/>
      <dgm:t>
        <a:bodyPr/>
        <a:lstStyle/>
        <a:p>
          <a:endParaRPr lang="it-IT"/>
        </a:p>
      </dgm:t>
    </dgm:pt>
    <dgm:pt modelId="{BF2958F7-E550-40F6-AC87-83867D1BFFF0}" type="sibTrans" cxnId="{62EA451C-C063-427A-A83C-257A6033D571}">
      <dgm:prSet/>
      <dgm:spPr/>
      <dgm:t>
        <a:bodyPr/>
        <a:lstStyle/>
        <a:p>
          <a:endParaRPr lang="it-IT"/>
        </a:p>
      </dgm:t>
    </dgm:pt>
    <dgm:pt modelId="{B7C63C84-2D5D-40AD-AAC0-839247E5B8D0}" type="pres">
      <dgm:prSet presAssocID="{04916F34-9F8E-4A90-83ED-75031D869099}" presName="diagram" presStyleCnt="0">
        <dgm:presLayoutVars>
          <dgm:dir/>
          <dgm:resizeHandles val="exact"/>
        </dgm:presLayoutVars>
      </dgm:prSet>
      <dgm:spPr/>
    </dgm:pt>
    <dgm:pt modelId="{DAB65ABC-CC5C-4C35-AB55-D298AFFD86B9}" type="pres">
      <dgm:prSet presAssocID="{DFECF34F-90FE-4284-AAFD-A2094F441A85}" presName="node" presStyleLbl="node1" presStyleIdx="0" presStyleCnt="5">
        <dgm:presLayoutVars>
          <dgm:bulletEnabled val="1"/>
        </dgm:presLayoutVars>
      </dgm:prSet>
      <dgm:spPr/>
    </dgm:pt>
    <dgm:pt modelId="{E23692BE-B1F1-4BB0-8F99-AA287C45D993}" type="pres">
      <dgm:prSet presAssocID="{6BE471B9-272D-4A8D-A63F-8AD8B1B0B523}" presName="sibTrans" presStyleCnt="0"/>
      <dgm:spPr/>
    </dgm:pt>
    <dgm:pt modelId="{47D20AF2-6DFD-4807-8DB3-ADCF75D27968}" type="pres">
      <dgm:prSet presAssocID="{C1723EEF-3A8D-4DD2-9E51-1DCBBBDD4E0C}" presName="node" presStyleLbl="node1" presStyleIdx="1" presStyleCnt="5">
        <dgm:presLayoutVars>
          <dgm:bulletEnabled val="1"/>
        </dgm:presLayoutVars>
      </dgm:prSet>
      <dgm:spPr/>
    </dgm:pt>
    <dgm:pt modelId="{071C0A58-08DF-43DA-9502-EB4B3C0D8F98}" type="pres">
      <dgm:prSet presAssocID="{FC7B3212-8889-4B76-965F-CFB6D1AE3166}" presName="sibTrans" presStyleCnt="0"/>
      <dgm:spPr/>
    </dgm:pt>
    <dgm:pt modelId="{494604D8-8C29-4A21-968F-0B26EFE3A190}" type="pres">
      <dgm:prSet presAssocID="{C13F102B-A5AC-428F-B234-D2A4DAA70E9E}" presName="node" presStyleLbl="node1" presStyleIdx="2" presStyleCnt="5">
        <dgm:presLayoutVars>
          <dgm:bulletEnabled val="1"/>
        </dgm:presLayoutVars>
      </dgm:prSet>
      <dgm:spPr/>
    </dgm:pt>
    <dgm:pt modelId="{C5D46C10-761D-447D-A454-6707304B06B3}" type="pres">
      <dgm:prSet presAssocID="{BDF53FD5-7A18-4C55-ADF2-79DEC5C6E314}" presName="sibTrans" presStyleCnt="0"/>
      <dgm:spPr/>
    </dgm:pt>
    <dgm:pt modelId="{DBB724DE-66AC-49D6-B436-47CF2926F488}" type="pres">
      <dgm:prSet presAssocID="{A5BB1888-20DB-49B9-8592-7294EB657B8E}" presName="node" presStyleLbl="node1" presStyleIdx="3" presStyleCnt="5">
        <dgm:presLayoutVars>
          <dgm:bulletEnabled val="1"/>
        </dgm:presLayoutVars>
      </dgm:prSet>
      <dgm:spPr/>
    </dgm:pt>
    <dgm:pt modelId="{813A0874-4E9B-4916-A7D1-95C2F8E0E16E}" type="pres">
      <dgm:prSet presAssocID="{00EC2B79-CDED-4E5C-92CB-9DF8C9CFE174}" presName="sibTrans" presStyleCnt="0"/>
      <dgm:spPr/>
    </dgm:pt>
    <dgm:pt modelId="{9DD0DEB9-3B80-4EB4-A6A5-1BEB72FAFFD2}" type="pres">
      <dgm:prSet presAssocID="{09558FB8-DCAD-46F0-8148-84277B8965F9}" presName="node" presStyleLbl="node1" presStyleIdx="4" presStyleCnt="5">
        <dgm:presLayoutVars>
          <dgm:bulletEnabled val="1"/>
        </dgm:presLayoutVars>
      </dgm:prSet>
      <dgm:spPr/>
    </dgm:pt>
  </dgm:ptLst>
  <dgm:cxnLst>
    <dgm:cxn modelId="{69A03304-7CF0-4610-A2EC-DE45DC3478F7}" type="presOf" srcId="{AC40780C-8FE6-4689-8EDD-7531A4CAC242}" destId="{DBB724DE-66AC-49D6-B436-47CF2926F488}" srcOrd="0" destOrd="2" presId="urn:microsoft.com/office/officeart/2005/8/layout/default"/>
    <dgm:cxn modelId="{99F2B413-7A8E-45CD-B7C6-236149099640}" type="presOf" srcId="{C1723EEF-3A8D-4DD2-9E51-1DCBBBDD4E0C}" destId="{47D20AF2-6DFD-4807-8DB3-ADCF75D27968}" srcOrd="0" destOrd="0" presId="urn:microsoft.com/office/officeart/2005/8/layout/default"/>
    <dgm:cxn modelId="{009EF413-860D-43FE-9249-BDEC55603CC2}" type="presOf" srcId="{685A123F-AC98-4C6F-8FEB-8C8FE9438C1F}" destId="{DAB65ABC-CC5C-4C35-AB55-D298AFFD86B9}" srcOrd="0" destOrd="1" presId="urn:microsoft.com/office/officeart/2005/8/layout/default"/>
    <dgm:cxn modelId="{46D2EC17-0381-4CA7-BF2F-1E32CA55A378}" srcId="{C13F102B-A5AC-428F-B234-D2A4DAA70E9E}" destId="{E9DF3160-A73E-4051-A959-ACEC493C09AF}" srcOrd="2" destOrd="0" parTransId="{D44A5CAD-0A9A-4A75-B94B-C300BA5CBA17}" sibTransId="{9706AF4D-9703-4607-98B8-3FEF9D15FAB4}"/>
    <dgm:cxn modelId="{A74DAC1B-8273-429E-BE3B-3D527B1FDD1B}" type="presOf" srcId="{A4F5A565-1B53-4B80-9B3C-EAA08AA2A38F}" destId="{9DD0DEB9-3B80-4EB4-A6A5-1BEB72FAFFD2}" srcOrd="0" destOrd="1" presId="urn:microsoft.com/office/officeart/2005/8/layout/default"/>
    <dgm:cxn modelId="{62EA451C-C063-427A-A83C-257A6033D571}" srcId="{09558FB8-DCAD-46F0-8148-84277B8965F9}" destId="{974F56DA-B8AE-4F86-B6A9-2A1D4988F5E7}" srcOrd="1" destOrd="0" parTransId="{5EC54576-E4E5-40D6-9B21-CF28EE961A74}" sibTransId="{BF2958F7-E550-40F6-AC87-83867D1BFFF0}"/>
    <dgm:cxn modelId="{6E967B1D-0A37-4140-8C6A-D52C46A26D32}" type="presOf" srcId="{ADD4AAEB-163D-4619-878A-3E786CC6378C}" destId="{47D20AF2-6DFD-4807-8DB3-ADCF75D27968}" srcOrd="0" destOrd="2" presId="urn:microsoft.com/office/officeart/2005/8/layout/default"/>
    <dgm:cxn modelId="{8FE13F24-40B8-497B-9088-58FB4702D975}" srcId="{09558FB8-DCAD-46F0-8148-84277B8965F9}" destId="{A4F5A565-1B53-4B80-9B3C-EAA08AA2A38F}" srcOrd="0" destOrd="0" parTransId="{92E9647F-7486-438F-BC76-3CDD7D59F880}" sibTransId="{22201B24-7D27-4B3C-BF5F-2E2343A7050B}"/>
    <dgm:cxn modelId="{5BD9AC26-5208-49F2-BA1F-C91F0DFCD11B}" type="presOf" srcId="{E9DF3160-A73E-4051-A959-ACEC493C09AF}" destId="{494604D8-8C29-4A21-968F-0B26EFE3A190}" srcOrd="0" destOrd="3" presId="urn:microsoft.com/office/officeart/2005/8/layout/default"/>
    <dgm:cxn modelId="{04662436-FB05-44D8-98C6-34BA8A43C5C7}" srcId="{DFECF34F-90FE-4284-AAFD-A2094F441A85}" destId="{63E0686D-D526-4273-A849-1B4E1C7CDE23}" srcOrd="1" destOrd="0" parTransId="{567BD74E-BA15-44F4-9307-1B2CD70864B4}" sibTransId="{C3571B45-FD4E-4B95-A0B0-52107176797F}"/>
    <dgm:cxn modelId="{19A06D40-BC46-4815-88DB-4D946B083B40}" type="presOf" srcId="{A673EE44-AA20-42BD-A7EA-8BD388FE2F1C}" destId="{494604D8-8C29-4A21-968F-0B26EFE3A190}" srcOrd="0" destOrd="1" presId="urn:microsoft.com/office/officeart/2005/8/layout/default"/>
    <dgm:cxn modelId="{B9BABB43-88E3-419F-B1C9-9F265FA29845}" srcId="{C1723EEF-3A8D-4DD2-9E51-1DCBBBDD4E0C}" destId="{ADD4AAEB-163D-4619-878A-3E786CC6378C}" srcOrd="1" destOrd="0" parTransId="{9A22BDC7-A259-4A33-8F47-492C85504C87}" sibTransId="{8897D7C3-278C-4743-A560-52E3ADF906ED}"/>
    <dgm:cxn modelId="{F36EA74A-B0B4-400D-95AD-617E4B8AA37E}" srcId="{04916F34-9F8E-4A90-83ED-75031D869099}" destId="{DFECF34F-90FE-4284-AAFD-A2094F441A85}" srcOrd="0" destOrd="0" parTransId="{09975838-D340-4F2A-8088-BC706AC4D6D6}" sibTransId="{6BE471B9-272D-4A8D-A63F-8AD8B1B0B523}"/>
    <dgm:cxn modelId="{B9EC7351-A700-4CB3-AEBC-BC4D23D1F985}" type="presOf" srcId="{63E0686D-D526-4273-A849-1B4E1C7CDE23}" destId="{DAB65ABC-CC5C-4C35-AB55-D298AFFD86B9}" srcOrd="0" destOrd="2" presId="urn:microsoft.com/office/officeart/2005/8/layout/default"/>
    <dgm:cxn modelId="{6B861977-EB23-4EA2-9CF1-0465C0EB4264}" srcId="{A5BB1888-20DB-49B9-8592-7294EB657B8E}" destId="{84CCCED5-1E3F-4434-B48A-5ABCD8A80B0A}" srcOrd="0" destOrd="0" parTransId="{9AD056FD-47D1-4F3C-A0B0-158A56861A7C}" sibTransId="{5E81AFFB-2809-4680-987E-CD4C191159E8}"/>
    <dgm:cxn modelId="{FD76CE78-6045-4AA8-9943-FE3DFCB1FC40}" srcId="{DFECF34F-90FE-4284-AAFD-A2094F441A85}" destId="{685A123F-AC98-4C6F-8FEB-8C8FE9438C1F}" srcOrd="0" destOrd="0" parTransId="{B9172FEB-CF46-4768-9826-E9A251D34A20}" sibTransId="{07AD8367-2E8F-4E70-AD7D-F71004A2BC29}"/>
    <dgm:cxn modelId="{280D7C8B-4B64-489D-BDE4-38665BD45CC8}" srcId="{DFECF34F-90FE-4284-AAFD-A2094F441A85}" destId="{1E5307F8-A663-457C-816A-4F16418CECB8}" srcOrd="2" destOrd="0" parTransId="{0B910EA8-88DD-418A-BF96-3F10C4DBBDEE}" sibTransId="{76C982ED-69F6-464F-8DFD-F989E4A84116}"/>
    <dgm:cxn modelId="{0AF3DD8D-0E6B-4F24-80F3-307D5B949B8F}" type="presOf" srcId="{84CCCED5-1E3F-4434-B48A-5ABCD8A80B0A}" destId="{DBB724DE-66AC-49D6-B436-47CF2926F488}" srcOrd="0" destOrd="1" presId="urn:microsoft.com/office/officeart/2005/8/layout/default"/>
    <dgm:cxn modelId="{47E45EA2-3F68-4651-A683-C8A2CFDEA1EC}" srcId="{04916F34-9F8E-4A90-83ED-75031D869099}" destId="{C13F102B-A5AC-428F-B234-D2A4DAA70E9E}" srcOrd="2" destOrd="0" parTransId="{2B3FD573-1FE5-4980-A6C9-68374BB1B3D0}" sibTransId="{BDF53FD5-7A18-4C55-ADF2-79DEC5C6E314}"/>
    <dgm:cxn modelId="{163A1CA9-AC96-45A6-AEF0-C42D4B741C13}" srcId="{C13F102B-A5AC-428F-B234-D2A4DAA70E9E}" destId="{A673EE44-AA20-42BD-A7EA-8BD388FE2F1C}" srcOrd="0" destOrd="0" parTransId="{CDE279C2-402F-4B67-9FC2-428CDA445E46}" sibTransId="{3ECF6470-48BE-4FFB-BA73-CDA9240B701E}"/>
    <dgm:cxn modelId="{83C4A1A9-0A19-4C41-9806-EC562F828256}" srcId="{C1723EEF-3A8D-4DD2-9E51-1DCBBBDD4E0C}" destId="{2B64A326-896D-4F29-A68D-AA4DA1800176}" srcOrd="0" destOrd="0" parTransId="{CFB0013A-FD4F-4097-9AF7-C58BDC4DABEC}" sibTransId="{A286C00E-F45A-4C24-BF3C-5D5C65BF09DB}"/>
    <dgm:cxn modelId="{BAA906AE-3872-402F-A1ED-52390C97D9E7}" type="presOf" srcId="{04916F34-9F8E-4A90-83ED-75031D869099}" destId="{B7C63C84-2D5D-40AD-AAC0-839247E5B8D0}" srcOrd="0" destOrd="0" presId="urn:microsoft.com/office/officeart/2005/8/layout/default"/>
    <dgm:cxn modelId="{13D991B8-3AB9-4B56-B5B2-8B1E73A2D296}" srcId="{C13F102B-A5AC-428F-B234-D2A4DAA70E9E}" destId="{FDFAC763-392B-4F34-A28B-25613189801C}" srcOrd="1" destOrd="0" parTransId="{D55BF37B-11FA-48EC-AA1C-0626183978CC}" sibTransId="{8360722C-D6F7-4363-99DA-D80F34DB1387}"/>
    <dgm:cxn modelId="{30C7F0C6-B018-4340-9FA1-C92F9AAFBF60}" type="presOf" srcId="{DFECF34F-90FE-4284-AAFD-A2094F441A85}" destId="{DAB65ABC-CC5C-4C35-AB55-D298AFFD86B9}" srcOrd="0" destOrd="0" presId="urn:microsoft.com/office/officeart/2005/8/layout/default"/>
    <dgm:cxn modelId="{A7BF03D7-1478-4E61-9DF9-7733AE4078B2}" type="presOf" srcId="{1E5307F8-A663-457C-816A-4F16418CECB8}" destId="{DAB65ABC-CC5C-4C35-AB55-D298AFFD86B9}" srcOrd="0" destOrd="3" presId="urn:microsoft.com/office/officeart/2005/8/layout/default"/>
    <dgm:cxn modelId="{2FE07AD7-D6BF-4AE9-A3C9-333C3AC31287}" srcId="{04916F34-9F8E-4A90-83ED-75031D869099}" destId="{A5BB1888-20DB-49B9-8592-7294EB657B8E}" srcOrd="3" destOrd="0" parTransId="{E515D034-FADF-4F53-AA82-73BDA087F234}" sibTransId="{00EC2B79-CDED-4E5C-92CB-9DF8C9CFE174}"/>
    <dgm:cxn modelId="{14DF3ED8-B2CE-417B-B826-C7C25A6ECA65}" srcId="{A5BB1888-20DB-49B9-8592-7294EB657B8E}" destId="{AC40780C-8FE6-4689-8EDD-7531A4CAC242}" srcOrd="1" destOrd="0" parTransId="{0AF9A12B-36A6-4B3C-A7FE-C5042048BD80}" sibTransId="{968C2403-F306-45F8-B2E4-35DDE95A00EC}"/>
    <dgm:cxn modelId="{B17723DE-2BE5-4984-906A-1A517104ACBB}" type="presOf" srcId="{974F56DA-B8AE-4F86-B6A9-2A1D4988F5E7}" destId="{9DD0DEB9-3B80-4EB4-A6A5-1BEB72FAFFD2}" srcOrd="0" destOrd="2" presId="urn:microsoft.com/office/officeart/2005/8/layout/default"/>
    <dgm:cxn modelId="{691B6EDF-7526-4CDE-A889-4F21EB882969}" type="presOf" srcId="{2B64A326-896D-4F29-A68D-AA4DA1800176}" destId="{47D20AF2-6DFD-4807-8DB3-ADCF75D27968}" srcOrd="0" destOrd="1" presId="urn:microsoft.com/office/officeart/2005/8/layout/default"/>
    <dgm:cxn modelId="{941BCFE5-BA67-4BBC-A6E8-DD8C01C0A667}" type="presOf" srcId="{C13F102B-A5AC-428F-B234-D2A4DAA70E9E}" destId="{494604D8-8C29-4A21-968F-0B26EFE3A190}" srcOrd="0" destOrd="0" presId="urn:microsoft.com/office/officeart/2005/8/layout/default"/>
    <dgm:cxn modelId="{F1721CEB-4F3D-464C-812E-A4285A607CAB}" srcId="{04916F34-9F8E-4A90-83ED-75031D869099}" destId="{C1723EEF-3A8D-4DD2-9E51-1DCBBBDD4E0C}" srcOrd="1" destOrd="0" parTransId="{AB846D64-9538-4239-9FB1-58B1C7AFAB53}" sibTransId="{FC7B3212-8889-4B76-965F-CFB6D1AE3166}"/>
    <dgm:cxn modelId="{6DE818F2-DC16-4B0E-B1DB-38E1B14FE9A7}" type="presOf" srcId="{FDFAC763-392B-4F34-A28B-25613189801C}" destId="{494604D8-8C29-4A21-968F-0B26EFE3A190}" srcOrd="0" destOrd="2" presId="urn:microsoft.com/office/officeart/2005/8/layout/default"/>
    <dgm:cxn modelId="{B65DA2F2-FCCD-4E7E-9FCB-7BF095BCEAD0}" srcId="{04916F34-9F8E-4A90-83ED-75031D869099}" destId="{09558FB8-DCAD-46F0-8148-84277B8965F9}" srcOrd="4" destOrd="0" parTransId="{9E15D0AC-6744-4DA3-888B-60CEC7728DE5}" sibTransId="{7CF73162-71F0-459C-BA2E-14DCD03781CD}"/>
    <dgm:cxn modelId="{135293F6-B730-47CF-9DBA-9357EC2DB6A9}" type="presOf" srcId="{A5BB1888-20DB-49B9-8592-7294EB657B8E}" destId="{DBB724DE-66AC-49D6-B436-47CF2926F488}" srcOrd="0" destOrd="0" presId="urn:microsoft.com/office/officeart/2005/8/layout/default"/>
    <dgm:cxn modelId="{9C7ECEFE-D91A-411C-B649-F69BA65D3244}" type="presOf" srcId="{09558FB8-DCAD-46F0-8148-84277B8965F9}" destId="{9DD0DEB9-3B80-4EB4-A6A5-1BEB72FAFFD2}" srcOrd="0" destOrd="0" presId="urn:microsoft.com/office/officeart/2005/8/layout/default"/>
    <dgm:cxn modelId="{079986DF-3696-4D73-ADFB-ECE8CBBC836A}" type="presParOf" srcId="{B7C63C84-2D5D-40AD-AAC0-839247E5B8D0}" destId="{DAB65ABC-CC5C-4C35-AB55-D298AFFD86B9}" srcOrd="0" destOrd="0" presId="urn:microsoft.com/office/officeart/2005/8/layout/default"/>
    <dgm:cxn modelId="{889744A1-E2CE-491E-BD57-660342EEA597}" type="presParOf" srcId="{B7C63C84-2D5D-40AD-AAC0-839247E5B8D0}" destId="{E23692BE-B1F1-4BB0-8F99-AA287C45D993}" srcOrd="1" destOrd="0" presId="urn:microsoft.com/office/officeart/2005/8/layout/default"/>
    <dgm:cxn modelId="{4345E860-B737-4809-A452-84FD5E9D3B00}" type="presParOf" srcId="{B7C63C84-2D5D-40AD-AAC0-839247E5B8D0}" destId="{47D20AF2-6DFD-4807-8DB3-ADCF75D27968}" srcOrd="2" destOrd="0" presId="urn:microsoft.com/office/officeart/2005/8/layout/default"/>
    <dgm:cxn modelId="{90B4838D-4492-428B-AA55-61BE982A15C7}" type="presParOf" srcId="{B7C63C84-2D5D-40AD-AAC0-839247E5B8D0}" destId="{071C0A58-08DF-43DA-9502-EB4B3C0D8F98}" srcOrd="3" destOrd="0" presId="urn:microsoft.com/office/officeart/2005/8/layout/default"/>
    <dgm:cxn modelId="{FF73F40F-3103-45F5-A89B-3BE89871D45A}" type="presParOf" srcId="{B7C63C84-2D5D-40AD-AAC0-839247E5B8D0}" destId="{494604D8-8C29-4A21-968F-0B26EFE3A190}" srcOrd="4" destOrd="0" presId="urn:microsoft.com/office/officeart/2005/8/layout/default"/>
    <dgm:cxn modelId="{3C6440DF-FBBF-4EDA-B22B-523ACB8BE1FD}" type="presParOf" srcId="{B7C63C84-2D5D-40AD-AAC0-839247E5B8D0}" destId="{C5D46C10-761D-447D-A454-6707304B06B3}" srcOrd="5" destOrd="0" presId="urn:microsoft.com/office/officeart/2005/8/layout/default"/>
    <dgm:cxn modelId="{BB144301-BCF0-440E-BD34-49D155DB7939}" type="presParOf" srcId="{B7C63C84-2D5D-40AD-AAC0-839247E5B8D0}" destId="{DBB724DE-66AC-49D6-B436-47CF2926F488}" srcOrd="6" destOrd="0" presId="urn:microsoft.com/office/officeart/2005/8/layout/default"/>
    <dgm:cxn modelId="{C0B5AF8F-E3F4-4950-8AA3-E4F26F85D9A2}" type="presParOf" srcId="{B7C63C84-2D5D-40AD-AAC0-839247E5B8D0}" destId="{813A0874-4E9B-4916-A7D1-95C2F8E0E16E}" srcOrd="7" destOrd="0" presId="urn:microsoft.com/office/officeart/2005/8/layout/default"/>
    <dgm:cxn modelId="{CCF21961-22C6-49A1-878F-E22F80F6660A}" type="presParOf" srcId="{B7C63C84-2D5D-40AD-AAC0-839247E5B8D0}" destId="{9DD0DEB9-3B80-4EB4-A6A5-1BEB72FAFFD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D0537B-21C2-4A6B-93BA-88A226D22F7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522CF416-4319-433B-954D-0DDA38E0129C}">
      <dgm:prSet phldrT="[Testo]" phldr="0"/>
      <dgm:spPr>
        <a:solidFill>
          <a:srgbClr val="A6B7D6"/>
        </a:solidFill>
      </dgm:spPr>
      <dgm:t>
        <a:bodyPr/>
        <a:lstStyle/>
        <a:p>
          <a:r>
            <a:rPr lang="it-IT" dirty="0">
              <a:solidFill>
                <a:schemeClr val="tx1"/>
              </a:solidFill>
            </a:rPr>
            <a:t>Accesso a risorse nello stesso ordine nelle transazioni</a:t>
          </a:r>
        </a:p>
      </dgm:t>
    </dgm:pt>
    <dgm:pt modelId="{348875DA-CF7C-421F-8043-A135FDBC893D}" type="parTrans" cxnId="{0265D15F-321D-48E3-82D0-412A0283F445}">
      <dgm:prSet/>
      <dgm:spPr/>
      <dgm:t>
        <a:bodyPr/>
        <a:lstStyle/>
        <a:p>
          <a:endParaRPr lang="it-IT"/>
        </a:p>
      </dgm:t>
    </dgm:pt>
    <dgm:pt modelId="{48C41802-3CAE-4B8A-BC3A-46ADEA35510D}" type="sibTrans" cxnId="{0265D15F-321D-48E3-82D0-412A0283F445}">
      <dgm:prSet phldrT="01" phldr="0"/>
      <dgm:spPr/>
      <dgm:t>
        <a:bodyPr/>
        <a:lstStyle/>
        <a:p>
          <a:endParaRPr/>
        </a:p>
      </dgm:t>
    </dgm:pt>
    <dgm:pt modelId="{51A9D509-8BC4-4509-9BEA-C51D95E4F2B2}">
      <dgm:prSet phldrT="[Testo]" phldr="0"/>
      <dgm:spPr>
        <a:solidFill>
          <a:srgbClr val="A6B7D6"/>
        </a:solidFill>
      </dgm:spPr>
      <dgm:t>
        <a:bodyPr/>
        <a:lstStyle/>
        <a:p>
          <a:r>
            <a:rPr lang="it-IT" dirty="0">
              <a:solidFill>
                <a:schemeClr val="tx1"/>
              </a:solidFill>
            </a:rPr>
            <a:t>Indici adeguati, meno righe lette, meno lock</a:t>
          </a:r>
        </a:p>
      </dgm:t>
    </dgm:pt>
    <dgm:pt modelId="{9C2557E2-70B6-44F2-9B54-51FF1E1528A5}" type="parTrans" cxnId="{D5716812-BC4C-44F4-922E-5AD3A90297A9}">
      <dgm:prSet/>
      <dgm:spPr/>
      <dgm:t>
        <a:bodyPr/>
        <a:lstStyle/>
        <a:p>
          <a:endParaRPr lang="it-IT"/>
        </a:p>
      </dgm:t>
    </dgm:pt>
    <dgm:pt modelId="{E01FE1BF-3CCC-436E-913D-B6C4384D6353}" type="sibTrans" cxnId="{D5716812-BC4C-44F4-922E-5AD3A90297A9}">
      <dgm:prSet phldrT="03" phldr="0"/>
      <dgm:spPr/>
      <dgm:t>
        <a:bodyPr/>
        <a:lstStyle/>
        <a:p>
          <a:endParaRPr/>
        </a:p>
      </dgm:t>
    </dgm:pt>
    <dgm:pt modelId="{2EC71981-F260-4AAA-ABE3-3F2C40DA945C}">
      <dgm:prSet phldrT="[Testo]" phldr="0"/>
      <dgm:spPr>
        <a:solidFill>
          <a:srgbClr val="A6B7D6"/>
        </a:solidFill>
      </dgm:spPr>
      <dgm:t>
        <a:bodyPr/>
        <a:lstStyle/>
        <a:p>
          <a:r>
            <a:rPr lang="it-IT" dirty="0" err="1">
              <a:solidFill>
                <a:schemeClr val="tx1"/>
              </a:solidFill>
            </a:rPr>
            <a:t>Isolation</a:t>
          </a:r>
          <a:r>
            <a:rPr lang="it-IT" dirty="0">
              <a:solidFill>
                <a:schemeClr val="tx1"/>
              </a:solidFill>
            </a:rPr>
            <a:t> </a:t>
          </a:r>
          <a:r>
            <a:rPr lang="it-IT" dirty="0" err="1">
              <a:solidFill>
                <a:schemeClr val="tx1"/>
              </a:solidFill>
            </a:rPr>
            <a:t>level</a:t>
          </a:r>
          <a:r>
            <a:rPr lang="it-IT" dirty="0">
              <a:solidFill>
                <a:schemeClr val="tx1"/>
              </a:solidFill>
            </a:rPr>
            <a:t> minimo rispetto al caso d’uso</a:t>
          </a:r>
        </a:p>
      </dgm:t>
    </dgm:pt>
    <dgm:pt modelId="{4BA87922-E784-4D64-8D81-F3988F060589}" type="parTrans" cxnId="{012A9FCE-49B1-4590-9BDE-762A3B37AC1A}">
      <dgm:prSet/>
      <dgm:spPr/>
      <dgm:t>
        <a:bodyPr/>
        <a:lstStyle/>
        <a:p>
          <a:endParaRPr lang="it-IT"/>
        </a:p>
      </dgm:t>
    </dgm:pt>
    <dgm:pt modelId="{F6EC1411-EF54-43AA-9B61-D06777905D70}" type="sibTrans" cxnId="{012A9FCE-49B1-4590-9BDE-762A3B37AC1A}">
      <dgm:prSet phldrT="04" phldr="0"/>
      <dgm:spPr/>
      <dgm:t>
        <a:bodyPr/>
        <a:lstStyle/>
        <a:p>
          <a:endParaRPr/>
        </a:p>
      </dgm:t>
    </dgm:pt>
    <dgm:pt modelId="{8466CAB9-A885-447F-85D9-3A9017B6A549}">
      <dgm:prSet phldrT="[Testo]" phldr="0"/>
      <dgm:spPr>
        <a:solidFill>
          <a:srgbClr val="A6B7D6"/>
        </a:solidFill>
      </dgm:spPr>
      <dgm:t>
        <a:bodyPr/>
        <a:lstStyle/>
        <a:p>
          <a:r>
            <a:rPr lang="it-IT" dirty="0">
              <a:solidFill>
                <a:schemeClr val="tx1"/>
              </a:solidFill>
            </a:rPr>
            <a:t>Transazioni brevi</a:t>
          </a:r>
        </a:p>
      </dgm:t>
    </dgm:pt>
    <dgm:pt modelId="{A760A930-0B0B-45DF-A0BC-A9800B4C6E28}" type="parTrans" cxnId="{3DC493F4-9FD6-485D-BC4E-399F52FEADC0}">
      <dgm:prSet/>
      <dgm:spPr/>
      <dgm:t>
        <a:bodyPr/>
        <a:lstStyle/>
        <a:p>
          <a:endParaRPr lang="it-IT"/>
        </a:p>
      </dgm:t>
    </dgm:pt>
    <dgm:pt modelId="{B68E94BD-B674-4825-90EC-17B4D10D84CF}" type="sibTrans" cxnId="{3DC493F4-9FD6-485D-BC4E-399F52FEADC0}">
      <dgm:prSet phldrT="02" phldr="0"/>
      <dgm:spPr/>
      <dgm:t>
        <a:bodyPr/>
        <a:lstStyle/>
        <a:p>
          <a:endParaRPr lang="it-IT"/>
        </a:p>
      </dgm:t>
    </dgm:pt>
    <dgm:pt modelId="{EAFDC823-FB22-45F1-942A-696F7B14926F}" type="pres">
      <dgm:prSet presAssocID="{22D0537B-21C2-4A6B-93BA-88A226D22F78}" presName="diagram" presStyleCnt="0">
        <dgm:presLayoutVars>
          <dgm:dir/>
          <dgm:resizeHandles val="exact"/>
        </dgm:presLayoutVars>
      </dgm:prSet>
      <dgm:spPr/>
    </dgm:pt>
    <dgm:pt modelId="{7FBB3E66-1700-4383-B1CC-AB98219BB8BC}" type="pres">
      <dgm:prSet presAssocID="{522CF416-4319-433B-954D-0DDA38E0129C}" presName="node" presStyleLbl="node1" presStyleIdx="0" presStyleCnt="4">
        <dgm:presLayoutVars>
          <dgm:bulletEnabled val="1"/>
        </dgm:presLayoutVars>
      </dgm:prSet>
      <dgm:spPr/>
    </dgm:pt>
    <dgm:pt modelId="{43B43D11-6DB9-4E52-B51A-4274C4C00DCE}" type="pres">
      <dgm:prSet presAssocID="{48C41802-3CAE-4B8A-BC3A-46ADEA35510D}" presName="sibTrans" presStyleCnt="0"/>
      <dgm:spPr/>
    </dgm:pt>
    <dgm:pt modelId="{D6C5391F-7BF3-485A-8848-58DF2E610229}" type="pres">
      <dgm:prSet presAssocID="{8466CAB9-A885-447F-85D9-3A9017B6A549}" presName="node" presStyleLbl="node1" presStyleIdx="1" presStyleCnt="4">
        <dgm:presLayoutVars>
          <dgm:bulletEnabled val="1"/>
        </dgm:presLayoutVars>
      </dgm:prSet>
      <dgm:spPr/>
    </dgm:pt>
    <dgm:pt modelId="{FF7902C0-F896-442F-BF93-C1295A4FBB25}" type="pres">
      <dgm:prSet presAssocID="{B68E94BD-B674-4825-90EC-17B4D10D84CF}" presName="sibTrans" presStyleCnt="0"/>
      <dgm:spPr/>
    </dgm:pt>
    <dgm:pt modelId="{A05CF9AD-98AE-4727-94EF-90F0C1234BBF}" type="pres">
      <dgm:prSet presAssocID="{51A9D509-8BC4-4509-9BEA-C51D95E4F2B2}" presName="node" presStyleLbl="node1" presStyleIdx="2" presStyleCnt="4">
        <dgm:presLayoutVars>
          <dgm:bulletEnabled val="1"/>
        </dgm:presLayoutVars>
      </dgm:prSet>
      <dgm:spPr/>
    </dgm:pt>
    <dgm:pt modelId="{F7EEF16F-17A1-4B91-8009-E7FE0B6E1687}" type="pres">
      <dgm:prSet presAssocID="{E01FE1BF-3CCC-436E-913D-B6C4384D6353}" presName="sibTrans" presStyleCnt="0"/>
      <dgm:spPr/>
    </dgm:pt>
    <dgm:pt modelId="{5CA35845-F4FE-4FE6-A3A8-3384C2803EE3}" type="pres">
      <dgm:prSet presAssocID="{2EC71981-F260-4AAA-ABE3-3F2C40DA945C}" presName="node" presStyleLbl="node1" presStyleIdx="3" presStyleCnt="4">
        <dgm:presLayoutVars>
          <dgm:bulletEnabled val="1"/>
        </dgm:presLayoutVars>
      </dgm:prSet>
      <dgm:spPr/>
    </dgm:pt>
  </dgm:ptLst>
  <dgm:cxnLst>
    <dgm:cxn modelId="{D5716812-BC4C-44F4-922E-5AD3A90297A9}" srcId="{22D0537B-21C2-4A6B-93BA-88A226D22F78}" destId="{51A9D509-8BC4-4509-9BEA-C51D95E4F2B2}" srcOrd="2" destOrd="0" parTransId="{9C2557E2-70B6-44F2-9B54-51FF1E1528A5}" sibTransId="{E01FE1BF-3CCC-436E-913D-B6C4384D6353}"/>
    <dgm:cxn modelId="{0265D15F-321D-48E3-82D0-412A0283F445}" srcId="{22D0537B-21C2-4A6B-93BA-88A226D22F78}" destId="{522CF416-4319-433B-954D-0DDA38E0129C}" srcOrd="0" destOrd="0" parTransId="{348875DA-CF7C-421F-8043-A135FDBC893D}" sibTransId="{48C41802-3CAE-4B8A-BC3A-46ADEA35510D}"/>
    <dgm:cxn modelId="{17E2BA59-1685-4857-8550-EFB23A5BC76F}" type="presOf" srcId="{51A9D509-8BC4-4509-9BEA-C51D95E4F2B2}" destId="{A05CF9AD-98AE-4727-94EF-90F0C1234BBF}" srcOrd="0" destOrd="0" presId="urn:microsoft.com/office/officeart/2005/8/layout/default"/>
    <dgm:cxn modelId="{146E2885-DC6C-4735-832B-708D5E5E1B45}" type="presOf" srcId="{22D0537B-21C2-4A6B-93BA-88A226D22F78}" destId="{EAFDC823-FB22-45F1-942A-696F7B14926F}" srcOrd="0" destOrd="0" presId="urn:microsoft.com/office/officeart/2005/8/layout/default"/>
    <dgm:cxn modelId="{799FF787-F8EF-478E-9C4B-55061C112231}" type="presOf" srcId="{2EC71981-F260-4AAA-ABE3-3F2C40DA945C}" destId="{5CA35845-F4FE-4FE6-A3A8-3384C2803EE3}" srcOrd="0" destOrd="0" presId="urn:microsoft.com/office/officeart/2005/8/layout/default"/>
    <dgm:cxn modelId="{4D3D13A4-DFF9-449D-8994-E7CE2B14498A}" type="presOf" srcId="{522CF416-4319-433B-954D-0DDA38E0129C}" destId="{7FBB3E66-1700-4383-B1CC-AB98219BB8BC}" srcOrd="0" destOrd="0" presId="urn:microsoft.com/office/officeart/2005/8/layout/default"/>
    <dgm:cxn modelId="{012A9FCE-49B1-4590-9BDE-762A3B37AC1A}" srcId="{22D0537B-21C2-4A6B-93BA-88A226D22F78}" destId="{2EC71981-F260-4AAA-ABE3-3F2C40DA945C}" srcOrd="3" destOrd="0" parTransId="{4BA87922-E784-4D64-8D81-F3988F060589}" sibTransId="{F6EC1411-EF54-43AA-9B61-D06777905D70}"/>
    <dgm:cxn modelId="{A4390BD6-38B5-4D6C-B91C-BE73E52B01EF}" type="presOf" srcId="{8466CAB9-A885-447F-85D9-3A9017B6A549}" destId="{D6C5391F-7BF3-485A-8848-58DF2E610229}" srcOrd="0" destOrd="0" presId="urn:microsoft.com/office/officeart/2005/8/layout/default"/>
    <dgm:cxn modelId="{3DC493F4-9FD6-485D-BC4E-399F52FEADC0}" srcId="{22D0537B-21C2-4A6B-93BA-88A226D22F78}" destId="{8466CAB9-A885-447F-85D9-3A9017B6A549}" srcOrd="1" destOrd="0" parTransId="{A760A930-0B0B-45DF-A0BC-A9800B4C6E28}" sibTransId="{B68E94BD-B674-4825-90EC-17B4D10D84CF}"/>
    <dgm:cxn modelId="{0EE2C459-3EF1-4B46-B448-CF496A697217}" type="presParOf" srcId="{EAFDC823-FB22-45F1-942A-696F7B14926F}" destId="{7FBB3E66-1700-4383-B1CC-AB98219BB8BC}" srcOrd="0" destOrd="0" presId="urn:microsoft.com/office/officeart/2005/8/layout/default"/>
    <dgm:cxn modelId="{360D40AA-574C-472A-8CE8-5F285C4337C3}" type="presParOf" srcId="{EAFDC823-FB22-45F1-942A-696F7B14926F}" destId="{43B43D11-6DB9-4E52-B51A-4274C4C00DCE}" srcOrd="1" destOrd="0" presId="urn:microsoft.com/office/officeart/2005/8/layout/default"/>
    <dgm:cxn modelId="{26C793DE-EFE5-4945-9C79-58CA64BD84A2}" type="presParOf" srcId="{EAFDC823-FB22-45F1-942A-696F7B14926F}" destId="{D6C5391F-7BF3-485A-8848-58DF2E610229}" srcOrd="2" destOrd="0" presId="urn:microsoft.com/office/officeart/2005/8/layout/default"/>
    <dgm:cxn modelId="{DAF9ED2E-C915-4017-BEEB-D50B21BC2495}" type="presParOf" srcId="{EAFDC823-FB22-45F1-942A-696F7B14926F}" destId="{FF7902C0-F896-442F-BF93-C1295A4FBB25}" srcOrd="3" destOrd="0" presId="urn:microsoft.com/office/officeart/2005/8/layout/default"/>
    <dgm:cxn modelId="{53D10C06-2641-4F85-9C34-B03D11021336}" type="presParOf" srcId="{EAFDC823-FB22-45F1-942A-696F7B14926F}" destId="{A05CF9AD-98AE-4727-94EF-90F0C1234BBF}" srcOrd="4" destOrd="0" presId="urn:microsoft.com/office/officeart/2005/8/layout/default"/>
    <dgm:cxn modelId="{C688A00A-7F28-46B1-896A-4E60989C5FD5}" type="presParOf" srcId="{EAFDC823-FB22-45F1-942A-696F7B14926F}" destId="{F7EEF16F-17A1-4B91-8009-E7FE0B6E1687}" srcOrd="5" destOrd="0" presId="urn:microsoft.com/office/officeart/2005/8/layout/default"/>
    <dgm:cxn modelId="{5FEBD968-B19B-467E-8587-303599EB4429}" type="presParOf" srcId="{EAFDC823-FB22-45F1-942A-696F7B14926F}" destId="{5CA35845-F4FE-4FE6-A3A8-3384C2803EE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675B3-CBC1-4D81-AA80-13CE7334BE69}">
      <dsp:nvSpPr>
        <dsp:cNvPr id="0" name=""/>
        <dsp:cNvSpPr/>
      </dsp:nvSpPr>
      <dsp:spPr>
        <a:xfrm>
          <a:off x="0" y="8251"/>
          <a:ext cx="8352928" cy="1774507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E0940-A629-4F3E-BA84-620FC446B63B}">
      <dsp:nvSpPr>
        <dsp:cNvPr id="0" name=""/>
        <dsp:cNvSpPr/>
      </dsp:nvSpPr>
      <dsp:spPr>
        <a:xfrm>
          <a:off x="252888" y="236601"/>
          <a:ext cx="1824918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10052" r="10052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E81E2-930D-4299-BB4A-429B1923B8CC}">
      <dsp:nvSpPr>
        <dsp:cNvPr id="0" name=""/>
        <dsp:cNvSpPr/>
      </dsp:nvSpPr>
      <dsp:spPr>
        <a:xfrm rot="10800000">
          <a:off x="252888" y="1774507"/>
          <a:ext cx="1824918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Lock</a:t>
          </a:r>
          <a:endParaRPr lang="it-IT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Tipi e modalità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Granularità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Compatibilità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Escalation</a:t>
          </a:r>
        </a:p>
      </dsp:txBody>
      <dsp:txXfrm rot="10800000">
        <a:off x="309011" y="1774507"/>
        <a:ext cx="1712672" cy="2112719"/>
      </dsp:txXfrm>
    </dsp:sp>
    <dsp:sp modelId="{E6F33BB0-5AF0-4D49-A2DF-B843F0E6783C}">
      <dsp:nvSpPr>
        <dsp:cNvPr id="0" name=""/>
        <dsp:cNvSpPr/>
      </dsp:nvSpPr>
      <dsp:spPr>
        <a:xfrm>
          <a:off x="2260299" y="236601"/>
          <a:ext cx="1824918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10052" r="10052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DBEB8-0D9B-41C8-BAC2-2E69CD618183}">
      <dsp:nvSpPr>
        <dsp:cNvPr id="0" name=""/>
        <dsp:cNvSpPr/>
      </dsp:nvSpPr>
      <dsp:spPr>
        <a:xfrm rot="10800000">
          <a:off x="2260299" y="1774507"/>
          <a:ext cx="1824918" cy="2168842"/>
        </a:xfrm>
        <a:prstGeom prst="round2SameRect">
          <a:avLst>
            <a:gd name="adj1" fmla="val 10500"/>
            <a:gd name="adj2" fmla="val 0"/>
          </a:avLst>
        </a:prstGeom>
        <a:noFill/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/>
            <a:t>Deadlock</a:t>
          </a:r>
          <a:endParaRPr lang="it-IT" sz="1700" b="1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Cos’è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/>
            <a:t>Vittima e priorità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Esempio </a:t>
          </a:r>
        </a:p>
      </dsp:txBody>
      <dsp:txXfrm rot="10800000">
        <a:off x="2316422" y="1774507"/>
        <a:ext cx="1712672" cy="2112719"/>
      </dsp:txXfrm>
    </dsp:sp>
    <dsp:sp modelId="{1D71BA1B-5FC3-48D2-BFF2-626461483CF8}">
      <dsp:nvSpPr>
        <dsp:cNvPr id="0" name=""/>
        <dsp:cNvSpPr/>
      </dsp:nvSpPr>
      <dsp:spPr>
        <a:xfrm>
          <a:off x="4267709" y="236601"/>
          <a:ext cx="1824918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14346" r="14346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1E3563-4104-4599-8C38-A0A0E5E13E54}">
      <dsp:nvSpPr>
        <dsp:cNvPr id="0" name=""/>
        <dsp:cNvSpPr/>
      </dsp:nvSpPr>
      <dsp:spPr>
        <a:xfrm rot="10800000">
          <a:off x="4267709" y="1774507"/>
          <a:ext cx="1824918" cy="2168842"/>
        </a:xfrm>
        <a:prstGeom prst="round2SameRect">
          <a:avLst>
            <a:gd name="adj1" fmla="val 10500"/>
            <a:gd name="adj2" fmla="val 0"/>
          </a:avLst>
        </a:prstGeom>
        <a:noFill/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1700" b="1" kern="1200" dirty="0"/>
            <a:t>Concorrenza avanzata e code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Lock ottimistico vs pessimistico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Pattern per le code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Lock applicativo</a:t>
          </a:r>
        </a:p>
      </dsp:txBody>
      <dsp:txXfrm rot="10800000">
        <a:off x="4323832" y="1774507"/>
        <a:ext cx="1712672" cy="2112719"/>
      </dsp:txXfrm>
    </dsp:sp>
    <dsp:sp modelId="{560519D6-3384-4258-9A28-54A74CA2B939}">
      <dsp:nvSpPr>
        <dsp:cNvPr id="0" name=""/>
        <dsp:cNvSpPr/>
      </dsp:nvSpPr>
      <dsp:spPr>
        <a:xfrm>
          <a:off x="6275120" y="236601"/>
          <a:ext cx="1824918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14346" r="14346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936BD7-7C21-40B9-8DB9-3BE286307709}">
      <dsp:nvSpPr>
        <dsp:cNvPr id="0" name=""/>
        <dsp:cNvSpPr/>
      </dsp:nvSpPr>
      <dsp:spPr>
        <a:xfrm rot="10800000">
          <a:off x="6275120" y="1774507"/>
          <a:ext cx="1824918" cy="2168842"/>
        </a:xfrm>
        <a:prstGeom prst="round2SameRect">
          <a:avLst>
            <a:gd name="adj1" fmla="val 10500"/>
            <a:gd name="adj2" fmla="val 0"/>
          </a:avLst>
        </a:prstGeom>
        <a:noFill/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1700" b="1" kern="1200" dirty="0"/>
            <a:t>Diagnosi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DMV e strumenti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Prevenzione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Best practices</a:t>
          </a:r>
        </a:p>
      </dsp:txBody>
      <dsp:txXfrm rot="10800000">
        <a:off x="6331243" y="1774507"/>
        <a:ext cx="1712672" cy="21127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B65ABC-CC5C-4C35-AB55-D298AFFD86B9}">
      <dsp:nvSpPr>
        <dsp:cNvPr id="0" name=""/>
        <dsp:cNvSpPr/>
      </dsp:nvSpPr>
      <dsp:spPr>
        <a:xfrm>
          <a:off x="0" y="305570"/>
          <a:ext cx="2520497" cy="1512298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 err="1">
              <a:solidFill>
                <a:schemeClr val="tx1"/>
              </a:solidFill>
            </a:rPr>
            <a:t>Shared</a:t>
          </a:r>
          <a:endParaRPr lang="it-IT" sz="24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>
              <a:solidFill>
                <a:schemeClr val="tx1"/>
              </a:solidFill>
            </a:rPr>
            <a:t>Sigla 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>
              <a:solidFill>
                <a:schemeClr val="tx1"/>
              </a:solidFill>
            </a:rPr>
            <a:t>Letture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>
              <a:solidFill>
                <a:schemeClr val="tx1"/>
              </a:solidFill>
            </a:rPr>
            <a:t>Lock condiviso</a:t>
          </a:r>
        </a:p>
      </dsp:txBody>
      <dsp:txXfrm>
        <a:off x="0" y="305570"/>
        <a:ext cx="2520497" cy="1512298"/>
      </dsp:txXfrm>
    </dsp:sp>
    <dsp:sp modelId="{47D20AF2-6DFD-4807-8DB3-ADCF75D27968}">
      <dsp:nvSpPr>
        <dsp:cNvPr id="0" name=""/>
        <dsp:cNvSpPr/>
      </dsp:nvSpPr>
      <dsp:spPr>
        <a:xfrm>
          <a:off x="2772546" y="305570"/>
          <a:ext cx="2520497" cy="1512298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>
              <a:solidFill>
                <a:schemeClr val="tx1"/>
              </a:solidFill>
            </a:rPr>
            <a:t>Update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>
              <a:solidFill>
                <a:schemeClr val="tx1"/>
              </a:solidFill>
            </a:rPr>
            <a:t>Sigla U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>
              <a:solidFill>
                <a:schemeClr val="tx1"/>
              </a:solidFill>
            </a:rPr>
            <a:t>Prenota risorsa che verrà aggiornata</a:t>
          </a:r>
        </a:p>
      </dsp:txBody>
      <dsp:txXfrm>
        <a:off x="2772546" y="305570"/>
        <a:ext cx="2520497" cy="1512298"/>
      </dsp:txXfrm>
    </dsp:sp>
    <dsp:sp modelId="{494604D8-8C29-4A21-968F-0B26EFE3A190}">
      <dsp:nvSpPr>
        <dsp:cNvPr id="0" name=""/>
        <dsp:cNvSpPr/>
      </dsp:nvSpPr>
      <dsp:spPr>
        <a:xfrm>
          <a:off x="5545093" y="305570"/>
          <a:ext cx="2520497" cy="1512298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 err="1">
              <a:solidFill>
                <a:schemeClr val="tx1"/>
              </a:solidFill>
            </a:rPr>
            <a:t>Exclusive</a:t>
          </a:r>
          <a:endParaRPr lang="it-IT" sz="20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>
              <a:solidFill>
                <a:schemeClr val="tx1"/>
              </a:solidFill>
            </a:rPr>
            <a:t>Sigla X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>
              <a:solidFill>
                <a:schemeClr val="tx1"/>
              </a:solidFill>
            </a:rPr>
            <a:t>Per UPDATE, INSERT, DELETE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>
              <a:solidFill>
                <a:schemeClr val="tx1"/>
              </a:solidFill>
            </a:rPr>
            <a:t>Incompatibile con tutti gli altri lock</a:t>
          </a:r>
        </a:p>
      </dsp:txBody>
      <dsp:txXfrm>
        <a:off x="5545093" y="305570"/>
        <a:ext cx="2520497" cy="1512298"/>
      </dsp:txXfrm>
    </dsp:sp>
    <dsp:sp modelId="{DBB724DE-66AC-49D6-B436-47CF2926F488}">
      <dsp:nvSpPr>
        <dsp:cNvPr id="0" name=""/>
        <dsp:cNvSpPr/>
      </dsp:nvSpPr>
      <dsp:spPr>
        <a:xfrm>
          <a:off x="1386273" y="2069918"/>
          <a:ext cx="2520497" cy="1512298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kern="1200" dirty="0" err="1">
              <a:solidFill>
                <a:schemeClr val="tx1"/>
              </a:solidFill>
            </a:rPr>
            <a:t>Intent</a:t>
          </a:r>
          <a:endParaRPr lang="it-IT" sz="27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>
              <a:solidFill>
                <a:schemeClr val="tx1"/>
              </a:solidFill>
            </a:rPr>
            <a:t>Sigla I*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>
              <a:solidFill>
                <a:schemeClr val="tx1"/>
              </a:solidFill>
            </a:rPr>
            <a:t>Intenzione di lock</a:t>
          </a:r>
        </a:p>
      </dsp:txBody>
      <dsp:txXfrm>
        <a:off x="1386273" y="2069918"/>
        <a:ext cx="2520497" cy="1512298"/>
      </dsp:txXfrm>
    </dsp:sp>
    <dsp:sp modelId="{9DD0DEB9-3B80-4EB4-A6A5-1BEB72FAFFD2}">
      <dsp:nvSpPr>
        <dsp:cNvPr id="0" name=""/>
        <dsp:cNvSpPr/>
      </dsp:nvSpPr>
      <dsp:spPr>
        <a:xfrm>
          <a:off x="4158820" y="2069918"/>
          <a:ext cx="2520497" cy="1512298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kern="1200" dirty="0">
              <a:solidFill>
                <a:schemeClr val="tx1"/>
              </a:solidFill>
            </a:rPr>
            <a:t>Schema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>
              <a:solidFill>
                <a:schemeClr val="tx1"/>
              </a:solidFill>
            </a:rPr>
            <a:t>Sigla Sch-S e Sch-M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 dirty="0">
              <a:solidFill>
                <a:schemeClr val="tx1"/>
              </a:solidFill>
            </a:rPr>
            <a:t>Per operazioni DDL</a:t>
          </a:r>
        </a:p>
      </dsp:txBody>
      <dsp:txXfrm>
        <a:off x="4158820" y="2069918"/>
        <a:ext cx="2520497" cy="15122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BB3E66-1700-4383-B1CC-AB98219BB8BC}">
      <dsp:nvSpPr>
        <dsp:cNvPr id="0" name=""/>
        <dsp:cNvSpPr/>
      </dsp:nvSpPr>
      <dsp:spPr>
        <a:xfrm>
          <a:off x="1208356" y="191"/>
          <a:ext cx="2689611" cy="1613766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 dirty="0">
              <a:solidFill>
                <a:schemeClr val="tx1"/>
              </a:solidFill>
            </a:rPr>
            <a:t>Accesso a risorse nello stesso ordine nelle transazioni</a:t>
          </a:r>
        </a:p>
      </dsp:txBody>
      <dsp:txXfrm>
        <a:off x="1208356" y="191"/>
        <a:ext cx="2689611" cy="1613766"/>
      </dsp:txXfrm>
    </dsp:sp>
    <dsp:sp modelId="{D6C5391F-7BF3-485A-8848-58DF2E610229}">
      <dsp:nvSpPr>
        <dsp:cNvPr id="0" name=""/>
        <dsp:cNvSpPr/>
      </dsp:nvSpPr>
      <dsp:spPr>
        <a:xfrm>
          <a:off x="4166928" y="191"/>
          <a:ext cx="2689611" cy="1613766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 dirty="0">
              <a:solidFill>
                <a:schemeClr val="tx1"/>
              </a:solidFill>
            </a:rPr>
            <a:t>Transazioni brevi</a:t>
          </a:r>
        </a:p>
      </dsp:txBody>
      <dsp:txXfrm>
        <a:off x="4166928" y="191"/>
        <a:ext cx="2689611" cy="1613766"/>
      </dsp:txXfrm>
    </dsp:sp>
    <dsp:sp modelId="{A05CF9AD-98AE-4727-94EF-90F0C1234BBF}">
      <dsp:nvSpPr>
        <dsp:cNvPr id="0" name=""/>
        <dsp:cNvSpPr/>
      </dsp:nvSpPr>
      <dsp:spPr>
        <a:xfrm>
          <a:off x="1208356" y="1882919"/>
          <a:ext cx="2689611" cy="1613766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 dirty="0">
              <a:solidFill>
                <a:schemeClr val="tx1"/>
              </a:solidFill>
            </a:rPr>
            <a:t>Indici adeguati, meno righe lette, meno lock</a:t>
          </a:r>
        </a:p>
      </dsp:txBody>
      <dsp:txXfrm>
        <a:off x="1208356" y="1882919"/>
        <a:ext cx="2689611" cy="1613766"/>
      </dsp:txXfrm>
    </dsp:sp>
    <dsp:sp modelId="{5CA35845-F4FE-4FE6-A3A8-3384C2803EE3}">
      <dsp:nvSpPr>
        <dsp:cNvPr id="0" name=""/>
        <dsp:cNvSpPr/>
      </dsp:nvSpPr>
      <dsp:spPr>
        <a:xfrm>
          <a:off x="4166928" y="1882919"/>
          <a:ext cx="2689611" cy="1613766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 dirty="0" err="1">
              <a:solidFill>
                <a:schemeClr val="tx1"/>
              </a:solidFill>
            </a:rPr>
            <a:t>Isolation</a:t>
          </a:r>
          <a:r>
            <a:rPr lang="it-IT" sz="2500" kern="1200" dirty="0">
              <a:solidFill>
                <a:schemeClr val="tx1"/>
              </a:solidFill>
            </a:rPr>
            <a:t> </a:t>
          </a:r>
          <a:r>
            <a:rPr lang="it-IT" sz="2500" kern="1200" dirty="0" err="1">
              <a:solidFill>
                <a:schemeClr val="tx1"/>
              </a:solidFill>
            </a:rPr>
            <a:t>level</a:t>
          </a:r>
          <a:r>
            <a:rPr lang="it-IT" sz="2500" kern="1200" dirty="0">
              <a:solidFill>
                <a:schemeClr val="tx1"/>
              </a:solidFill>
            </a:rPr>
            <a:t> minimo rispetto al caso d’uso</a:t>
          </a:r>
        </a:p>
      </dsp:txBody>
      <dsp:txXfrm>
        <a:off x="4166928" y="1882919"/>
        <a:ext cx="2689611" cy="1613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248258A5-DC51-4C40-8133-EBDA4B5D97F7}" type="datetimeFigureOut">
              <a:rPr lang="it-IT" smtClean="0"/>
              <a:pPr/>
              <a:t>05/08/2026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4E5DA427-FE90-406E-9D90-D8AF6ED9F7F9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2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C3299855-277B-4364-AE49-729F5FF1E17A}" type="datetimeFigureOut">
              <a:rPr lang="it-IT" smtClean="0"/>
              <a:pPr/>
              <a:t>05/08/2026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432" tIns="45715" rIns="91432" bIns="45715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7044E27A-C44E-4CBB-87AC-E383B3A8CE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07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034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8006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40161-B4AB-097A-BE09-A9F476C8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5FC5BB7-08B8-705A-466E-10C3659F5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E9A3F72-C083-45D0-26ED-C9632C3FC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0357536-92AB-9FB7-D8DE-FF70D93CB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9534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5B841-7CDC-B6BE-991F-31709C17B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6FCCD33-5B4F-F7CE-65FB-E1DE594AD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700EFE1-9EED-D2B5-E6EE-40F6DDBBF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it-IT" dirty="0"/>
            </a:br>
            <a:br>
              <a:rPr lang="it-IT" dirty="0"/>
            </a:b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BBFFBC7-FEF9-BBC4-0F93-7FBD2773F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6470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L'Update</a:t>
            </a:r>
            <a:r>
              <a:rPr lang="en-US" dirty="0"/>
              <a:t> lock è </a:t>
            </a:r>
            <a:r>
              <a:rPr lang="en-US" dirty="0" err="1"/>
              <a:t>quello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spiega</a:t>
            </a:r>
            <a:r>
              <a:rPr lang="en-US" dirty="0"/>
              <a:t> </a:t>
            </a:r>
            <a:r>
              <a:rPr lang="en-US" dirty="0" err="1"/>
              <a:t>meglio</a:t>
            </a:r>
            <a:r>
              <a:rPr lang="en-US" dirty="0"/>
              <a:t> </a:t>
            </a:r>
            <a:r>
              <a:rPr lang="en-US" dirty="0" err="1"/>
              <a:t>perché</a:t>
            </a:r>
            <a:r>
              <a:rPr lang="en-US" dirty="0"/>
              <a:t> </a:t>
            </a:r>
            <a:r>
              <a:rPr lang="en-US" dirty="0" err="1"/>
              <a:t>esiste</a:t>
            </a:r>
            <a:r>
              <a:rPr lang="en-US" dirty="0"/>
              <a:t>: senza U, due SELECT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stanno</a:t>
            </a:r>
            <a:r>
              <a:rPr lang="en-US" dirty="0"/>
              <a:t> per fare UPDATE </a:t>
            </a:r>
            <a:r>
              <a:rPr lang="en-US" dirty="0" err="1"/>
              <a:t>prenderebbero</a:t>
            </a:r>
            <a:r>
              <a:rPr lang="en-US" dirty="0"/>
              <a:t> </a:t>
            </a:r>
            <a:r>
              <a:rPr lang="en-US" dirty="0" err="1"/>
              <a:t>entrambe</a:t>
            </a:r>
            <a:r>
              <a:rPr lang="en-US" dirty="0"/>
              <a:t> uno Shared 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bloccherebbero</a:t>
            </a:r>
            <a:r>
              <a:rPr lang="en-US" dirty="0"/>
              <a:t> a </a:t>
            </a:r>
            <a:r>
              <a:rPr lang="en-US" dirty="0" err="1"/>
              <a:t>vicenda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tentativo</a:t>
            </a:r>
            <a:r>
              <a:rPr lang="en-US" dirty="0"/>
              <a:t> di </a:t>
            </a:r>
            <a:r>
              <a:rPr lang="en-US" dirty="0" err="1"/>
              <a:t>convertirlo</a:t>
            </a:r>
            <a:r>
              <a:rPr lang="en-US" dirty="0"/>
              <a:t> in Exclusive. U </a:t>
            </a:r>
            <a:r>
              <a:rPr lang="en-US" dirty="0" err="1"/>
              <a:t>risolve</a:t>
            </a:r>
            <a:r>
              <a:rPr lang="en-US" dirty="0"/>
              <a:t>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corsa</a:t>
            </a:r>
            <a:r>
              <a:rPr lang="en-US" dirty="0"/>
              <a:t> </a:t>
            </a:r>
            <a:r>
              <a:rPr lang="en-US" dirty="0" err="1"/>
              <a:t>facendo</a:t>
            </a:r>
            <a:r>
              <a:rPr lang="en-US" dirty="0"/>
              <a:t> da "</a:t>
            </a:r>
            <a:r>
              <a:rPr lang="en-US" dirty="0" err="1"/>
              <a:t>biglietto</a:t>
            </a:r>
            <a:r>
              <a:rPr lang="en-US" dirty="0"/>
              <a:t> di </a:t>
            </a:r>
            <a:r>
              <a:rPr lang="en-US" dirty="0" err="1"/>
              <a:t>prenotazione</a:t>
            </a:r>
            <a:r>
              <a:rPr lang="en-US" dirty="0"/>
              <a:t>".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7425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Più</a:t>
            </a:r>
            <a:r>
              <a:rPr lang="en-US" dirty="0"/>
              <a:t> la </a:t>
            </a:r>
            <a:r>
              <a:rPr lang="en-US" dirty="0" err="1"/>
              <a:t>granularità</a:t>
            </a:r>
            <a:r>
              <a:rPr lang="en-US" dirty="0"/>
              <a:t> è fine,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concorrenza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ottiene</a:t>
            </a:r>
            <a:r>
              <a:rPr lang="en-US" dirty="0"/>
              <a:t>, ma </a:t>
            </a:r>
            <a:r>
              <a:rPr lang="en-US" dirty="0" err="1"/>
              <a:t>più</a:t>
            </a:r>
            <a:r>
              <a:rPr lang="en-US" dirty="0"/>
              <a:t> lock il </a:t>
            </a:r>
            <a:r>
              <a:rPr lang="en-US" dirty="0" err="1"/>
              <a:t>motore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gestire</a:t>
            </a:r>
            <a:r>
              <a:rPr lang="en-US" dirty="0"/>
              <a:t> in memoria: è </a:t>
            </a:r>
            <a:r>
              <a:rPr lang="en-US" dirty="0" err="1"/>
              <a:t>esattamente</a:t>
            </a:r>
            <a:r>
              <a:rPr lang="en-US" dirty="0"/>
              <a:t> il trade-off </a:t>
            </a:r>
            <a:r>
              <a:rPr lang="en-US" dirty="0" err="1"/>
              <a:t>che</a:t>
            </a:r>
            <a:r>
              <a:rPr lang="en-US" dirty="0"/>
              <a:t> porta alla lock escalation, </a:t>
            </a:r>
            <a:r>
              <a:rPr lang="en-US" dirty="0" err="1"/>
              <a:t>argomento</a:t>
            </a:r>
            <a:r>
              <a:rPr lang="en-US" dirty="0"/>
              <a:t> della </a:t>
            </a:r>
            <a:r>
              <a:rPr lang="en-US" dirty="0" err="1"/>
              <a:t>prossima</a:t>
            </a:r>
            <a:r>
              <a:rPr lang="en-US" dirty="0"/>
              <a:t> slide.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6912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 </a:t>
            </a:r>
            <a:r>
              <a:rPr lang="en-US" dirty="0" err="1"/>
              <a:t>matrice</a:t>
            </a:r>
            <a:r>
              <a:rPr lang="en-US" dirty="0"/>
              <a:t> è come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griglia</a:t>
            </a:r>
            <a:r>
              <a:rPr lang="en-US" dirty="0"/>
              <a:t> di </a:t>
            </a:r>
            <a:r>
              <a:rPr lang="en-US" dirty="0" err="1"/>
              <a:t>semafori</a:t>
            </a:r>
            <a:r>
              <a:rPr lang="en-US" dirty="0"/>
              <a:t>: la </a:t>
            </a:r>
            <a:r>
              <a:rPr lang="en-US" dirty="0" err="1"/>
              <a:t>cella</a:t>
            </a:r>
            <a:r>
              <a:rPr lang="en-US" dirty="0"/>
              <a:t> indica se la </a:t>
            </a:r>
            <a:r>
              <a:rPr lang="en-US" dirty="0" err="1"/>
              <a:t>riga</a:t>
            </a:r>
            <a:r>
              <a:rPr lang="en-US" dirty="0"/>
              <a:t> e la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coesistere</a:t>
            </a:r>
            <a:r>
              <a:rPr lang="en-US" dirty="0"/>
              <a:t> </a:t>
            </a:r>
            <a:r>
              <a:rPr lang="en-US" dirty="0" err="1"/>
              <a:t>sulla</a:t>
            </a:r>
            <a:r>
              <a:rPr lang="en-US" dirty="0"/>
              <a:t> </a:t>
            </a:r>
            <a:r>
              <a:rPr lang="en-US" dirty="0" err="1"/>
              <a:t>stessa</a:t>
            </a:r>
            <a:r>
              <a:rPr lang="en-US" dirty="0"/>
              <a:t> </a:t>
            </a:r>
            <a:r>
              <a:rPr lang="en-US" dirty="0" err="1"/>
              <a:t>risorsa</a:t>
            </a:r>
            <a:r>
              <a:rPr lang="en-US" dirty="0"/>
              <a:t> </a:t>
            </a:r>
            <a:r>
              <a:rPr lang="en-US" dirty="0" err="1"/>
              <a:t>nello</a:t>
            </a:r>
            <a:r>
              <a:rPr lang="en-US" dirty="0"/>
              <a:t> </a:t>
            </a:r>
            <a:r>
              <a:rPr lang="en-US" dirty="0" err="1"/>
              <a:t>stesso</a:t>
            </a:r>
            <a:r>
              <a:rPr lang="en-US" dirty="0"/>
              <a:t> </a:t>
            </a:r>
            <a:r>
              <a:rPr lang="en-US" dirty="0" err="1"/>
              <a:t>momento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È la base per </a:t>
            </a:r>
            <a:r>
              <a:rPr lang="en-US" dirty="0" err="1"/>
              <a:t>spiegare</a:t>
            </a:r>
            <a:r>
              <a:rPr lang="en-US" dirty="0"/>
              <a:t> </a:t>
            </a:r>
            <a:r>
              <a:rPr lang="en-US" dirty="0" err="1"/>
              <a:t>perché</a:t>
            </a:r>
            <a:r>
              <a:rPr lang="en-US" dirty="0"/>
              <a:t> un SELECT non </a:t>
            </a:r>
            <a:r>
              <a:rPr lang="en-US" dirty="0" err="1"/>
              <a:t>blocca</a:t>
            </a:r>
            <a:r>
              <a:rPr lang="en-US" dirty="0"/>
              <a:t> un </a:t>
            </a:r>
            <a:r>
              <a:rPr lang="en-US" dirty="0" err="1"/>
              <a:t>altro</a:t>
            </a:r>
            <a:r>
              <a:rPr lang="en-US" dirty="0"/>
              <a:t> SELECT, ma un UPDATE </a:t>
            </a:r>
            <a:r>
              <a:rPr lang="en-US" dirty="0" err="1"/>
              <a:t>blocca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.</a:t>
            </a:r>
          </a:p>
          <a:p>
            <a:endParaRPr lang="it-IT" dirty="0"/>
          </a:p>
          <a:p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1177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Sql</a:t>
            </a:r>
            <a:r>
              <a:rPr lang="en-US" dirty="0"/>
              <a:t> ha lo </a:t>
            </a:r>
            <a:r>
              <a:rPr lang="en-US" dirty="0" err="1"/>
              <a:t>scopo</a:t>
            </a:r>
            <a:r>
              <a:rPr lang="en-US" dirty="0"/>
              <a:t> di </a:t>
            </a:r>
            <a:r>
              <a:rPr lang="en-US" dirty="0" err="1"/>
              <a:t>bloccare</a:t>
            </a:r>
            <a:r>
              <a:rPr lang="en-US" dirty="0"/>
              <a:t> e </a:t>
            </a:r>
            <a:r>
              <a:rPr lang="en-US" dirty="0" err="1"/>
              <a:t>risparmiare</a:t>
            </a:r>
            <a:r>
              <a:rPr lang="en-US" dirty="0"/>
              <a:t> memoria al tempo </a:t>
            </a:r>
            <a:r>
              <a:rPr lang="en-US" dirty="0" err="1"/>
              <a:t>stesso</a:t>
            </a:r>
            <a:r>
              <a:rPr lang="en-US" dirty="0"/>
              <a:t>,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granulare</a:t>
            </a:r>
            <a:r>
              <a:rPr lang="en-US" dirty="0"/>
              <a:t> e </a:t>
            </a:r>
            <a:r>
              <a:rPr lang="en-US" dirty="0" err="1"/>
              <a:t>puntuale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blocco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ne </a:t>
            </a:r>
            <a:r>
              <a:rPr lang="en-US" dirty="0" err="1"/>
              <a:t>spreca</a:t>
            </a:r>
            <a:r>
              <a:rPr lang="en-US" dirty="0"/>
              <a:t>. Per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ragione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raggiunge</a:t>
            </a:r>
            <a:r>
              <a:rPr lang="en-US" dirty="0"/>
              <a:t> circa 5000 lock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singolo</a:t>
            </a:r>
            <a:r>
              <a:rPr lang="en-US" dirty="0"/>
              <a:t> </a:t>
            </a:r>
            <a:r>
              <a:rPr lang="en-US" dirty="0" err="1"/>
              <a:t>oggetto</a:t>
            </a:r>
            <a:r>
              <a:rPr lang="en-US" dirty="0"/>
              <a:t> </a:t>
            </a:r>
            <a:r>
              <a:rPr lang="en-US" dirty="0" err="1"/>
              <a:t>mette</a:t>
            </a:r>
            <a:r>
              <a:rPr lang="en-US" dirty="0"/>
              <a:t> lock a </a:t>
            </a:r>
            <a:r>
              <a:rPr lang="en-US" dirty="0" err="1"/>
              <a:t>livello</a:t>
            </a:r>
            <a:r>
              <a:rPr lang="en-US" dirty="0"/>
              <a:t> </a:t>
            </a:r>
            <a:r>
              <a:rPr lang="en-US" dirty="0" err="1"/>
              <a:t>superiore</a:t>
            </a:r>
            <a:r>
              <a:rPr lang="en-US" dirty="0"/>
              <a:t> e </a:t>
            </a:r>
            <a:r>
              <a:rPr lang="en-US" dirty="0" err="1"/>
              <a:t>cancella</a:t>
            </a:r>
            <a:r>
              <a:rPr lang="en-US" dirty="0"/>
              <a:t> </a:t>
            </a:r>
            <a:r>
              <a:rPr lang="en-US" dirty="0" err="1"/>
              <a:t>quelli</a:t>
            </a:r>
            <a:r>
              <a:rPr lang="en-US" dirty="0"/>
              <a:t> al </a:t>
            </a:r>
            <a:r>
              <a:rPr lang="en-US" dirty="0" err="1"/>
              <a:t>livello</a:t>
            </a:r>
            <a:r>
              <a:rPr lang="en-US" dirty="0"/>
              <a:t> </a:t>
            </a:r>
            <a:r>
              <a:rPr lang="en-US" dirty="0" err="1"/>
              <a:t>inferiore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Il Risparmio memoria </a:t>
            </a:r>
            <a:r>
              <a:rPr lang="en-US" dirty="0" err="1"/>
              <a:t>però</a:t>
            </a:r>
            <a:r>
              <a:rPr lang="en-US" dirty="0"/>
              <a:t> </a:t>
            </a:r>
            <a:r>
              <a:rPr lang="en-US" dirty="0" err="1"/>
              <a:t>comporta</a:t>
            </a:r>
            <a:r>
              <a:rPr lang="en-US" dirty="0"/>
              <a:t> </a:t>
            </a:r>
            <a:r>
              <a:rPr lang="en-US" dirty="0" err="1"/>
              <a:t>risorse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bloccate</a:t>
            </a:r>
            <a:r>
              <a:rPr lang="en-US" dirty="0"/>
              <a:t> e </a:t>
            </a:r>
            <a:r>
              <a:rPr lang="en-US" dirty="0" err="1"/>
              <a:t>maggiori</a:t>
            </a:r>
            <a:r>
              <a:rPr lang="en-US" dirty="0"/>
              <a:t> </a:t>
            </a:r>
            <a:r>
              <a:rPr lang="en-US" dirty="0" err="1"/>
              <a:t>attese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dirty="0"/>
              <a:t>Nel primo modulo 'DML in batch': un DELETE/UPDATE </a:t>
            </a:r>
            <a:r>
              <a:rPr lang="en-US" dirty="0" err="1"/>
              <a:t>massivo</a:t>
            </a:r>
            <a:r>
              <a:rPr lang="en-US" dirty="0"/>
              <a:t> è il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tipico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innesca</a:t>
            </a:r>
            <a:r>
              <a:rPr lang="en-US" dirty="0"/>
              <a:t> </a:t>
            </a:r>
            <a:r>
              <a:rPr lang="en-US" dirty="0" err="1"/>
              <a:t>l'escalation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Lock escalation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disabilitare</a:t>
            </a:r>
            <a:r>
              <a:rPr lang="en-US" dirty="0"/>
              <a:t>, ma come extrema ratio </a:t>
            </a:r>
            <a:r>
              <a:rPr lang="en-US" dirty="0" err="1"/>
              <a:t>perchè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rischiare</a:t>
            </a:r>
            <a:r>
              <a:rPr lang="en-US" dirty="0"/>
              <a:t> di </a:t>
            </a:r>
            <a:r>
              <a:rPr lang="en-US" dirty="0" err="1"/>
              <a:t>saturare</a:t>
            </a:r>
            <a:r>
              <a:rPr lang="en-US" dirty="0"/>
              <a:t> la memoria di lock </a:t>
            </a:r>
            <a:r>
              <a:rPr lang="en-US" dirty="0" err="1"/>
              <a:t>granulari</a:t>
            </a:r>
            <a:endParaRPr lang="en-US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9876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 lock di scrittura vengono messi sempre all’inizio dell’operazione che scrive e tenuti fino alla fine della transazione, quello che cambia è il comportamento per le letture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8013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7CA14-4242-C3D6-9B29-150F452E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AB2D8B0-4E98-0821-9F9E-70FD836F3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C5ECFB-3487-5FA3-B5F4-31D46A26E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CF1B8B7-F888-8551-A24F-844BEAFF9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3567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deadlock monitor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background (ogni ~5 secondi) e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cicli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attesa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vittima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la termina con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l'errore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1205,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facendo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rollback della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transazione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minor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rollback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stimato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parità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transazione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recente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influenzare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 non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garantire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DEADLOCK_PRIORITY</a:t>
            </a:r>
            <a:endParaRPr lang="en-US" sz="1200" dirty="0"/>
          </a:p>
          <a:p>
            <a:endParaRPr lang="it-IT" dirty="0"/>
          </a:p>
          <a:p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005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C5622-D74C-0604-CF8F-7FE9656E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275A2CD-B770-9FB4-3325-7700EB854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84ECEB2-ACBD-95EE-DF6E-E088B717F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FFA1D4-51D3-C9EE-EF81-489AD393C7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9195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08583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51383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48757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97367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301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6EE5-DDB7-2F3C-A6B2-C3D144951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22A4E78-F6FC-5FA7-1BB5-2089B1E49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784ABE2-B169-CE0E-E57F-4ED5EA10E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CBE25A6-D7DC-F909-8288-090403AD1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679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ertina-rossa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70506" y="2139702"/>
            <a:ext cx="8192986" cy="5760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lang="it-IT" sz="4600" b="1" u="non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Titolo 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59699E87-37BE-B122-4218-F76CBA66B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0507" y="2751770"/>
            <a:ext cx="8193592" cy="467960"/>
          </a:xfrm>
        </p:spPr>
        <p:txBody>
          <a:bodyPr lIns="0" anchor="t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3FB66C52-296B-8CB9-AD0D-935F8BDF7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4299882"/>
            <a:ext cx="8193592" cy="288000"/>
          </a:xfrm>
        </p:spPr>
        <p:txBody>
          <a:bodyPr lIns="0" anchor="b">
            <a:noAutofit/>
          </a:bodyPr>
          <a:lstStyle>
            <a:lvl1pPr marL="0" indent="0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it-IT" dirty="0"/>
              <a:t>Relatore: Nome Cognome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F73984F-6480-A8BF-5D22-61F62806EB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  <p:sp>
        <p:nvSpPr>
          <p:cNvPr id="36" name="Segnaposto immagine 2">
            <a:extLst>
              <a:ext uri="{FF2B5EF4-FFF2-40B4-BE49-F238E27FC236}">
                <a16:creationId xmlns:a16="http://schemas.microsoft.com/office/drawing/2014/main" id="{73A4A78A-154B-0984-A223-48CE455A459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000" y="540000"/>
            <a:ext cx="1879104" cy="576362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 logo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3DE4E2A-5E65-84A5-F94E-D16C0AF09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644139"/>
            <a:ext cx="2447925" cy="2317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it-IT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 marL="1828800" indent="0" algn="l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XX mese 202X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0205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11" userDrawn="1">
          <p15:clr>
            <a:srgbClr val="FBAE40"/>
          </p15:clr>
        </p15:guide>
        <p15:guide id="2" pos="5761">
          <p15:clr>
            <a:srgbClr val="FBAE40"/>
          </p15:clr>
        </p15:guide>
        <p15:guide id="3" orient="horz" pos="713" userDrawn="1">
          <p15:clr>
            <a:srgbClr val="FBAE40"/>
          </p15:clr>
        </p15:guide>
        <p15:guide id="4" orient="horz" pos="3026" userDrawn="1">
          <p15:clr>
            <a:srgbClr val="FBAE40"/>
          </p15:clr>
        </p15:guide>
        <p15:guide id="5" pos="296" userDrawn="1">
          <p15:clr>
            <a:srgbClr val="FBAE40"/>
          </p15:clr>
        </p15:guide>
        <p15:guide id="6" pos="54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cap="all" spc="-100" baseline="0"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j-lt"/>
              </a:defRPr>
            </a:lvl1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72000" tIns="0" rIns="72000" bIns="0" rtlCol="0" anchor="ctr">
            <a:normAutofit/>
          </a:bodyPr>
          <a:lstStyle>
            <a:lvl1pPr>
              <a:defRPr lang="it-IT" sz="3200" spc="-100">
                <a:latin typeface="+mj-lt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29784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8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7920372" y="4785996"/>
            <a:ext cx="1008112" cy="33050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315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 bi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9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9730CC1-8448-454E-BAE4-E4BA38148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Vuota grigia">
    <p:bg>
      <p:bgPr>
        <a:solidFill>
          <a:srgbClr val="C2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51C3C6E-CAB6-4C30-9D30-1D07218E31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89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CE2DB01-18FE-B251-C2FD-A620A62AC64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51666" y="843558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55703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251520" y="843558"/>
            <a:ext cx="4245868" cy="679586"/>
          </a:xfr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251520" y="1631156"/>
            <a:ext cx="4245868" cy="3073831"/>
          </a:xfrm>
        </p:spPr>
        <p:txBody>
          <a:bodyPr/>
          <a:lstStyle>
            <a:lvl1pPr marL="268288" indent="-268288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2400"/>
            </a:lvl1pPr>
            <a:lvl2pPr marL="268288" indent="-268288" defTabSz="792000">
              <a:defRPr sz="2000"/>
            </a:lvl2pPr>
            <a:lvl3pPr marL="538163" indent="-182563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800"/>
            </a:lvl3pPr>
            <a:lvl4pPr marL="625475" indent="0">
              <a:buNone/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2"/>
            <a:r>
              <a:rPr lang="it-IT" dirty="0"/>
              <a:t>Secondo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43558"/>
            <a:ext cx="4211451" cy="679586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lang="it-IT" sz="24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4645026" y="1631156"/>
            <a:ext cx="4247455" cy="3100834"/>
          </a:xfrm>
        </p:spPr>
        <p:txBody>
          <a:bodyPr/>
          <a:lstStyle>
            <a:lvl1pPr marL="268288" indent="-268288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400"/>
            </a:lvl1pPr>
            <a:lvl2pPr marL="538163" indent="-182563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</p:txBody>
      </p:sp>
    </p:spTree>
    <p:extLst>
      <p:ext uri="{BB962C8B-B14F-4D97-AF65-F5344CB8AC3E}">
        <p14:creationId xmlns:p14="http://schemas.microsoft.com/office/powerpoint/2010/main" val="427631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 userDrawn="1"/>
        </p:nvSpPr>
        <p:spPr>
          <a:xfrm>
            <a:off x="1828800" y="3600450"/>
            <a:ext cx="5486400" cy="425054"/>
          </a:xfrm>
          <a:prstGeom prst="rect">
            <a:avLst/>
          </a:prstGeom>
          <a:noFill/>
        </p:spPr>
        <p:txBody>
          <a:bodyPr vert="horz" lIns="72000" tIns="0" rIns="72000" bIns="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it-IT" sz="2000" b="1" kern="1200" cap="all" spc="-100" baseline="0">
                <a:solidFill>
                  <a:schemeClr val="accent2"/>
                </a:solidFill>
                <a:latin typeface="+mj-lt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it-IT" spc="0" dirty="0">
                <a:solidFill>
                  <a:srgbClr val="C20E1A"/>
                </a:solidFill>
              </a:rPr>
              <a:t>Fare clic per modificare lo stile del titolo</a:t>
            </a:r>
          </a:p>
        </p:txBody>
      </p:sp>
      <p:sp>
        <p:nvSpPr>
          <p:cNvPr id="4" name="Segnaposto immagine 2"/>
          <p:cNvSpPr>
            <a:spLocks noGrp="1"/>
          </p:cNvSpPr>
          <p:nvPr>
            <p:ph type="pic" idx="1"/>
          </p:nvPr>
        </p:nvSpPr>
        <p:spPr>
          <a:xfrm>
            <a:off x="1828800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5" name="Segnaposto testo 3"/>
          <p:cNvSpPr>
            <a:spLocks noGrp="1"/>
          </p:cNvSpPr>
          <p:nvPr>
            <p:ph type="body" sz="half" idx="2"/>
          </p:nvPr>
        </p:nvSpPr>
        <p:spPr>
          <a:xfrm>
            <a:off x="1828800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29843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8"/>
          <p:cNvSpPr>
            <a:spLocks noGrp="1"/>
          </p:cNvSpPr>
          <p:nvPr>
            <p:ph type="pic" sz="quarter" idx="10"/>
          </p:nvPr>
        </p:nvSpPr>
        <p:spPr>
          <a:xfrm>
            <a:off x="251606" y="843818"/>
            <a:ext cx="2880234" cy="21872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it-IT" dirty="0"/>
              <a:t>Fare clic sull'icona per inserire un'immagine</a:t>
            </a:r>
          </a:p>
        </p:txBody>
      </p:sp>
      <p:sp>
        <p:nvSpPr>
          <p:cNvPr id="4" name="Segnaposto contenuto 10"/>
          <p:cNvSpPr>
            <a:spLocks noGrp="1"/>
          </p:cNvSpPr>
          <p:nvPr>
            <p:ph sz="quarter" idx="11"/>
          </p:nvPr>
        </p:nvSpPr>
        <p:spPr>
          <a:xfrm>
            <a:off x="3419475" y="843558"/>
            <a:ext cx="5473700" cy="3780234"/>
          </a:xfrm>
        </p:spPr>
        <p:txBody>
          <a:bodyPr>
            <a:normAutofit/>
          </a:bodyPr>
          <a:lstStyle>
            <a:lvl1pPr>
              <a:buClr>
                <a:srgbClr val="C20E1A"/>
              </a:buClr>
              <a:defRPr sz="2400"/>
            </a:lvl1pPr>
            <a:lvl2pPr>
              <a:buClr>
                <a:srgbClr val="C20E1A"/>
              </a:buClr>
              <a:defRPr sz="2000"/>
            </a:lvl2pPr>
            <a:lvl3pPr>
              <a:buClr>
                <a:srgbClr val="C20E1A"/>
              </a:buClr>
              <a:defRPr sz="1800"/>
            </a:lvl3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085360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5"/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5041901" cy="3780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contenuto 7"/>
          <p:cNvSpPr>
            <a:spLocks noGrp="1"/>
          </p:cNvSpPr>
          <p:nvPr>
            <p:ph sz="quarter" idx="11"/>
          </p:nvPr>
        </p:nvSpPr>
        <p:spPr>
          <a:xfrm>
            <a:off x="5472113" y="843558"/>
            <a:ext cx="3421062" cy="375367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7775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2"/>
          <p:cNvSpPr>
            <a:spLocks noGrp="1"/>
          </p:cNvSpPr>
          <p:nvPr>
            <p:ph type="body" idx="1"/>
          </p:nvPr>
        </p:nvSpPr>
        <p:spPr>
          <a:xfrm>
            <a:off x="254980" y="2180035"/>
            <a:ext cx="8638195" cy="1125140"/>
          </a:xfr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3399842"/>
            <a:ext cx="8686800" cy="106262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300"/>
              </a:spcBef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183483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 userDrawn="1">
          <p15:clr>
            <a:srgbClr val="FBAE40"/>
          </p15:clr>
        </p15:guide>
        <p15:guide id="2" pos="560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683419" y="2004418"/>
            <a:ext cx="7777162" cy="113466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37740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a-red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  <a:noFill/>
        </p:spPr>
        <p:txBody>
          <a:bodyPr lIns="0" tIns="0" rIns="0" anchor="ctr" anchorCtr="0">
            <a:noAutofit/>
          </a:bodyPr>
          <a:lstStyle>
            <a:lvl1pPr algn="ctr">
              <a:defRPr sz="4000" b="1" i="0" u="none" spc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haroni" panose="02010803020104030203" pitchFamily="2" charset="-79"/>
              </a:defRPr>
            </a:lvl1pPr>
          </a:lstStyle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211A20-8BD2-428E-B8D0-2B7CC38EC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52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146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rmAutofit/>
          </a:bodyPr>
          <a:lstStyle/>
          <a:p>
            <a:pPr lvl="0"/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8640960" cy="3942438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Rettangolo 5"/>
          <p:cNvSpPr/>
          <p:nvPr/>
        </p:nvSpPr>
        <p:spPr>
          <a:xfrm flipH="1">
            <a:off x="251520" y="0"/>
            <a:ext cx="8640960" cy="60471"/>
          </a:xfrm>
          <a:prstGeom prst="rect">
            <a:avLst/>
          </a:prstGeom>
          <a:solidFill>
            <a:srgbClr val="C20E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3B43FE0-31EE-4180-A175-2543E30BE8A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7" r:id="rId2"/>
    <p:sldLayoutId id="2147483703" r:id="rId3"/>
    <p:sldLayoutId id="2147483710" r:id="rId4"/>
    <p:sldLayoutId id="2147483717" r:id="rId5"/>
    <p:sldLayoutId id="2147483708" r:id="rId6"/>
    <p:sldLayoutId id="2147483683" r:id="rId7"/>
    <p:sldLayoutId id="2147483721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8" r:id="rId15"/>
    <p:sldLayoutId id="2147483719" r:id="rId16"/>
    <p:sldLayoutId id="2147483720" r:id="rId17"/>
    <p:sldLayoutId id="2147483724" r:id="rId18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3200" b="0" kern="1200" cap="all" spc="-100" baseline="0" dirty="0">
          <a:solidFill>
            <a:srgbClr val="C20E1A"/>
          </a:solidFill>
          <a:latin typeface="+mj-lt"/>
          <a:ea typeface="+mj-ea"/>
          <a:cs typeface="Aharoni" panose="02010803020104030203" pitchFamily="2" charset="-79"/>
        </a:defRPr>
      </a:lvl1pPr>
    </p:titleStyle>
    <p:bodyStyle>
      <a:lvl1pPr marL="361950" indent="-3619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8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4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techdifferent.it/indigo-lock-il-lucchetto-digitale-senza-chiav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atensionprimaria.wordpress.com/category/cuidados-paliativos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ttotitolo 6">
            <a:extLst>
              <a:ext uri="{FF2B5EF4-FFF2-40B4-BE49-F238E27FC236}">
                <a16:creationId xmlns:a16="http://schemas.microsoft.com/office/drawing/2014/main" id="{202B71B1-14B4-3B1A-B56D-A2CE7F997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e deadlock</a:t>
            </a:r>
            <a:endParaRPr lang="en-US" sz="4800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914F1CCD-6988-40EB-8723-4DA122189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SQL Server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protegge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concorrenza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finisce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bloccarsi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solo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89FAF0-C089-69A2-9B3F-4856401EF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Luca Murzio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4975818-5F77-CDA3-C7A8-B948528764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536" y="376363"/>
            <a:ext cx="971249" cy="9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2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F11E5-C10D-D44C-0194-64FF27C3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6BFF772B-8A15-9994-B0EE-F4836F067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8367926"/>
              </p:ext>
            </p:extLst>
          </p:nvPr>
        </p:nvGraphicFramePr>
        <p:xfrm>
          <a:off x="431540" y="807554"/>
          <a:ext cx="8352928" cy="3943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016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EE52E-2654-E306-B378-9F0B08D9C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77BC1054-3649-1098-BB62-24B9ED89F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Lock</a:t>
            </a:r>
          </a:p>
        </p:txBody>
      </p:sp>
    </p:spTree>
    <p:extLst>
      <p:ext uri="{BB962C8B-B14F-4D97-AF65-F5344CB8AC3E}">
        <p14:creationId xmlns:p14="http://schemas.microsoft.com/office/powerpoint/2010/main" val="290465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866C3-5DEA-40AA-FE7B-4D5886062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A98569-54AB-6D16-46CF-2884FF67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 err="1"/>
              <a:t>Perche</a:t>
            </a:r>
            <a:r>
              <a:rPr lang="it-IT" dirty="0"/>
              <a:t>’ servono i lock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7C03460-D473-2E7B-E8F0-1A41524DE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5148" r="11986" b="-1"/>
          <a:stretch>
            <a:fillRect/>
          </a:stretch>
        </p:blipFill>
        <p:spPr>
          <a:xfrm>
            <a:off x="251520" y="843907"/>
            <a:ext cx="4244280" cy="3888083"/>
          </a:xfrm>
          <a:prstGeom prst="rect">
            <a:avLst/>
          </a:prstGeo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3C86DF1-C59D-C9D8-B70C-C1EFE10A356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51666" y="1455626"/>
            <a:ext cx="4244280" cy="3276015"/>
          </a:xfrm>
        </p:spPr>
        <p:txBody>
          <a:bodyPr>
            <a:normAutofit/>
          </a:bodyPr>
          <a:lstStyle/>
          <a:p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sessioni</a:t>
            </a:r>
            <a:r>
              <a:rPr lang="en-US" dirty="0"/>
              <a:t> </a:t>
            </a:r>
            <a:r>
              <a:rPr lang="en-US" dirty="0" err="1"/>
              <a:t>leggono</a:t>
            </a:r>
            <a:r>
              <a:rPr lang="en-US" dirty="0"/>
              <a:t> e </a:t>
            </a:r>
            <a:r>
              <a:rPr lang="en-US" dirty="0" err="1"/>
              <a:t>scrivono</a:t>
            </a:r>
            <a:r>
              <a:rPr lang="en-US" dirty="0"/>
              <a:t> </a:t>
            </a:r>
            <a:r>
              <a:rPr lang="en-US" dirty="0" err="1"/>
              <a:t>stessi</a:t>
            </a:r>
            <a:r>
              <a:rPr lang="en-US" dirty="0"/>
              <a:t> </a:t>
            </a:r>
            <a:r>
              <a:rPr lang="en-US" dirty="0" err="1"/>
              <a:t>dati</a:t>
            </a:r>
            <a:endParaRPr lang="en-US" dirty="0"/>
          </a:p>
          <a:p>
            <a:r>
              <a:rPr lang="en-US" dirty="0"/>
              <a:t>Sono </a:t>
            </a:r>
            <a:r>
              <a:rPr lang="en-US" dirty="0" err="1"/>
              <a:t>meccanismo</a:t>
            </a:r>
            <a:r>
              <a:rPr lang="en-US" dirty="0"/>
              <a:t> di SQL per </a:t>
            </a:r>
            <a:r>
              <a:rPr lang="en-US" dirty="0" err="1"/>
              <a:t>garantire</a:t>
            </a:r>
            <a:r>
              <a:rPr lang="en-US" dirty="0"/>
              <a:t> </a:t>
            </a:r>
            <a:r>
              <a:rPr lang="en-US" dirty="0" err="1"/>
              <a:t>isolamento</a:t>
            </a:r>
            <a:endParaRPr lang="en-US" dirty="0"/>
          </a:p>
          <a:p>
            <a:r>
              <a:rPr lang="en-US" dirty="0"/>
              <a:t>Sono </a:t>
            </a:r>
            <a:r>
              <a:rPr lang="en-US" dirty="0" err="1"/>
              <a:t>gestiti</a:t>
            </a:r>
            <a:r>
              <a:rPr lang="en-US" dirty="0"/>
              <a:t> in automatic</a:t>
            </a:r>
          </a:p>
          <a:p>
            <a:r>
              <a:rPr lang="en-US" dirty="0" err="1"/>
              <a:t>L’attesa</a:t>
            </a:r>
            <a:r>
              <a:rPr lang="en-US" dirty="0"/>
              <a:t> è il </a:t>
            </a:r>
            <a:r>
              <a:rPr lang="en-US" dirty="0" err="1"/>
              <a:t>prezzo</a:t>
            </a:r>
            <a:r>
              <a:rPr lang="en-US" dirty="0"/>
              <a:t> della </a:t>
            </a:r>
            <a:r>
              <a:rPr lang="en-US" dirty="0" err="1"/>
              <a:t>concorrenza</a:t>
            </a:r>
            <a:r>
              <a:rPr lang="en-US" dirty="0"/>
              <a:t> </a:t>
            </a:r>
            <a:r>
              <a:rPr lang="en-US" dirty="0" err="1"/>
              <a:t>sicura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611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D71D5E-17F7-3CAA-1199-029D68C6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Tipi di lock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2C589C5E-5E83-2B4E-0B54-A735742192E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07983027"/>
              </p:ext>
            </p:extLst>
          </p:nvPr>
        </p:nvGraphicFramePr>
        <p:xfrm>
          <a:off x="467544" y="843558"/>
          <a:ext cx="8065591" cy="3887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6677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84216-D745-97E3-33F3-807E4857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A4790B-00F7-C732-FD55-1C5531A5A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Granularita’</a:t>
            </a:r>
            <a:r>
              <a:rPr lang="it-IT" dirty="0"/>
              <a:t> dei lock</a:t>
            </a: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94AEAB6B-4983-12A2-35D3-49822C74D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671979"/>
              </p:ext>
            </p:extLst>
          </p:nvPr>
        </p:nvGraphicFramePr>
        <p:xfrm>
          <a:off x="411480" y="1051560"/>
          <a:ext cx="8321040" cy="3200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Livello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0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copre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0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0B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Singola riga di una heap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Tabella senza indice clustered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Singola riga di un indice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Granularità più fine — massima concorrenza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pagina da 8 KB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Più righe coinvolte insieme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pagine contigue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Raro in pratica, soprattutto in allocazione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 tabella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Tipico esito di una escalation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Intero 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Operazioni speciali (es. backup/restore)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567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E0B10C-4057-C52C-EBFA-80CD24DF5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Compatibilita’</a:t>
            </a:r>
            <a:r>
              <a:rPr lang="it-IT" dirty="0"/>
              <a:t> tra lock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FB02D11E-E93A-6834-685D-38842C27C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307459"/>
              </p:ext>
            </p:extLst>
          </p:nvPr>
        </p:nvGraphicFramePr>
        <p:xfrm>
          <a:off x="411480" y="1743658"/>
          <a:ext cx="8321040" cy="1828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0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0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0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0B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954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7DEA04-A115-759F-15F4-18E1E6DB5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Lock escalation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0FA6879-643F-A372-ADB4-2C7A03496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0" y="915566"/>
            <a:ext cx="8640960" cy="272190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1F9680D6-5741-639A-5B55-A7AD2DDB1278}"/>
              </a:ext>
            </a:extLst>
          </p:cNvPr>
          <p:cNvSpPr/>
          <p:nvPr/>
        </p:nvSpPr>
        <p:spPr bwMode="auto">
          <a:xfrm>
            <a:off x="376305" y="3903898"/>
            <a:ext cx="8391390" cy="6840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dirty="0"/>
              <a:t>	Il motore usa i lock per risparmiare memoria, ma così blocca l'intera tabella</a:t>
            </a:r>
            <a:endParaRPr lang="it-IT" sz="2400" dirty="0"/>
          </a:p>
        </p:txBody>
      </p:sp>
      <p:pic>
        <p:nvPicPr>
          <p:cNvPr id="9" name="Elemento grafico 8" descr="Avviso con riempimento a tinta unita">
            <a:extLst>
              <a:ext uri="{FF2B5EF4-FFF2-40B4-BE49-F238E27FC236}">
                <a16:creationId xmlns:a16="http://schemas.microsoft.com/office/drawing/2014/main" id="{98A2F27A-4D39-C0E4-22E4-04F7D6A6E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560" y="4011939"/>
            <a:ext cx="467993" cy="4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76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D447EA-93FB-7385-088E-B6339DC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Livelli di isolamento vs lock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C8E7F50A-0B1A-80B7-6C14-06540201A1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1269591"/>
              </p:ext>
            </p:extLst>
          </p:nvPr>
        </p:nvGraphicFramePr>
        <p:xfrm>
          <a:off x="254960" y="915566"/>
          <a:ext cx="8642350" cy="37924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21175">
                  <a:extLst>
                    <a:ext uri="{9D8B030D-6E8A-4147-A177-3AD203B41FA5}">
                      <a16:colId xmlns:a16="http://schemas.microsoft.com/office/drawing/2014/main" val="705637898"/>
                    </a:ext>
                  </a:extLst>
                </a:gridCol>
                <a:gridCol w="4321175">
                  <a:extLst>
                    <a:ext uri="{9D8B030D-6E8A-4147-A177-3AD203B41FA5}">
                      <a16:colId xmlns:a16="http://schemas.microsoft.com/office/drawing/2014/main" val="3708247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Livello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72961"/>
                  </a:ext>
                </a:extLst>
              </a:tr>
              <a:tr h="529260">
                <a:tc>
                  <a:txBody>
                    <a:bodyPr/>
                    <a:lstStyle/>
                    <a:p>
                      <a:r>
                        <a:rPr lang="it-IT" dirty="0"/>
                        <a:t>READ UNCOMMITTED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Ignora i 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90356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r>
                        <a:rPr lang="it-IT" dirty="0"/>
                        <a:t>READ 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Lock </a:t>
                      </a:r>
                      <a:r>
                        <a:rPr lang="it-IT" dirty="0" err="1"/>
                        <a:t>shared</a:t>
                      </a:r>
                      <a:r>
                        <a:rPr lang="it-IT" dirty="0"/>
                        <a:t> su riga di breve durata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035465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it-IT" dirty="0"/>
                        <a:t>RCSI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Nessun lock, usa </a:t>
                      </a:r>
                      <a:r>
                        <a:rPr lang="it-IT" dirty="0" err="1"/>
                        <a:t>versioning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676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REPEATABLE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Lock </a:t>
                      </a:r>
                      <a:r>
                        <a:rPr lang="it-IT" dirty="0" err="1"/>
                        <a:t>shared</a:t>
                      </a:r>
                      <a:r>
                        <a:rPr lang="it-IT" dirty="0"/>
                        <a:t> per tutta la durata della transazione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8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SERIALIZABLE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Lock </a:t>
                      </a:r>
                      <a:r>
                        <a:rPr lang="it-IT" dirty="0" err="1"/>
                        <a:t>shared</a:t>
                      </a:r>
                      <a:r>
                        <a:rPr lang="it-IT" dirty="0"/>
                        <a:t> + range di chiavi, blocca anche inserimenti nell’intervallo letto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967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SNAPSHOT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Nessun lock, prende foto a inizio transazione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43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982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31F93-A20E-80B1-ACB3-872D61056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60A7DE03-87B0-DD65-536C-236A467DD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 err="1"/>
              <a:t>deadLock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147596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B6F32B-03FC-2F45-86F0-51FFCFC8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Anatomia di un deadlock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D6D25C5-5C24-AC13-26F2-E9C95F107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4794"/>
            <a:ext cx="9123618" cy="315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609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892AE6-0F48-1A17-EA44-10D9D8CE0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 err="1"/>
              <a:t>deadLOCK</a:t>
            </a:r>
            <a:r>
              <a:rPr lang="it-IT" dirty="0"/>
              <a:t>: PREVENZIONE 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74651F3E-E3B9-6FF1-82C2-64867E04C2AB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917084316"/>
              </p:ext>
            </p:extLst>
          </p:nvPr>
        </p:nvGraphicFramePr>
        <p:xfrm>
          <a:off x="251520" y="1095586"/>
          <a:ext cx="8064896" cy="3496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7521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B4D6-DDBE-A1A0-D788-E3DBC8DF7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F918A53-C33C-4929-493E-1808E4FE4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Concorrenza avanzata e code</a:t>
            </a:r>
          </a:p>
        </p:txBody>
      </p:sp>
    </p:spTree>
    <p:extLst>
      <p:ext uri="{BB962C8B-B14F-4D97-AF65-F5344CB8AC3E}">
        <p14:creationId xmlns:p14="http://schemas.microsoft.com/office/powerpoint/2010/main" val="2053608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EEA29-CE37-D0C1-6171-9EA9DDC9D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700FB3-A327-E062-1C64-880A64C52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Strategia per le code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B2983ADC-E847-7DF0-B434-58F81DA43C46}"/>
              </a:ext>
            </a:extLst>
          </p:cNvPr>
          <p:cNvCxnSpPr/>
          <p:nvPr/>
        </p:nvCxnSpPr>
        <p:spPr>
          <a:xfrm>
            <a:off x="4427984" y="915566"/>
            <a:ext cx="0" cy="3888083"/>
          </a:xfrm>
          <a:prstGeom prst="line">
            <a:avLst/>
          </a:prstGeom>
          <a:ln w="28575" cmpd="sng">
            <a:solidFill>
              <a:srgbClr val="C20E1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7667EBC2-5F3E-ADD8-7631-6F8F4D3D4AA0}"/>
              </a:ext>
            </a:extLst>
          </p:cNvPr>
          <p:cNvSpPr txBox="1">
            <a:spLocks/>
          </p:cNvSpPr>
          <p:nvPr/>
        </p:nvSpPr>
        <p:spPr>
          <a:xfrm>
            <a:off x="51144" y="894215"/>
            <a:ext cx="4244280" cy="402742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C20E1A"/>
                </a:solidFill>
              </a:rPr>
              <a:t>CONCORRENZA PESSIMISTICA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BD5C39C4-BBC7-3D4C-74D7-5CD7D4E67FE5}"/>
              </a:ext>
            </a:extLst>
          </p:cNvPr>
          <p:cNvSpPr txBox="1">
            <a:spLocks/>
          </p:cNvSpPr>
          <p:nvPr/>
        </p:nvSpPr>
        <p:spPr>
          <a:xfrm>
            <a:off x="4434276" y="894215"/>
            <a:ext cx="4244280" cy="402742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C20E1A"/>
                </a:solidFill>
              </a:rPr>
              <a:t>CONCORRENZA OTTIMISTICA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E633C45-B16C-4368-A722-31A67E4DE73C}"/>
              </a:ext>
            </a:extLst>
          </p:cNvPr>
          <p:cNvSpPr txBox="1">
            <a:spLocks/>
          </p:cNvSpPr>
          <p:nvPr/>
        </p:nvSpPr>
        <p:spPr>
          <a:xfrm>
            <a:off x="150666" y="1404882"/>
            <a:ext cx="4244280" cy="3255102"/>
          </a:xfrm>
          <a:prstGeom prst="rect">
            <a:avLst/>
          </a:prstGeom>
        </p:spPr>
        <p:txBody>
          <a:bodyPr>
            <a:noAutofit/>
          </a:bodyPr>
          <a:lstStyle>
            <a:lvl1pPr marL="361950" indent="-361950" algn="l" defTabSz="914400" rtl="0" eaLnBrk="1" latinLnBrk="0" hangingPunct="1">
              <a:spcBef>
                <a:spcPct val="20000"/>
              </a:spcBef>
              <a:buClr>
                <a:srgbClr val="C20E1A"/>
              </a:buClr>
              <a:buFont typeface="Arial" panose="020B0604020202020204" pitchFamily="34" charset="0"/>
              <a:buChar char="•"/>
              <a:defRPr lang="it-IT" sz="28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COME FUNZIONA</a:t>
            </a:r>
          </a:p>
          <a:p>
            <a:r>
              <a:rPr lang="en-US" sz="1600" dirty="0"/>
              <a:t>Lock in </a:t>
            </a:r>
            <a:r>
              <a:rPr lang="en-US" sz="1600" dirty="0" err="1"/>
              <a:t>lettura</a:t>
            </a:r>
            <a:endParaRPr lang="en-US" sz="1600" dirty="0"/>
          </a:p>
          <a:p>
            <a:r>
              <a:rPr lang="en-US" sz="1600" dirty="0" err="1"/>
              <a:t>Altri</a:t>
            </a:r>
            <a:r>
              <a:rPr lang="en-US" sz="1600" dirty="0"/>
              <a:t> </a:t>
            </a:r>
            <a:r>
              <a:rPr lang="en-US" sz="1600" dirty="0" err="1"/>
              <a:t>processi</a:t>
            </a:r>
            <a:r>
              <a:rPr lang="en-US" sz="1600" dirty="0"/>
              <a:t> </a:t>
            </a:r>
            <a:r>
              <a:rPr lang="en-US" sz="1600" dirty="0" err="1"/>
              <a:t>attendono</a:t>
            </a:r>
            <a:r>
              <a:rPr lang="en-US" sz="1600" dirty="0"/>
              <a:t> </a:t>
            </a:r>
            <a:r>
              <a:rPr lang="en-US" sz="1600" dirty="0" err="1"/>
              <a:t>rilascio</a:t>
            </a:r>
            <a:r>
              <a:rPr lang="en-US" sz="1600" dirty="0"/>
              <a:t> lock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/>
              <a:t>CASI D’USO</a:t>
            </a:r>
          </a:p>
          <a:p>
            <a:r>
              <a:rPr lang="en-US" sz="1600" dirty="0" err="1"/>
              <a:t>Adatta</a:t>
            </a:r>
            <a:r>
              <a:rPr lang="en-US" sz="1600" dirty="0"/>
              <a:t> per </a:t>
            </a:r>
            <a:r>
              <a:rPr lang="en-US" sz="1600" dirty="0" err="1"/>
              <a:t>contesa</a:t>
            </a:r>
            <a:r>
              <a:rPr lang="en-US" sz="1600" dirty="0"/>
              <a:t> </a:t>
            </a:r>
            <a:r>
              <a:rPr lang="en-US" sz="1600" dirty="0" err="1"/>
              <a:t>alta</a:t>
            </a:r>
            <a:r>
              <a:rPr lang="en-US" sz="1600" dirty="0"/>
              <a:t> </a:t>
            </a:r>
            <a:r>
              <a:rPr lang="en-US" sz="1600" dirty="0" err="1"/>
              <a:t>su</a:t>
            </a:r>
            <a:r>
              <a:rPr lang="en-US" sz="1600" dirty="0"/>
              <a:t> </a:t>
            </a:r>
            <a:r>
              <a:rPr lang="en-US" sz="1600" dirty="0" err="1"/>
              <a:t>stesse</a:t>
            </a:r>
            <a:r>
              <a:rPr lang="en-US" sz="1600" dirty="0"/>
              <a:t> </a:t>
            </a:r>
            <a:r>
              <a:rPr lang="en-US" sz="1600" dirty="0" err="1"/>
              <a:t>righe</a:t>
            </a:r>
            <a:endParaRPr lang="en-US" sz="1600" dirty="0"/>
          </a:p>
          <a:p>
            <a:endParaRPr lang="en-US" sz="1600" dirty="0"/>
          </a:p>
          <a:p>
            <a:endParaRPr lang="en-US" sz="1400" dirty="0"/>
          </a:p>
          <a:p>
            <a:pPr marL="0" indent="0">
              <a:buNone/>
            </a:pPr>
            <a:r>
              <a:rPr lang="en-US" sz="1600" dirty="0"/>
              <a:t>PRO E CONTRO</a:t>
            </a:r>
          </a:p>
          <a:p>
            <a:r>
              <a:rPr lang="en-US" sz="1600" dirty="0" err="1"/>
              <a:t>Rischio</a:t>
            </a:r>
            <a:r>
              <a:rPr lang="en-US" sz="1600" dirty="0"/>
              <a:t> </a:t>
            </a:r>
            <a:r>
              <a:rPr lang="en-US" sz="1600" dirty="0" err="1"/>
              <a:t>attese</a:t>
            </a:r>
            <a:endParaRPr lang="en-US" sz="1600" dirty="0"/>
          </a:p>
          <a:p>
            <a:r>
              <a:rPr lang="en-US" sz="1600" dirty="0"/>
              <a:t>Deadlock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57C856F7-2E1F-AC6A-2318-E9FDA4502191}"/>
              </a:ext>
            </a:extLst>
          </p:cNvPr>
          <p:cNvSpPr txBox="1">
            <a:spLocks/>
          </p:cNvSpPr>
          <p:nvPr/>
        </p:nvSpPr>
        <p:spPr>
          <a:xfrm>
            <a:off x="4548525" y="1404882"/>
            <a:ext cx="4320480" cy="325510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61950" indent="-361950" algn="l" defTabSz="914400" rtl="0" eaLnBrk="1" latinLnBrk="0" hangingPunct="1">
              <a:spcBef>
                <a:spcPct val="20000"/>
              </a:spcBef>
              <a:buClr>
                <a:srgbClr val="C20E1A"/>
              </a:buClr>
              <a:buFont typeface="Arial" panose="020B0604020202020204" pitchFamily="34" charset="0"/>
              <a:buChar char="•"/>
              <a:defRPr lang="it-IT" sz="28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COME FUNZIONA</a:t>
            </a:r>
          </a:p>
          <a:p>
            <a:r>
              <a:rPr lang="en-US" sz="1600" dirty="0" err="1"/>
              <a:t>Lettura</a:t>
            </a:r>
            <a:r>
              <a:rPr lang="en-US" sz="1600" dirty="0"/>
              <a:t> senza lock </a:t>
            </a:r>
            <a:r>
              <a:rPr lang="en-US" sz="1600" dirty="0" err="1"/>
              <a:t>verificando</a:t>
            </a:r>
            <a:r>
              <a:rPr lang="en-US" sz="1600" dirty="0"/>
              <a:t> </a:t>
            </a:r>
            <a:r>
              <a:rPr lang="en-US" sz="1600" dirty="0" err="1"/>
              <a:t>firma</a:t>
            </a:r>
            <a:r>
              <a:rPr lang="en-US" sz="1600" dirty="0"/>
              <a:t> o </a:t>
            </a:r>
            <a:r>
              <a:rPr lang="en-US" sz="1600" dirty="0" err="1"/>
              <a:t>versione</a:t>
            </a:r>
            <a:endParaRPr lang="en-US" sz="1600" dirty="0"/>
          </a:p>
          <a:p>
            <a:r>
              <a:rPr lang="en-US" sz="1600" dirty="0"/>
              <a:t>Se in </a:t>
            </a:r>
            <a:r>
              <a:rPr lang="en-US" sz="1600" dirty="0" err="1"/>
              <a:t>scrittura</a:t>
            </a:r>
            <a:r>
              <a:rPr lang="en-US" sz="1600" dirty="0"/>
              <a:t> la </a:t>
            </a:r>
            <a:r>
              <a:rPr lang="en-US" sz="1600" dirty="0" err="1"/>
              <a:t>riga</a:t>
            </a:r>
            <a:r>
              <a:rPr lang="en-US" sz="1600" dirty="0"/>
              <a:t> è cambiata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ritenta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CASI D’USO</a:t>
            </a:r>
          </a:p>
          <a:p>
            <a:r>
              <a:rPr lang="en-US" sz="1600" dirty="0" err="1"/>
              <a:t>Adatta</a:t>
            </a:r>
            <a:r>
              <a:rPr lang="en-US" sz="1600" dirty="0"/>
              <a:t> per </a:t>
            </a:r>
            <a:r>
              <a:rPr lang="en-US" sz="1600" dirty="0" err="1"/>
              <a:t>contesa</a:t>
            </a:r>
            <a:r>
              <a:rPr lang="en-US" sz="1600" dirty="0"/>
              <a:t> </a:t>
            </a:r>
            <a:r>
              <a:rPr lang="en-US" sz="1600" dirty="0" err="1"/>
              <a:t>bassa</a:t>
            </a:r>
            <a:r>
              <a:rPr lang="en-US" sz="1600" dirty="0"/>
              <a:t> con </a:t>
            </a:r>
            <a:r>
              <a:rPr lang="en-US" sz="1600" dirty="0" err="1"/>
              <a:t>molte</a:t>
            </a:r>
            <a:r>
              <a:rPr lang="en-US" sz="1600" dirty="0"/>
              <a:t> </a:t>
            </a:r>
            <a:r>
              <a:rPr lang="en-US" sz="1600" dirty="0" err="1"/>
              <a:t>letture</a:t>
            </a:r>
            <a:r>
              <a:rPr lang="en-US" sz="1600" dirty="0"/>
              <a:t> e poche </a:t>
            </a:r>
            <a:r>
              <a:rPr lang="en-US" sz="1600" dirty="0" err="1"/>
              <a:t>scritture</a:t>
            </a:r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PRO E CONTRO</a:t>
            </a:r>
          </a:p>
          <a:p>
            <a:r>
              <a:rPr lang="en-US" sz="1600" dirty="0" err="1"/>
              <a:t>Richiede</a:t>
            </a:r>
            <a:r>
              <a:rPr lang="en-US" sz="1600" dirty="0"/>
              <a:t> </a:t>
            </a:r>
            <a:r>
              <a:rPr lang="en-US" sz="1600" dirty="0" err="1"/>
              <a:t>gestione</a:t>
            </a:r>
            <a:r>
              <a:rPr lang="en-US" sz="1600" dirty="0"/>
              <a:t> </a:t>
            </a:r>
            <a:r>
              <a:rPr lang="en-US" sz="1600" dirty="0" err="1"/>
              <a:t>firma</a:t>
            </a:r>
            <a:r>
              <a:rPr lang="en-US" sz="1600" dirty="0"/>
              <a:t>/</a:t>
            </a:r>
            <a:r>
              <a:rPr lang="en-US" sz="1600" dirty="0" err="1"/>
              <a:t>versione</a:t>
            </a:r>
            <a:endParaRPr lang="en-US" sz="1600" dirty="0"/>
          </a:p>
          <a:p>
            <a:r>
              <a:rPr lang="en-US" sz="1600" dirty="0" err="1"/>
              <a:t>Richiede</a:t>
            </a:r>
            <a:r>
              <a:rPr lang="en-US" sz="1600" dirty="0"/>
              <a:t> </a:t>
            </a:r>
            <a:r>
              <a:rPr lang="en-US" sz="1600" dirty="0" err="1"/>
              <a:t>controllo</a:t>
            </a:r>
            <a:r>
              <a:rPr lang="en-US" sz="1600" dirty="0"/>
              <a:t> </a:t>
            </a:r>
            <a:r>
              <a:rPr lang="en-US" sz="1600" dirty="0" err="1"/>
              <a:t>applicativo</a:t>
            </a:r>
            <a:r>
              <a:rPr lang="en-US" sz="1600" dirty="0"/>
              <a:t> in </a:t>
            </a:r>
            <a:r>
              <a:rPr lang="en-US" sz="1600" dirty="0" err="1"/>
              <a:t>scrittura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06608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94BAE9-739A-7EAE-4138-C656BFF6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problema delle code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6E24836-A318-9C4E-3973-592724BAB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1520" y="843558"/>
            <a:ext cx="4245868" cy="3861429"/>
          </a:xfrm>
        </p:spPr>
        <p:txBody>
          <a:bodyPr/>
          <a:lstStyle/>
          <a:p>
            <a:r>
              <a:rPr lang="it-IT" dirty="0"/>
              <a:t>Scenario tipico: tabella job da elaborare</a:t>
            </a:r>
          </a:p>
          <a:p>
            <a:r>
              <a:rPr lang="it-IT" dirty="0"/>
              <a:t>Elaborazione coda in parallelo</a:t>
            </a:r>
          </a:p>
          <a:p>
            <a:r>
              <a:rPr lang="it-IT" dirty="0"/>
              <a:t>Più processi leggono la prossima riga libera</a:t>
            </a:r>
          </a:p>
          <a:p>
            <a:r>
              <a:rPr lang="it-IT" dirty="0"/>
              <a:t>SELECT + UPDATE legge sempre la stessa riga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8085DE2-2317-CD5B-4FD8-F81995634303}"/>
              </a:ext>
            </a:extLst>
          </p:cNvPr>
          <p:cNvSpPr txBox="1"/>
          <p:nvPr/>
        </p:nvSpPr>
        <p:spPr>
          <a:xfrm>
            <a:off x="4824028" y="1059582"/>
            <a:ext cx="4140460" cy="3096344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r>
              <a:rPr lang="en-US" sz="1600" dirty="0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-- Pattern NON </a:t>
            </a:r>
            <a:r>
              <a:rPr lang="en-US" sz="1600" dirty="0" err="1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sicuro</a:t>
            </a:r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SELECT TOP 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(1) @JobID = </a:t>
            </a:r>
            <a:r>
              <a:rPr lang="en-US" sz="1600" dirty="0" err="1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JobID</a:t>
            </a:r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Jobs</a:t>
            </a:r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Stato = 'In </a:t>
            </a:r>
            <a:r>
              <a:rPr lang="en-US" sz="1600" dirty="0" err="1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attesa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’;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-- un </a:t>
            </a:r>
            <a:r>
              <a:rPr lang="en-US" sz="1600" dirty="0" err="1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altro</a:t>
            </a:r>
            <a:r>
              <a:rPr lang="en-US" sz="1600" dirty="0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processo</a:t>
            </a:r>
            <a:r>
              <a:rPr lang="en-US" sz="1600" dirty="0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puo</a:t>
            </a:r>
            <a:r>
              <a:rPr lang="en-US" sz="1600" dirty="0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' </a:t>
            </a:r>
            <a:r>
              <a:rPr lang="en-US" sz="1600" dirty="0" err="1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leggere</a:t>
            </a:r>
            <a:r>
              <a:rPr lang="en-US" sz="1600" dirty="0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 lo </a:t>
            </a:r>
            <a:r>
              <a:rPr lang="en-US" sz="1600" dirty="0" err="1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stesso</a:t>
            </a:r>
            <a:r>
              <a:rPr lang="en-US" sz="1600" dirty="0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JobID</a:t>
            </a:r>
            <a:r>
              <a:rPr lang="en-US" sz="1600" dirty="0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tra</a:t>
            </a:r>
            <a:r>
              <a:rPr lang="en-US" sz="1600" dirty="0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 le 2 </a:t>
            </a:r>
            <a:r>
              <a:rPr lang="en-US" sz="1600" dirty="0" err="1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operazioni</a:t>
            </a:r>
            <a:r>
              <a:rPr lang="en-US" sz="1600" dirty="0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 e </a:t>
            </a:r>
            <a:r>
              <a:rPr lang="en-US" sz="1600" dirty="0" err="1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prende</a:t>
            </a:r>
            <a:r>
              <a:rPr lang="en-US" sz="1600" dirty="0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stesso</a:t>
            </a:r>
            <a:r>
              <a:rPr lang="en-US" sz="1600" dirty="0">
                <a:solidFill>
                  <a:srgbClr val="6FCB76"/>
                </a:solidFill>
                <a:ea typeface="Courier New" pitchFamily="34" charset="-122"/>
                <a:cs typeface="Courier New" pitchFamily="34" charset="-120"/>
              </a:rPr>
              <a:t> ID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UPDATE 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Jobs</a:t>
            </a:r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Stato = 'In </a:t>
            </a:r>
            <a:r>
              <a:rPr lang="en-US" sz="1600" dirty="0" err="1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lavorazione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'</a:t>
            </a:r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JobID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= @JobID;</a:t>
            </a:r>
            <a:endParaRPr lang="en-US" sz="1600" dirty="0"/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Elemento grafico 7" descr="Programmatore (maschile) con riempimento a tinta unita">
            <a:extLst>
              <a:ext uri="{FF2B5EF4-FFF2-40B4-BE49-F238E27FC236}">
                <a16:creationId xmlns:a16="http://schemas.microsoft.com/office/drawing/2014/main" id="{7C59BE57-DCDE-E94A-D44C-F6E70A7784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0" y="3507854"/>
            <a:ext cx="411743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250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E95130-5CE6-6DF5-A071-DB526DAD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Gestione code: </a:t>
            </a:r>
            <a:r>
              <a:rPr lang="it-IT" dirty="0" err="1"/>
              <a:t>readpast</a:t>
            </a:r>
            <a:endParaRPr lang="it-IT" dirty="0"/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08BD3CF9-96B3-F5C8-B6F6-55B7D23AD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1520" y="843558"/>
            <a:ext cx="4068452" cy="3861429"/>
          </a:xfrm>
        </p:spPr>
        <p:txBody>
          <a:bodyPr>
            <a:normAutofit lnSpcReduction="10000"/>
          </a:bodyPr>
          <a:lstStyle/>
          <a:p>
            <a:r>
              <a:rPr lang="it-IT" dirty="0"/>
              <a:t>Uso clausole per gestione concorrenza </a:t>
            </a:r>
          </a:p>
          <a:p>
            <a:pPr marL="630238" lvl="1" indent="-265113"/>
            <a:r>
              <a:rPr lang="it-IT" dirty="0"/>
              <a:t>READPAST: salta riga se bloccata</a:t>
            </a:r>
          </a:p>
          <a:p>
            <a:pPr marL="630238" lvl="1" indent="-265113"/>
            <a:r>
              <a:rPr lang="it-IT" dirty="0"/>
              <a:t>UPDLOCK: metto lock esclusivo in lettura riga </a:t>
            </a:r>
          </a:p>
          <a:p>
            <a:pPr marL="630238" lvl="1" indent="-265113"/>
            <a:r>
              <a:rPr lang="it-IT" dirty="0"/>
              <a:t>ROWLOCK: forzo lock a livello di riga</a:t>
            </a:r>
          </a:p>
          <a:p>
            <a:r>
              <a:rPr lang="it-IT" dirty="0"/>
              <a:t>Ogni processo prende una riga diversa</a:t>
            </a:r>
          </a:p>
          <a:p>
            <a:r>
              <a:rPr lang="it-IT" dirty="0"/>
              <a:t>Elaborazione code in parallelo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C57281-6E59-1C6F-19C4-C238F30FF545}"/>
              </a:ext>
            </a:extLst>
          </p:cNvPr>
          <p:cNvSpPr txBox="1"/>
          <p:nvPr/>
        </p:nvSpPr>
        <p:spPr>
          <a:xfrm>
            <a:off x="4497388" y="1059582"/>
            <a:ext cx="4467100" cy="3096344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r>
              <a:rPr lang="en-US" sz="15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BEGIN TRAN</a:t>
            </a:r>
            <a:br>
              <a:rPr lang="en-US" sz="15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</a:br>
            <a:endParaRPr lang="en-US" sz="1500" dirty="0"/>
          </a:p>
          <a:p>
            <a:r>
              <a:rPr lang="en-US" sz="15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        SELECT TOP </a:t>
            </a:r>
            <a:r>
              <a:rPr lang="en-US" sz="15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(1) @JobID = </a:t>
            </a:r>
            <a:r>
              <a:rPr lang="en-US" sz="1500" dirty="0" err="1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JobID</a:t>
            </a:r>
            <a:endParaRPr lang="en-US" sz="1500" dirty="0"/>
          </a:p>
          <a:p>
            <a:r>
              <a:rPr lang="en-US" sz="15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        FROM </a:t>
            </a:r>
            <a:r>
              <a:rPr lang="en-US" sz="15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Jobs </a:t>
            </a:r>
            <a:r>
              <a:rPr lang="en-US" sz="1500" dirty="0">
                <a:solidFill>
                  <a:schemeClr val="accent4">
                    <a:lumMod val="60000"/>
                    <a:lumOff val="40000"/>
                  </a:schemeClr>
                </a:solidFill>
                <a:ea typeface="Courier New" pitchFamily="34" charset="-122"/>
                <a:cs typeface="Courier New" pitchFamily="34" charset="-120"/>
              </a:rPr>
              <a:t>WITH (UPDLOCK, READPAST, ROWLOCK)</a:t>
            </a:r>
            <a:endParaRPr lang="en-US" sz="15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5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        WHERE</a:t>
            </a:r>
            <a:r>
              <a:rPr lang="en-US" sz="15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Stato = 'In </a:t>
            </a:r>
            <a:r>
              <a:rPr lang="en-US" sz="1500" dirty="0" err="1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attesa</a:t>
            </a:r>
            <a:r>
              <a:rPr lang="en-US" sz="15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’;</a:t>
            </a:r>
          </a:p>
          <a:p>
            <a:r>
              <a:rPr lang="en-US" sz="1500" dirty="0">
                <a:solidFill>
                  <a:srgbClr val="FF0000"/>
                </a:solidFill>
                <a:cs typeface="Courier New" pitchFamily="34" charset="-120"/>
              </a:rPr>
              <a:t>        ORDER BY </a:t>
            </a:r>
            <a:r>
              <a:rPr lang="en-US" sz="1500" dirty="0" err="1">
                <a:solidFill>
                  <a:srgbClr val="E8E8E8"/>
                </a:solidFill>
                <a:cs typeface="Courier New" pitchFamily="34" charset="-120"/>
              </a:rPr>
              <a:t>JobID</a:t>
            </a:r>
            <a:endParaRPr lang="en-US" sz="1500" dirty="0"/>
          </a:p>
          <a:p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        UPDATE </a:t>
            </a:r>
            <a:r>
              <a:rPr lang="en-US" sz="15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Jobs</a:t>
            </a:r>
            <a:endParaRPr lang="en-US" sz="1500" dirty="0"/>
          </a:p>
          <a:p>
            <a:r>
              <a:rPr lang="en-US" sz="15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        SET</a:t>
            </a:r>
            <a:r>
              <a:rPr lang="en-US" sz="15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Stato = 'In </a:t>
            </a:r>
            <a:r>
              <a:rPr lang="en-US" sz="1500" dirty="0" err="1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lavorazione</a:t>
            </a:r>
            <a:r>
              <a:rPr lang="en-US" sz="15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’</a:t>
            </a:r>
            <a:endParaRPr lang="en-US" sz="1500" dirty="0"/>
          </a:p>
          <a:p>
            <a:r>
              <a:rPr lang="en-US" sz="15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        WHERE</a:t>
            </a:r>
            <a:r>
              <a:rPr lang="en-US" sz="15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 err="1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JobID</a:t>
            </a:r>
            <a:r>
              <a:rPr lang="en-US" sz="15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= @JobID;</a:t>
            </a:r>
          </a:p>
          <a:p>
            <a:r>
              <a:rPr lang="en-US" sz="1500" dirty="0">
                <a:solidFill>
                  <a:srgbClr val="FF0000"/>
                </a:solidFill>
                <a:cs typeface="Courier New" pitchFamily="34" charset="-120"/>
              </a:rPr>
              <a:t>COMMIT</a:t>
            </a:r>
            <a:endParaRPr lang="en-US" sz="15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Elemento grafico 10" descr="Programmatore (maschile) con riempimento a tinta unita">
            <a:extLst>
              <a:ext uri="{FF2B5EF4-FFF2-40B4-BE49-F238E27FC236}">
                <a16:creationId xmlns:a16="http://schemas.microsoft.com/office/drawing/2014/main" id="{552BAF96-C27F-0DD0-F731-05EFEB9D43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0" y="3507854"/>
            <a:ext cx="411743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8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74994-8070-E8BD-75B1-B7128635D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B880DF-D7AC-3A32-95CC-97B17A973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Gestione code: update…output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4D756127-FF7A-7E08-03B7-13644261B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1519" y="843558"/>
            <a:ext cx="4444191" cy="3861429"/>
          </a:xfrm>
        </p:spPr>
        <p:txBody>
          <a:bodyPr>
            <a:normAutofit/>
          </a:bodyPr>
          <a:lstStyle/>
          <a:p>
            <a:r>
              <a:rPr lang="it-IT" dirty="0"/>
              <a:t>Unisce lettura e assegnazione in unica istruzione</a:t>
            </a:r>
          </a:p>
          <a:p>
            <a:r>
              <a:rPr lang="it-IT" dirty="0"/>
              <a:t>Non serve transazione</a:t>
            </a:r>
          </a:p>
          <a:p>
            <a:r>
              <a:rPr lang="it-IT" dirty="0"/>
              <a:t>OUTPUT restituisce riga aggiornata</a:t>
            </a:r>
          </a:p>
          <a:p>
            <a:r>
              <a:rPr lang="it-IT" dirty="0"/>
              <a:t>Pattern robusto per code semplici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0F25BE3-B0A8-0CCD-05FF-DBDB395A3224}"/>
              </a:ext>
            </a:extLst>
          </p:cNvPr>
          <p:cNvSpPr txBox="1"/>
          <p:nvPr/>
        </p:nvSpPr>
        <p:spPr>
          <a:xfrm>
            <a:off x="4896036" y="1059582"/>
            <a:ext cx="4068452" cy="3096344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ProssimoJob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AS (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(1) *</a:t>
            </a:r>
            <a:endParaRPr lang="en-US" sz="1600" dirty="0"/>
          </a:p>
          <a:p>
            <a:r>
              <a:rPr lang="en-US" sz="1600" dirty="0">
                <a:solidFill>
                  <a:srgbClr val="FF6B6B"/>
                </a:solidFill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00" dirty="0">
                <a:solidFill>
                  <a:schemeClr val="bg1"/>
                </a:solidFill>
                <a:ea typeface="Courier New" pitchFamily="34" charset="-122"/>
                <a:cs typeface="Courier New" pitchFamily="34" charset="-120"/>
              </a:rPr>
              <a:t>Jobs</a:t>
            </a:r>
            <a:r>
              <a:rPr lang="en-US" sz="1600" dirty="0">
                <a:solidFill>
                  <a:srgbClr val="FF6B6B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ea typeface="Courier New" pitchFamily="34" charset="-122"/>
                <a:cs typeface="Courier New" pitchFamily="34" charset="-120"/>
              </a:rPr>
              <a:t>WITH (READPAST)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Stato = 'In </a:t>
            </a:r>
            <a:r>
              <a:rPr lang="en-US" sz="1600" dirty="0" err="1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attesa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'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BY </a:t>
            </a:r>
            <a:r>
              <a:rPr lang="en-US" sz="1600" dirty="0" err="1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JobID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ProssimoJob</a:t>
            </a:r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 Stato = 'In </a:t>
            </a:r>
            <a:r>
              <a:rPr lang="en-US" sz="1600" dirty="0" err="1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lavorazione</a:t>
            </a:r>
            <a:r>
              <a:rPr lang="en-US" sz="1600" dirty="0">
                <a:solidFill>
                  <a:srgbClr val="E8E8E8"/>
                </a:solidFill>
                <a:ea typeface="Courier New" pitchFamily="34" charset="-122"/>
                <a:cs typeface="Courier New" pitchFamily="34" charset="-120"/>
              </a:rPr>
              <a:t>'</a:t>
            </a:r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OUTPUT</a:t>
            </a:r>
            <a:r>
              <a:rPr lang="en-US" sz="1600" dirty="0">
                <a:solidFill>
                  <a:srgbClr val="FF6B6B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ea typeface="Courier New" pitchFamily="34" charset="-122"/>
                <a:cs typeface="Courier New" pitchFamily="34" charset="-120"/>
              </a:rPr>
              <a:t>inserted.JobID</a:t>
            </a:r>
            <a:r>
              <a:rPr lang="en-US" sz="1600" dirty="0">
                <a:solidFill>
                  <a:schemeClr val="bg1"/>
                </a:solidFill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  <a:ea typeface="Courier New" pitchFamily="34" charset="-122"/>
                <a:cs typeface="Courier New" pitchFamily="34" charset="-120"/>
              </a:rPr>
              <a:t>inserted.Payload</a:t>
            </a:r>
            <a:r>
              <a:rPr lang="en-US" sz="1600" dirty="0">
                <a:solidFill>
                  <a:schemeClr val="bg1"/>
                </a:solidFill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sz="15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Elemento grafico 2" descr="Programmatore (maschile) con riempimento a tinta unita">
            <a:extLst>
              <a:ext uri="{FF2B5EF4-FFF2-40B4-BE49-F238E27FC236}">
                <a16:creationId xmlns:a16="http://schemas.microsoft.com/office/drawing/2014/main" id="{304DFCC0-E913-FB21-BEED-1CE1C2653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0" y="3507854"/>
            <a:ext cx="411743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43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51301E-7AA2-CFAB-B1C7-44D718D13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Gestione lock applicativi: </a:t>
            </a:r>
            <a:r>
              <a:rPr lang="it-IT" dirty="0" err="1"/>
              <a:t>application</a:t>
            </a:r>
            <a:r>
              <a:rPr lang="it-IT" dirty="0"/>
              <a:t> lock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7266C7A-06AA-60DE-363F-4CE180DE2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1520" y="1023578"/>
            <a:ext cx="8460940" cy="3681409"/>
          </a:xfrm>
        </p:spPr>
        <p:txBody>
          <a:bodyPr/>
          <a:lstStyle/>
          <a:p>
            <a:r>
              <a:rPr lang="it-IT" dirty="0"/>
              <a:t>Lock a nome libero non legato a righe e tabelle</a:t>
            </a:r>
          </a:p>
          <a:p>
            <a:r>
              <a:rPr lang="it-IT" dirty="0"/>
              <a:t>Utile per gestioni «uno alla volta»</a:t>
            </a:r>
          </a:p>
          <a:p>
            <a:r>
              <a:rPr lang="it-IT" dirty="0"/>
              <a:t>Va rilasciato o ammette </a:t>
            </a:r>
            <a:r>
              <a:rPr lang="it-IT" dirty="0" err="1"/>
              <a:t>timeout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595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4275EC-E190-5DED-D339-0D114B99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vert="horz" lIns="72000" tIns="0" rIns="72000" bIns="0" rtlCol="0" anchor="ctr">
            <a:normAutofit/>
          </a:bodyPr>
          <a:lstStyle/>
          <a:p>
            <a:r>
              <a:rPr lang="it-IT" b="0" kern="1200" cap="all" spc="-100" baseline="0" dirty="0">
                <a:latin typeface="+mj-lt"/>
                <a:ea typeface="+mj-ea"/>
                <a:cs typeface="Aharoni" panose="02010803020104030203" pitchFamily="2" charset="-79"/>
              </a:rPr>
              <a:t>Strumenti per diagnosi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A679E41F-98CC-65C1-EAA4-8CC9901E088A}"/>
              </a:ext>
            </a:extLst>
          </p:cNvPr>
          <p:cNvSpPr txBox="1">
            <a:spLocks/>
          </p:cNvSpPr>
          <p:nvPr/>
        </p:nvSpPr>
        <p:spPr>
          <a:xfrm>
            <a:off x="251520" y="843907"/>
            <a:ext cx="4244280" cy="3888083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>
            <a:lvl1pPr marL="268288" indent="-268288" algn="l" defTabSz="7920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8288" indent="-268288" algn="l" defTabSz="792000" rtl="0" eaLnBrk="1" latinLnBrk="0" hangingPunct="1">
              <a:spcBef>
                <a:spcPct val="20000"/>
              </a:spcBef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538163" indent="-182563" algn="l" defTabSz="7920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5475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 defTabSz="914400">
              <a:spcAft>
                <a:spcPts val="600"/>
              </a:spcAft>
            </a:pPr>
            <a:r>
              <a:rPr lang="it-IT" dirty="0"/>
              <a:t>DMV</a:t>
            </a:r>
          </a:p>
          <a:p>
            <a:pPr marL="361950" indent="-361950" defTabSz="914400">
              <a:spcAft>
                <a:spcPts val="600"/>
              </a:spcAft>
            </a:pPr>
            <a:r>
              <a:rPr lang="it-IT" dirty="0"/>
              <a:t>Extended events</a:t>
            </a:r>
          </a:p>
          <a:p>
            <a:pPr marL="361950" indent="-361950" defTabSz="914400">
              <a:spcAft>
                <a:spcPts val="600"/>
              </a:spcAft>
            </a:pPr>
            <a:r>
              <a:rPr lang="it-IT" dirty="0"/>
              <a:t>Activity monitor – deadlock </a:t>
            </a:r>
            <a:r>
              <a:rPr lang="it-IT" dirty="0" err="1"/>
              <a:t>graph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363C4E8-6348-7F80-52EF-542CD8933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651666" y="1795499"/>
            <a:ext cx="4244280" cy="1984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1712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LEZIONE</a:t>
            </a:r>
            <a:endParaRPr lang="en-US" sz="3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CONCORRENZA AVANZATA E CODE</a:t>
            </a:r>
            <a:endParaRPr lang="en-US" sz="3000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2F44194A-5E54-7007-48B5-F8A4EB92B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465428"/>
              </p:ext>
            </p:extLst>
          </p:nvPr>
        </p:nvGraphicFramePr>
        <p:xfrm>
          <a:off x="350904" y="1570958"/>
          <a:ext cx="8321040" cy="268833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0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Domanda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0B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transazioni accedono alle risorse sempre nello stesso ordine?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transazioni sono il più brevi possibile, senza attese utente nel mezzo?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L'isolation level scelto è il più basso adeguato al caso d'uso?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indici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riducono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 </a:t>
                      </a:r>
                      <a:r>
                        <a:rPr lang="en-US" sz="13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numero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di </a:t>
                      </a:r>
                      <a:r>
                        <a:rPr lang="en-US" sz="13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righe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e </a:t>
                      </a:r>
                      <a:r>
                        <a:rPr lang="en-US" sz="13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quindi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di lock — </a:t>
                      </a:r>
                      <a:r>
                        <a:rPr lang="en-US" sz="13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toccate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(NOLOCK) è usato consapevolmente, non come scorciatoia?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la </a:t>
                      </a:r>
                      <a:r>
                        <a:rPr lang="en-US" sz="13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gestione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code è </a:t>
                      </a:r>
                      <a:r>
                        <a:rPr lang="en-US" sz="13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valutato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 pattern </a:t>
                      </a:r>
                      <a:r>
                        <a:rPr lang="en-US" sz="13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adeguato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alla coda </a:t>
                      </a:r>
                      <a:r>
                        <a:rPr lang="en-US" sz="13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gestita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15399"/>
                  </a:ext>
                </a:extLst>
              </a:tr>
            </a:tbl>
          </a:graphicData>
        </a:graphic>
      </p:graphicFrame>
      <p:sp>
        <p:nvSpPr>
          <p:cNvPr id="5" name="Titolo 1">
            <a:extLst>
              <a:ext uri="{FF2B5EF4-FFF2-40B4-BE49-F238E27FC236}">
                <a16:creationId xmlns:a16="http://schemas.microsoft.com/office/drawing/2014/main" id="{7957014A-F2D2-71F9-E10C-306267536B96}"/>
              </a:ext>
            </a:extLst>
          </p:cNvPr>
          <p:cNvSpPr txBox="1">
            <a:spLocks/>
          </p:cNvSpPr>
          <p:nvPr/>
        </p:nvSpPr>
        <p:spPr>
          <a:xfrm>
            <a:off x="251520" y="189000"/>
            <a:ext cx="8640960" cy="540000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it-IT" sz="3200" b="0" kern="1200" cap="all" spc="-100" baseline="0" dirty="0">
                <a:solidFill>
                  <a:srgbClr val="C20E1A"/>
                </a:solidFill>
                <a:latin typeface="+mj-lt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it-IT" dirty="0"/>
              <a:t>CHECKLIST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2AE30-34BC-023D-B5DB-9F1D0D0F1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19ADB8B-D693-5AF7-D7A2-F30BD45A8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pPr>
              <a:lnSpc>
                <a:spcPct val="130000"/>
              </a:lnSpc>
            </a:pPr>
            <a:r>
              <a:rPr lang="it-IT" dirty="0"/>
              <a:t>Fine modulo 2 – INTERAZIONI CON IL DATABASE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31384240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19d383a77d69c9fe4b65d6ff37d099a55e5bbd"/>
</p:tagLst>
</file>

<file path=ppt/theme/theme1.xml><?xml version="1.0" encoding="utf-8"?>
<a:theme xmlns:a="http://schemas.openxmlformats.org/drawingml/2006/main" name="Sistemi">
  <a:themeElements>
    <a:clrScheme name="SISTEMI">
      <a:dk1>
        <a:sysClr val="windowText" lastClr="000000"/>
      </a:dk1>
      <a:lt1>
        <a:sysClr val="window" lastClr="FFFFFF"/>
      </a:lt1>
      <a:dk2>
        <a:srgbClr val="505460"/>
      </a:dk2>
      <a:lt2>
        <a:srgbClr val="FFFFFF"/>
      </a:lt2>
      <a:accent1>
        <a:srgbClr val="3A537E"/>
      </a:accent1>
      <a:accent2>
        <a:srgbClr val="AC1A2F"/>
      </a:accent2>
      <a:accent3>
        <a:srgbClr val="033D83"/>
      </a:accent3>
      <a:accent4>
        <a:srgbClr val="773E90"/>
      </a:accent4>
      <a:accent5>
        <a:srgbClr val="0092AE"/>
      </a:accent5>
      <a:accent6>
        <a:srgbClr val="FED03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rgbClr val="A71930"/>
          </a:solidFill>
          <a:round/>
          <a:headEnd/>
          <a:tailEnd/>
        </a:ln>
        <a:effectLst/>
      </a:spPr>
      <a:bodyPr lIns="17999" tIns="10799" rIns="17999" bIns="10799" rtlCol="0" anchor="ctr"/>
      <a:lstStyle>
        <a:defPPr algn="ctr" eaLnBrk="0" hangingPunct="0">
          <a:lnSpc>
            <a:spcPct val="80000"/>
          </a:lnSpc>
          <a:spcBef>
            <a:spcPct val="20000"/>
          </a:spcBef>
          <a:buClr>
            <a:srgbClr val="A71930"/>
          </a:buClr>
          <a:defRPr sz="1600" b="1" dirty="0">
            <a:effectLst>
              <a:outerShdw blurRad="38100" dist="38100" dir="2700000" algn="tl">
                <a:srgbClr val="C0C0C0"/>
              </a:outerShdw>
            </a:effectLst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24261</TotalTime>
  <Words>1155</Words>
  <Application>Microsoft Office PowerPoint</Application>
  <PresentationFormat>Presentazione su schermo (16:9)</PresentationFormat>
  <Paragraphs>250</Paragraphs>
  <Slides>21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6" baseType="lpstr">
      <vt:lpstr>Arial</vt:lpstr>
      <vt:lpstr>Arial Narrow</vt:lpstr>
      <vt:lpstr>Calibri</vt:lpstr>
      <vt:lpstr>Courier New</vt:lpstr>
      <vt:lpstr>Sistemi</vt:lpstr>
      <vt:lpstr>Presentazione standard di PowerPoint</vt:lpstr>
      <vt:lpstr>agenda</vt:lpstr>
      <vt:lpstr>Lock</vt:lpstr>
      <vt:lpstr>Perche’ servono i lock</vt:lpstr>
      <vt:lpstr>Tipi di lock</vt:lpstr>
      <vt:lpstr>Granularita’ dei lock</vt:lpstr>
      <vt:lpstr>Compatibilita’ tra lock</vt:lpstr>
      <vt:lpstr>Lock escalation</vt:lpstr>
      <vt:lpstr>Livelli di isolamento vs lock</vt:lpstr>
      <vt:lpstr>deadLock</vt:lpstr>
      <vt:lpstr>Anatomia di un deadlock</vt:lpstr>
      <vt:lpstr>deadLOCK: PREVENZIONE </vt:lpstr>
      <vt:lpstr>Concorrenza avanzata e code</vt:lpstr>
      <vt:lpstr>Strategia per le code</vt:lpstr>
      <vt:lpstr>Il problema delle code</vt:lpstr>
      <vt:lpstr>Gestione code: readpast</vt:lpstr>
      <vt:lpstr>Gestione code: update…output</vt:lpstr>
      <vt:lpstr>Gestione lock applicativi: application lock</vt:lpstr>
      <vt:lpstr>Strumenti per diagnosi</vt:lpstr>
      <vt:lpstr>Presentazione standard di PowerPoint</vt:lpstr>
      <vt:lpstr>Fine modulo 2 – INTERAZIONI CON IL DATABASE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Risultati aziendali e novità organizzative</dc:title>
  <dc:creator>Manuela.Pellegrino@sistemi.com</dc:creator>
  <cp:lastModifiedBy>Murzio Luca</cp:lastModifiedBy>
  <cp:revision>1469</cp:revision>
  <cp:lastPrinted>2026-03-23T15:16:51Z</cp:lastPrinted>
  <dcterms:created xsi:type="dcterms:W3CDTF">2013-03-01T10:25:06Z</dcterms:created>
  <dcterms:modified xsi:type="dcterms:W3CDTF">2026-08-05T14:27:25Z</dcterms:modified>
</cp:coreProperties>
</file>