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1"/>
  </p:notesMasterIdLst>
  <p:handoutMasterIdLst>
    <p:handoutMasterId r:id="rId22"/>
  </p:handoutMasterIdLst>
  <p:sldIdLst>
    <p:sldId id="398" r:id="rId2"/>
    <p:sldId id="418" r:id="rId3"/>
    <p:sldId id="397" r:id="rId4"/>
    <p:sldId id="406" r:id="rId5"/>
    <p:sldId id="419" r:id="rId6"/>
    <p:sldId id="420" r:id="rId7"/>
    <p:sldId id="421" r:id="rId8"/>
    <p:sldId id="407" r:id="rId9"/>
    <p:sldId id="410" r:id="rId10"/>
    <p:sldId id="411" r:id="rId11"/>
    <p:sldId id="422" r:id="rId12"/>
    <p:sldId id="423" r:id="rId13"/>
    <p:sldId id="424" r:id="rId14"/>
    <p:sldId id="425" r:id="rId15"/>
    <p:sldId id="426" r:id="rId16"/>
    <p:sldId id="414" r:id="rId17"/>
    <p:sldId id="415" r:id="rId18"/>
    <p:sldId id="416" r:id="rId19"/>
    <p:sldId id="417" r:id="rId20"/>
  </p:sldIdLst>
  <p:sldSz cx="9144000" cy="5143500" type="screen16x9"/>
  <p:notesSz cx="6797675" cy="9928225"/>
  <p:custDataLst>
    <p:tags r:id="rId23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E30613"/>
    <a:srgbClr val="FFFFCC"/>
    <a:srgbClr val="8C8C8C"/>
    <a:srgbClr val="AC1A2F"/>
    <a:srgbClr val="D3D3D3"/>
    <a:srgbClr val="33CC33"/>
    <a:srgbClr val="FFCCFF"/>
    <a:srgbClr val="0000FF"/>
    <a:srgbClr val="83B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CFE79-AC85-49BD-B37C-636507488038}" v="7" dt="2026-04-13T15:24:59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5182" autoAdjust="0"/>
  </p:normalViewPr>
  <p:slideViewPr>
    <p:cSldViewPr showGuides="1">
      <p:cViewPr varScale="1">
        <p:scale>
          <a:sx n="110" d="100"/>
          <a:sy n="110" d="100"/>
        </p:scale>
        <p:origin x="1896" y="90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4-13T15:24:59.958" v="9897" actId="1076"/>
      <pc:docMkLst>
        <pc:docMk/>
      </pc:docMkLst>
      <pc:sldChg chg="modSp mod ord modNotesTx">
        <pc:chgData name="Murzio Luca" userId="62ead766-6eaf-4057-bb25-25909a8c13e9" providerId="ADAL" clId="{3FA68CEF-BA90-4830-B164-02BEB71A7E1D}" dt="2026-04-08T13:56:33.661" v="7439" actId="20577"/>
        <pc:sldMkLst>
          <pc:docMk/>
          <pc:sldMk cId="2760470487" sldId="397"/>
        </pc:sldMkLst>
        <pc:spChg chg="mod">
          <ac:chgData name="Murzio Luca" userId="62ead766-6eaf-4057-bb25-25909a8c13e9" providerId="ADAL" clId="{3FA68CEF-BA90-4830-B164-02BEB71A7E1D}" dt="2026-04-08T13:56:33.661" v="7439" actId="20577"/>
          <ac:spMkLst>
            <pc:docMk/>
            <pc:sldMk cId="2760470487" sldId="397"/>
            <ac:spMk id="4" creationId="{A880B918-0CF5-735A-BA31-CEE0BB487251}"/>
          </ac:spMkLst>
        </pc:spChg>
      </pc:sldChg>
      <pc:sldChg chg="addSp delSp modSp mod setBg modNotesTx">
        <pc:chgData name="Murzio Luca" userId="62ead766-6eaf-4057-bb25-25909a8c13e9" providerId="ADAL" clId="{3FA68CEF-BA90-4830-B164-02BEB71A7E1D}" dt="2026-04-10T08:14:54.581" v="8424" actId="20577"/>
        <pc:sldMkLst>
          <pc:docMk/>
          <pc:sldMk cId="2453220132" sldId="398"/>
        </pc:sldMkLst>
        <pc:spChg chg="mod">
          <ac:chgData name="Murzio Luca" userId="62ead766-6eaf-4057-bb25-25909a8c13e9" providerId="ADAL" clId="{3FA68CEF-BA90-4830-B164-02BEB71A7E1D}" dt="2026-04-08T13:26:34.026" v="6906" actId="20577"/>
          <ac:spMkLst>
            <pc:docMk/>
            <pc:sldMk cId="2453220132" sldId="398"/>
            <ac:spMk id="7" creationId="{202B71B1-14B4-3B1A-B56D-A2CE7F9978E6}"/>
          </ac:spMkLst>
        </pc:spChg>
        <pc:spChg chg="mod">
          <ac:chgData name="Murzio Luca" userId="62ead766-6eaf-4057-bb25-25909a8c13e9" providerId="ADAL" clId="{3FA68CEF-BA90-4830-B164-02BEB71A7E1D}" dt="2026-04-08T13:27:23.236" v="6955" actId="20577"/>
          <ac:spMkLst>
            <pc:docMk/>
            <pc:sldMk cId="2453220132" sldId="398"/>
            <ac:spMk id="8" creationId="{914F1CCD-6988-40EB-8723-4DA122189198}"/>
          </ac:spMkLst>
        </pc:spChg>
        <pc:picChg chg="add mod">
          <ac:chgData name="Murzio Luca" userId="62ead766-6eaf-4057-bb25-25909a8c13e9" providerId="ADAL" clId="{3FA68CEF-BA90-4830-B164-02BEB71A7E1D}" dt="2026-03-23T10:26:25.396" v="1996" actId="1076"/>
          <ac:picMkLst>
            <pc:docMk/>
            <pc:sldMk cId="2453220132" sldId="398"/>
            <ac:picMk id="4" creationId="{94975818-5F77-CDA3-C7A8-B948528764E0}"/>
          </ac:picMkLst>
        </pc:picChg>
      </pc:sldChg>
      <pc:sldChg chg="addSp delSp modSp new mod ord modNotesTx">
        <pc:chgData name="Murzio Luca" userId="62ead766-6eaf-4057-bb25-25909a8c13e9" providerId="ADAL" clId="{3FA68CEF-BA90-4830-B164-02BEB71A7E1D}" dt="2026-04-10T12:46:25.558" v="8502" actId="26606"/>
        <pc:sldMkLst>
          <pc:docMk/>
          <pc:sldMk cId="57708598" sldId="406"/>
        </pc:sldMkLst>
        <pc:spChg chg="mod">
          <ac:chgData name="Murzio Luca" userId="62ead766-6eaf-4057-bb25-25909a8c13e9" providerId="ADAL" clId="{3FA68CEF-BA90-4830-B164-02BEB71A7E1D}" dt="2026-04-09T15:19:45.546" v="7864" actId="207"/>
          <ac:spMkLst>
            <pc:docMk/>
            <pc:sldMk cId="57708598" sldId="406"/>
            <ac:spMk id="2" creationId="{49AC77C5-FFE7-8703-2B0B-FB0D072A6E6F}"/>
          </ac:spMkLst>
        </pc:spChg>
        <pc:spChg chg="mod ord">
          <ac:chgData name="Murzio Luca" userId="62ead766-6eaf-4057-bb25-25909a8c13e9" providerId="ADAL" clId="{3FA68CEF-BA90-4830-B164-02BEB71A7E1D}" dt="2026-04-08T14:21:24.195" v="7621" actId="26606"/>
          <ac:spMkLst>
            <pc:docMk/>
            <pc:sldMk cId="57708598" sldId="406"/>
            <ac:spMk id="3" creationId="{E62BC05E-E236-F8D2-BA82-2AD2FE8DDF63}"/>
          </ac:spMkLst>
        </pc:spChg>
        <pc:picChg chg="add mod">
          <ac:chgData name="Murzio Luca" userId="62ead766-6eaf-4057-bb25-25909a8c13e9" providerId="ADAL" clId="{3FA68CEF-BA90-4830-B164-02BEB71A7E1D}" dt="2026-04-10T12:46:25.558" v="8502" actId="26606"/>
          <ac:picMkLst>
            <pc:docMk/>
            <pc:sldMk cId="57708598" sldId="406"/>
            <ac:picMk id="1026" creationId="{08E55C81-BC84-AF50-93CC-A45C4FFE9597}"/>
          </ac:picMkLst>
        </pc:picChg>
      </pc:sldChg>
      <pc:sldChg chg="addSp delSp modSp new mod modClrScheme chgLayout modNotesTx">
        <pc:chgData name="Murzio Luca" userId="62ead766-6eaf-4057-bb25-25909a8c13e9" providerId="ADAL" clId="{3FA68CEF-BA90-4830-B164-02BEB71A7E1D}" dt="2026-04-10T13:04:33.951" v="8656" actId="20577"/>
        <pc:sldMkLst>
          <pc:docMk/>
          <pc:sldMk cId="1669330150" sldId="407"/>
        </pc:sldMkLst>
        <pc:spChg chg="mod">
          <ac:chgData name="Murzio Luca" userId="62ead766-6eaf-4057-bb25-25909a8c13e9" providerId="ADAL" clId="{3FA68CEF-BA90-4830-B164-02BEB71A7E1D}" dt="2026-04-10T12:54:02.889" v="8507" actId="26606"/>
          <ac:spMkLst>
            <pc:docMk/>
            <pc:sldMk cId="1669330150" sldId="407"/>
            <ac:spMk id="2" creationId="{9E62F2DD-6397-2C7E-E9DC-906AFF6936A0}"/>
          </ac:spMkLst>
        </pc:spChg>
        <pc:spChg chg="add mod">
          <ac:chgData name="Murzio Luca" userId="62ead766-6eaf-4057-bb25-25909a8c13e9" providerId="ADAL" clId="{3FA68CEF-BA90-4830-B164-02BEB71A7E1D}" dt="2026-04-10T12:54:02.889" v="8507" actId="26606"/>
          <ac:spMkLst>
            <pc:docMk/>
            <pc:sldMk cId="1669330150" sldId="407"/>
            <ac:spMk id="4" creationId="{F77A482B-6EF3-0574-DC15-4DE9897E96E6}"/>
          </ac:spMkLst>
        </pc:spChg>
        <pc:picChg chg="add mod">
          <ac:chgData name="Murzio Luca" userId="62ead766-6eaf-4057-bb25-25909a8c13e9" providerId="ADAL" clId="{3FA68CEF-BA90-4830-B164-02BEB71A7E1D}" dt="2026-04-10T12:55:04.602" v="8512" actId="26606"/>
          <ac:picMkLst>
            <pc:docMk/>
            <pc:sldMk cId="1669330150" sldId="407"/>
            <ac:picMk id="2052" creationId="{4EAAEC5D-4597-DE00-48E3-63688DA5F159}"/>
          </ac:picMkLst>
        </pc:picChg>
      </pc:sldChg>
      <pc:sldChg chg="modSp add mod modNotesTx">
        <pc:chgData name="Murzio Luca" userId="62ead766-6eaf-4057-bb25-25909a8c13e9" providerId="ADAL" clId="{3FA68CEF-BA90-4830-B164-02BEB71A7E1D}" dt="2026-04-09T15:36:28.039" v="7990" actId="20577"/>
        <pc:sldMkLst>
          <pc:docMk/>
          <pc:sldMk cId="4206903187" sldId="410"/>
        </pc:sldMkLst>
        <pc:spChg chg="mod">
          <ac:chgData name="Murzio Luca" userId="62ead766-6eaf-4057-bb25-25909a8c13e9" providerId="ADAL" clId="{3FA68CEF-BA90-4830-B164-02BEB71A7E1D}" dt="2026-04-09T15:36:28.039" v="7990" actId="20577"/>
          <ac:spMkLst>
            <pc:docMk/>
            <pc:sldMk cId="4206903187" sldId="410"/>
            <ac:spMk id="4" creationId="{27FEBA07-A957-9B8F-0369-7659AAFFC6B1}"/>
          </ac:spMkLst>
        </pc:spChg>
      </pc:sldChg>
      <pc:sldChg chg="addSp delSp modSp new mod ord modNotesTx">
        <pc:chgData name="Murzio Luca" userId="62ead766-6eaf-4057-bb25-25909a8c13e9" providerId="ADAL" clId="{3FA68CEF-BA90-4830-B164-02BEB71A7E1D}" dt="2026-04-10T14:27:50.398" v="8876" actId="5793"/>
        <pc:sldMkLst>
          <pc:docMk/>
          <pc:sldMk cId="1280367679" sldId="411"/>
        </pc:sldMkLst>
        <pc:spChg chg="mod">
          <ac:chgData name="Murzio Luca" userId="62ead766-6eaf-4057-bb25-25909a8c13e9" providerId="ADAL" clId="{3FA68CEF-BA90-4830-B164-02BEB71A7E1D}" dt="2026-04-09T15:37:32.617" v="8006" actId="20577"/>
          <ac:spMkLst>
            <pc:docMk/>
            <pc:sldMk cId="1280367679" sldId="411"/>
            <ac:spMk id="2" creationId="{02775433-B15C-D036-44E6-95E3E5B39D49}"/>
          </ac:spMkLst>
        </pc:spChg>
        <pc:spChg chg="mod">
          <ac:chgData name="Murzio Luca" userId="62ead766-6eaf-4057-bb25-25909a8c13e9" providerId="ADAL" clId="{3FA68CEF-BA90-4830-B164-02BEB71A7E1D}" dt="2026-04-10T14:27:50.398" v="8876" actId="5793"/>
          <ac:spMkLst>
            <pc:docMk/>
            <pc:sldMk cId="1280367679" sldId="411"/>
            <ac:spMk id="3" creationId="{85D271C9-DDE0-128B-4098-3E5BD3396274}"/>
          </ac:spMkLst>
        </pc:spChg>
      </pc:sldChg>
      <pc:sldChg chg="modSp add mod">
        <pc:chgData name="Murzio Luca" userId="62ead766-6eaf-4057-bb25-25909a8c13e9" providerId="ADAL" clId="{3FA68CEF-BA90-4830-B164-02BEB71A7E1D}" dt="2026-04-10T14:25:27.343" v="8853" actId="20577"/>
        <pc:sldMkLst>
          <pc:docMk/>
          <pc:sldMk cId="2963634028" sldId="414"/>
        </pc:sldMkLst>
        <pc:spChg chg="mod">
          <ac:chgData name="Murzio Luca" userId="62ead766-6eaf-4057-bb25-25909a8c13e9" providerId="ADAL" clId="{3FA68CEF-BA90-4830-B164-02BEB71A7E1D}" dt="2026-04-10T14:25:27.343" v="8853" actId="20577"/>
          <ac:spMkLst>
            <pc:docMk/>
            <pc:sldMk cId="2963634028" sldId="414"/>
            <ac:spMk id="4" creationId="{D5D1FDFC-5439-FBDC-50EA-96A78B492FCB}"/>
          </ac:spMkLst>
        </pc:spChg>
      </pc:sldChg>
      <pc:sldChg chg="addSp delSp modSp new mod ord modNotesTx">
        <pc:chgData name="Murzio Luca" userId="62ead766-6eaf-4057-bb25-25909a8c13e9" providerId="ADAL" clId="{3FA68CEF-BA90-4830-B164-02BEB71A7E1D}" dt="2026-04-10T14:35:14.924" v="9177" actId="1076"/>
        <pc:sldMkLst>
          <pc:docMk/>
          <pc:sldMk cId="1742307113" sldId="415"/>
        </pc:sldMkLst>
        <pc:spChg chg="mod">
          <ac:chgData name="Murzio Luca" userId="62ead766-6eaf-4057-bb25-25909a8c13e9" providerId="ADAL" clId="{3FA68CEF-BA90-4830-B164-02BEB71A7E1D}" dt="2026-04-10T14:29:00.148" v="8888" actId="20577"/>
          <ac:spMkLst>
            <pc:docMk/>
            <pc:sldMk cId="1742307113" sldId="415"/>
            <ac:spMk id="2" creationId="{70B36347-81B4-DD20-E291-0EE991C3D445}"/>
          </ac:spMkLst>
        </pc:spChg>
        <pc:spChg chg="mod">
          <ac:chgData name="Murzio Luca" userId="62ead766-6eaf-4057-bb25-25909a8c13e9" providerId="ADAL" clId="{3FA68CEF-BA90-4830-B164-02BEB71A7E1D}" dt="2026-04-10T14:31:21.991" v="8948" actId="14100"/>
          <ac:spMkLst>
            <pc:docMk/>
            <pc:sldMk cId="1742307113" sldId="415"/>
            <ac:spMk id="3" creationId="{4FFCC5BE-7773-EFC2-93D6-8DD915F505E6}"/>
          </ac:spMkLst>
        </pc:spChg>
        <pc:spChg chg="add del mod topLvl">
          <ac:chgData name="Murzio Luca" userId="62ead766-6eaf-4057-bb25-25909a8c13e9" providerId="ADAL" clId="{3FA68CEF-BA90-4830-B164-02BEB71A7E1D}" dt="2026-04-10T14:35:08.328" v="9176" actId="207"/>
          <ac:spMkLst>
            <pc:docMk/>
            <pc:sldMk cId="1742307113" sldId="415"/>
            <ac:spMk id="7" creationId="{297F1FE3-233E-B599-36B5-3EDC9B11EE7E}"/>
          </ac:spMkLst>
        </pc:spChg>
        <pc:grpChg chg="add del mod">
          <ac:chgData name="Murzio Luca" userId="62ead766-6eaf-4057-bb25-25909a8c13e9" providerId="ADAL" clId="{3FA68CEF-BA90-4830-B164-02BEB71A7E1D}" dt="2026-04-10T14:35:14.924" v="9177" actId="1076"/>
          <ac:grpSpMkLst>
            <pc:docMk/>
            <pc:sldMk cId="1742307113" sldId="415"/>
            <ac:grpSpMk id="6" creationId="{A4172352-E1C0-BC78-F0E9-54906259F77F}"/>
          </ac:grpSpMkLst>
        </pc:grpChg>
        <pc:picChg chg="add del mod topLvl">
          <ac:chgData name="Murzio Luca" userId="62ead766-6eaf-4057-bb25-25909a8c13e9" providerId="ADAL" clId="{3FA68CEF-BA90-4830-B164-02BEB71A7E1D}" dt="2026-04-10T14:31:23.462" v="8950" actId="478"/>
          <ac:picMkLst>
            <pc:docMk/>
            <pc:sldMk cId="1742307113" sldId="415"/>
            <ac:picMk id="8" creationId="{6A349F6E-F4CA-D4BF-3DD7-BD0E4F63B1E7}"/>
          </ac:picMkLst>
        </pc:picChg>
      </pc:sldChg>
      <pc:sldChg chg="addSp delSp modSp new mod modClrScheme chgLayout modNotesTx">
        <pc:chgData name="Murzio Luca" userId="62ead766-6eaf-4057-bb25-25909a8c13e9" providerId="ADAL" clId="{3FA68CEF-BA90-4830-B164-02BEB71A7E1D}" dt="2026-04-10T15:16:08.178" v="9872" actId="1076"/>
        <pc:sldMkLst>
          <pc:docMk/>
          <pc:sldMk cId="3914539074" sldId="416"/>
        </pc:sldMkLst>
        <pc:spChg chg="mod">
          <ac:chgData name="Murzio Luca" userId="62ead766-6eaf-4057-bb25-25909a8c13e9" providerId="ADAL" clId="{3FA68CEF-BA90-4830-B164-02BEB71A7E1D}" dt="2026-03-26T15:22:03.876" v="5802" actId="26606"/>
          <ac:spMkLst>
            <pc:docMk/>
            <pc:sldMk cId="3914539074" sldId="416"/>
            <ac:spMk id="2" creationId="{20CEB3E2-2A3F-351C-4F81-304C9B6C0D5B}"/>
          </ac:spMkLst>
        </pc:spChg>
        <pc:graphicFrameChg chg="add mod ord modGraphic">
          <ac:chgData name="Murzio Luca" userId="62ead766-6eaf-4057-bb25-25909a8c13e9" providerId="ADAL" clId="{3FA68CEF-BA90-4830-B164-02BEB71A7E1D}" dt="2026-04-10T15:16:08.178" v="9872" actId="1076"/>
          <ac:graphicFrameMkLst>
            <pc:docMk/>
            <pc:sldMk cId="3914539074" sldId="416"/>
            <ac:graphicFrameMk id="5" creationId="{B67D8B25-D8A9-3A93-8ADC-C1EC97F2547D}"/>
          </ac:graphicFrameMkLst>
        </pc:graphicFrameChg>
      </pc:sldChg>
      <pc:sldChg chg="modSp add mod">
        <pc:chgData name="Murzio Luca" userId="62ead766-6eaf-4057-bb25-25909a8c13e9" providerId="ADAL" clId="{3FA68CEF-BA90-4830-B164-02BEB71A7E1D}" dt="2026-04-10T15:18:54.594" v="9886" actId="20577"/>
        <pc:sldMkLst>
          <pc:docMk/>
          <pc:sldMk cId="3463856726" sldId="417"/>
        </pc:sldMkLst>
        <pc:spChg chg="mod">
          <ac:chgData name="Murzio Luca" userId="62ead766-6eaf-4057-bb25-25909a8c13e9" providerId="ADAL" clId="{3FA68CEF-BA90-4830-B164-02BEB71A7E1D}" dt="2026-04-10T15:18:54.594" v="9886" actId="20577"/>
          <ac:spMkLst>
            <pc:docMk/>
            <pc:sldMk cId="3463856726" sldId="417"/>
            <ac:spMk id="4" creationId="{16FA2CE1-A017-53FC-3E8E-1CCC0708EAA5}"/>
          </ac:spMkLst>
        </pc:spChg>
      </pc:sldChg>
      <pc:sldChg chg="modSp add mod modNotesTx">
        <pc:chgData name="Murzio Luca" userId="62ead766-6eaf-4057-bb25-25909a8c13e9" providerId="ADAL" clId="{3FA68CEF-BA90-4830-B164-02BEB71A7E1D}" dt="2026-04-09T15:42:12.389" v="8054" actId="20577"/>
        <pc:sldMkLst>
          <pc:docMk/>
          <pc:sldMk cId="3540166546" sldId="418"/>
        </pc:sldMkLst>
        <pc:graphicFrameChg chg="mod modGraphic">
          <ac:chgData name="Murzio Luca" userId="62ead766-6eaf-4057-bb25-25909a8c13e9" providerId="ADAL" clId="{3FA68CEF-BA90-4830-B164-02BEB71A7E1D}" dt="2026-04-09T15:42:12.389" v="8054" actId="20577"/>
          <ac:graphicFrameMkLst>
            <pc:docMk/>
            <pc:sldMk cId="3540166546" sldId="418"/>
            <ac:graphicFrameMk id="5" creationId="{6BFF772B-8A15-9994-B0EE-F4836F067C6E}"/>
          </ac:graphicFrameMkLst>
        </pc:graphicFrameChg>
      </pc:sldChg>
      <pc:sldChg chg="addSp delSp modSp add mod modClrScheme chgLayout modNotesTx">
        <pc:chgData name="Murzio Luca" userId="62ead766-6eaf-4057-bb25-25909a8c13e9" providerId="ADAL" clId="{3FA68CEF-BA90-4830-B164-02BEB71A7E1D}" dt="2026-04-09T15:09:39.882" v="7797" actId="6549"/>
        <pc:sldMkLst>
          <pc:docMk/>
          <pc:sldMk cId="1313474405" sldId="419"/>
        </pc:sldMkLst>
        <pc:spChg chg="mod">
          <ac:chgData name="Murzio Luca" userId="62ead766-6eaf-4057-bb25-25909a8c13e9" providerId="ADAL" clId="{3FA68CEF-BA90-4830-B164-02BEB71A7E1D}" dt="2026-04-08T14:23:15.315" v="7648" actId="20577"/>
          <ac:spMkLst>
            <pc:docMk/>
            <pc:sldMk cId="1313474405" sldId="419"/>
            <ac:spMk id="2" creationId="{90A72816-FC9E-7DB6-9355-98D35BC43935}"/>
          </ac:spMkLst>
        </pc:spChg>
        <pc:spChg chg="add del mod ord">
          <ac:chgData name="Murzio Luca" userId="62ead766-6eaf-4057-bb25-25909a8c13e9" providerId="ADAL" clId="{3FA68CEF-BA90-4830-B164-02BEB71A7E1D}" dt="2026-04-08T14:49:02.486" v="7728" actId="27636"/>
          <ac:spMkLst>
            <pc:docMk/>
            <pc:sldMk cId="1313474405" sldId="419"/>
            <ac:spMk id="3" creationId="{CE4A80BD-A6F2-BF29-921B-28A1CBD5F142}"/>
          </ac:spMkLst>
        </pc:spChg>
        <pc:picChg chg="add mod">
          <ac:chgData name="Murzio Luca" userId="62ead766-6eaf-4057-bb25-25909a8c13e9" providerId="ADAL" clId="{3FA68CEF-BA90-4830-B164-02BEB71A7E1D}" dt="2026-04-08T14:47:12.238" v="7696" actId="14100"/>
          <ac:picMkLst>
            <pc:docMk/>
            <pc:sldMk cId="1313474405" sldId="419"/>
            <ac:picMk id="2066" creationId="{B7B945DB-C180-993D-F2F9-1E4BD343D505}"/>
          </ac:picMkLst>
        </pc:picChg>
        <pc:picChg chg="add mod">
          <ac:chgData name="Murzio Luca" userId="62ead766-6eaf-4057-bb25-25909a8c13e9" providerId="ADAL" clId="{3FA68CEF-BA90-4830-B164-02BEB71A7E1D}" dt="2026-04-08T14:47:17.010" v="7697" actId="1076"/>
          <ac:picMkLst>
            <pc:docMk/>
            <pc:sldMk cId="1313474405" sldId="419"/>
            <ac:picMk id="2068" creationId="{79A44D08-8883-3A1E-3B3C-F3C00F879776}"/>
          </ac:picMkLst>
        </pc:picChg>
      </pc:sldChg>
      <pc:sldChg chg="addSp delSp modSp add mod">
        <pc:chgData name="Murzio Luca" userId="62ead766-6eaf-4057-bb25-25909a8c13e9" providerId="ADAL" clId="{3FA68CEF-BA90-4830-B164-02BEB71A7E1D}" dt="2026-04-08T14:50:00.547" v="7759" actId="20577"/>
        <pc:sldMkLst>
          <pc:docMk/>
          <pc:sldMk cId="1228891645" sldId="420"/>
        </pc:sldMkLst>
        <pc:spChg chg="mod">
          <ac:chgData name="Murzio Luca" userId="62ead766-6eaf-4057-bb25-25909a8c13e9" providerId="ADAL" clId="{3FA68CEF-BA90-4830-B164-02BEB71A7E1D}" dt="2026-04-08T14:23:26.290" v="7664" actId="20577"/>
          <ac:spMkLst>
            <pc:docMk/>
            <pc:sldMk cId="1228891645" sldId="420"/>
            <ac:spMk id="2" creationId="{4921F8FC-EFE8-784B-806F-9BAE20D42AD2}"/>
          </ac:spMkLst>
        </pc:spChg>
        <pc:spChg chg="mod">
          <ac:chgData name="Murzio Luca" userId="62ead766-6eaf-4057-bb25-25909a8c13e9" providerId="ADAL" clId="{3FA68CEF-BA90-4830-B164-02BEB71A7E1D}" dt="2026-04-08T14:50:00.547" v="7759" actId="20577"/>
          <ac:spMkLst>
            <pc:docMk/>
            <pc:sldMk cId="1228891645" sldId="420"/>
            <ac:spMk id="3" creationId="{5E51B7BD-7CE3-685A-B2A2-F463266926BA}"/>
          </ac:spMkLst>
        </pc:spChg>
        <pc:picChg chg="add mod">
          <ac:chgData name="Murzio Luca" userId="62ead766-6eaf-4057-bb25-25909a8c13e9" providerId="ADAL" clId="{3FA68CEF-BA90-4830-B164-02BEB71A7E1D}" dt="2026-04-08T14:45:01.036" v="7683" actId="26606"/>
          <ac:picMkLst>
            <pc:docMk/>
            <pc:sldMk cId="1228891645" sldId="420"/>
            <ac:picMk id="3076" creationId="{0B12F577-BDF7-64D5-231E-87B87F96B8A2}"/>
          </ac:picMkLst>
        </pc:picChg>
      </pc:sldChg>
      <pc:sldChg chg="addSp delSp modSp add mod modNotesTx">
        <pc:chgData name="Murzio Luca" userId="62ead766-6eaf-4057-bb25-25909a8c13e9" providerId="ADAL" clId="{3FA68CEF-BA90-4830-B164-02BEB71A7E1D}" dt="2026-04-13T15:01:16.032" v="9890" actId="1036"/>
        <pc:sldMkLst>
          <pc:docMk/>
          <pc:sldMk cId="1208574898" sldId="421"/>
        </pc:sldMkLst>
        <pc:spChg chg="mod">
          <ac:chgData name="Murzio Luca" userId="62ead766-6eaf-4057-bb25-25909a8c13e9" providerId="ADAL" clId="{3FA68CEF-BA90-4830-B164-02BEB71A7E1D}" dt="2026-04-08T14:23:55.354" v="7675" actId="5793"/>
          <ac:spMkLst>
            <pc:docMk/>
            <pc:sldMk cId="1208574898" sldId="421"/>
            <ac:spMk id="2" creationId="{75C1CC3D-525E-339D-88F3-99D456A456E9}"/>
          </ac:spMkLst>
        </pc:spChg>
        <pc:spChg chg="mod">
          <ac:chgData name="Murzio Luca" userId="62ead766-6eaf-4057-bb25-25909a8c13e9" providerId="ADAL" clId="{3FA68CEF-BA90-4830-B164-02BEB71A7E1D}" dt="2026-04-09T16:16:43.815" v="8292" actId="14100"/>
          <ac:spMkLst>
            <pc:docMk/>
            <pc:sldMk cId="1208574898" sldId="421"/>
            <ac:spMk id="3" creationId="{84DE2456-CEC5-043A-2897-F27122211F05}"/>
          </ac:spMkLst>
        </pc:spChg>
        <pc:spChg chg="add mod">
          <ac:chgData name="Murzio Luca" userId="62ead766-6eaf-4057-bb25-25909a8c13e9" providerId="ADAL" clId="{3FA68CEF-BA90-4830-B164-02BEB71A7E1D}" dt="2026-04-13T15:01:16.032" v="9890" actId="1036"/>
          <ac:spMkLst>
            <pc:docMk/>
            <pc:sldMk cId="1208574898" sldId="421"/>
            <ac:spMk id="6" creationId="{8BAA979A-5176-1251-BA57-C4F02BC7FAB7}"/>
          </ac:spMkLst>
        </pc:spChg>
        <pc:picChg chg="add mod">
          <ac:chgData name="Murzio Luca" userId="62ead766-6eaf-4057-bb25-25909a8c13e9" providerId="ADAL" clId="{3FA68CEF-BA90-4830-B164-02BEB71A7E1D}" dt="2026-04-13T15:01:16.032" v="9890" actId="1036"/>
          <ac:picMkLst>
            <pc:docMk/>
            <pc:sldMk cId="1208574898" sldId="421"/>
            <ac:picMk id="7" creationId="{CC2C2358-8AC8-8D4E-B790-E265473AF6EB}"/>
          </ac:picMkLst>
        </pc:picChg>
        <pc:picChg chg="add mod">
          <ac:chgData name="Murzio Luca" userId="62ead766-6eaf-4057-bb25-25909a8c13e9" providerId="ADAL" clId="{3FA68CEF-BA90-4830-B164-02BEB71A7E1D}" dt="2026-04-10T09:18:33.628" v="8499" actId="1076"/>
          <ac:picMkLst>
            <pc:docMk/>
            <pc:sldMk cId="1208574898" sldId="421"/>
            <ac:picMk id="1026" creationId="{411211FF-E058-ED98-FEF5-1E04FCE5F40C}"/>
          </ac:picMkLst>
        </pc:picChg>
      </pc:sldChg>
      <pc:sldChg chg="modSp add mod modNotesTx">
        <pc:chgData name="Murzio Luca" userId="62ead766-6eaf-4057-bb25-25909a8c13e9" providerId="ADAL" clId="{3FA68CEF-BA90-4830-B164-02BEB71A7E1D}" dt="2026-04-10T12:56:09.728" v="8655" actId="20577"/>
        <pc:sldMkLst>
          <pc:docMk/>
          <pc:sldMk cId="1491654163" sldId="422"/>
        </pc:sldMkLst>
        <pc:spChg chg="mod">
          <ac:chgData name="Murzio Luca" userId="62ead766-6eaf-4057-bb25-25909a8c13e9" providerId="ADAL" clId="{3FA68CEF-BA90-4830-B164-02BEB71A7E1D}" dt="2026-04-09T15:41:04.840" v="8029" actId="20577"/>
          <ac:spMkLst>
            <pc:docMk/>
            <pc:sldMk cId="1491654163" sldId="422"/>
            <ac:spMk id="2" creationId="{DBAA3059-2981-9079-F59E-007942E4A522}"/>
          </ac:spMkLst>
        </pc:spChg>
        <pc:spChg chg="mod">
          <ac:chgData name="Murzio Luca" userId="62ead766-6eaf-4057-bb25-25909a8c13e9" providerId="ADAL" clId="{3FA68CEF-BA90-4830-B164-02BEB71A7E1D}" dt="2026-04-09T15:47:26.540" v="8169" actId="20577"/>
          <ac:spMkLst>
            <pc:docMk/>
            <pc:sldMk cId="1491654163" sldId="422"/>
            <ac:spMk id="3" creationId="{4A3AC214-DE02-C907-5D13-8C29E048F892}"/>
          </ac:spMkLst>
        </pc:spChg>
      </pc:sldChg>
      <pc:sldChg chg="modSp add mod">
        <pc:chgData name="Murzio Luca" userId="62ead766-6eaf-4057-bb25-25909a8c13e9" providerId="ADAL" clId="{3FA68CEF-BA90-4830-B164-02BEB71A7E1D}" dt="2026-04-09T15:42:35.323" v="8079" actId="20577"/>
        <pc:sldMkLst>
          <pc:docMk/>
          <pc:sldMk cId="2290048765" sldId="423"/>
        </pc:sldMkLst>
        <pc:spChg chg="mod">
          <ac:chgData name="Murzio Luca" userId="62ead766-6eaf-4057-bb25-25909a8c13e9" providerId="ADAL" clId="{3FA68CEF-BA90-4830-B164-02BEB71A7E1D}" dt="2026-04-09T15:42:35.323" v="8079" actId="20577"/>
          <ac:spMkLst>
            <pc:docMk/>
            <pc:sldMk cId="2290048765" sldId="423"/>
            <ac:spMk id="4" creationId="{53C11974-E96B-1DA2-E3DB-6AB67B39C3E6}"/>
          </ac:spMkLst>
        </pc:spChg>
      </pc:sldChg>
      <pc:sldChg chg="addSp delSp modSp add mod modNotesTx">
        <pc:chgData name="Murzio Luca" userId="62ead766-6eaf-4057-bb25-25909a8c13e9" providerId="ADAL" clId="{3FA68CEF-BA90-4830-B164-02BEB71A7E1D}" dt="2026-04-10T13:19:45.407" v="8683" actId="1076"/>
        <pc:sldMkLst>
          <pc:docMk/>
          <pc:sldMk cId="2763278222" sldId="424"/>
        </pc:sldMkLst>
        <pc:spChg chg="mod">
          <ac:chgData name="Murzio Luca" userId="62ead766-6eaf-4057-bb25-25909a8c13e9" providerId="ADAL" clId="{3FA68CEF-BA90-4830-B164-02BEB71A7E1D}" dt="2026-04-09T15:45:37.329" v="8096" actId="20577"/>
          <ac:spMkLst>
            <pc:docMk/>
            <pc:sldMk cId="2763278222" sldId="424"/>
            <ac:spMk id="2" creationId="{61F1AEE5-4381-44D2-2D8B-D3F4CF10D3E4}"/>
          </ac:spMkLst>
        </pc:spChg>
        <pc:spChg chg="mod">
          <ac:chgData name="Murzio Luca" userId="62ead766-6eaf-4057-bb25-25909a8c13e9" providerId="ADAL" clId="{3FA68CEF-BA90-4830-B164-02BEB71A7E1D}" dt="2026-04-10T13:18:20.784" v="8665" actId="27636"/>
          <ac:spMkLst>
            <pc:docMk/>
            <pc:sldMk cId="2763278222" sldId="424"/>
            <ac:spMk id="3" creationId="{DB1E0EE6-5FC4-8414-5571-AB0BA721C2C8}"/>
          </ac:spMkLst>
        </pc:spChg>
        <pc:picChg chg="add mod">
          <ac:chgData name="Murzio Luca" userId="62ead766-6eaf-4057-bb25-25909a8c13e9" providerId="ADAL" clId="{3FA68CEF-BA90-4830-B164-02BEB71A7E1D}" dt="2026-04-10T13:19:39.814" v="8681" actId="1076"/>
          <ac:picMkLst>
            <pc:docMk/>
            <pc:sldMk cId="2763278222" sldId="424"/>
            <ac:picMk id="3076" creationId="{C55951FC-3C16-0BEB-2659-0268F7673819}"/>
          </ac:picMkLst>
        </pc:picChg>
        <pc:picChg chg="add mod">
          <ac:chgData name="Murzio Luca" userId="62ead766-6eaf-4057-bb25-25909a8c13e9" providerId="ADAL" clId="{3FA68CEF-BA90-4830-B164-02BEB71A7E1D}" dt="2026-04-10T13:19:00.316" v="8676" actId="1076"/>
          <ac:picMkLst>
            <pc:docMk/>
            <pc:sldMk cId="2763278222" sldId="424"/>
            <ac:picMk id="3078" creationId="{957C0C16-9D9F-05E0-5145-10CBDAC99FB3}"/>
          </ac:picMkLst>
        </pc:picChg>
        <pc:picChg chg="add mod">
          <ac:chgData name="Murzio Luca" userId="62ead766-6eaf-4057-bb25-25909a8c13e9" providerId="ADAL" clId="{3FA68CEF-BA90-4830-B164-02BEB71A7E1D}" dt="2026-04-10T13:19:45.407" v="8683" actId="1076"/>
          <ac:picMkLst>
            <pc:docMk/>
            <pc:sldMk cId="2763278222" sldId="424"/>
            <ac:picMk id="3080" creationId="{75FEA7B0-29DC-C1D1-BD1A-9AC5CFA977D4}"/>
          </ac:picMkLst>
        </pc:picChg>
      </pc:sldChg>
      <pc:sldChg chg="addSp delSp modSp add mod">
        <pc:chgData name="Murzio Luca" userId="62ead766-6eaf-4057-bb25-25909a8c13e9" providerId="ADAL" clId="{3FA68CEF-BA90-4830-B164-02BEB71A7E1D}" dt="2026-04-10T13:22:06.501" v="8717" actId="14100"/>
        <pc:sldMkLst>
          <pc:docMk/>
          <pc:sldMk cId="3681610167" sldId="425"/>
        </pc:sldMkLst>
        <pc:spChg chg="mod">
          <ac:chgData name="Murzio Luca" userId="62ead766-6eaf-4057-bb25-25909a8c13e9" providerId="ADAL" clId="{3FA68CEF-BA90-4830-B164-02BEB71A7E1D}" dt="2026-04-09T15:47:16.954" v="8168" actId="20577"/>
          <ac:spMkLst>
            <pc:docMk/>
            <pc:sldMk cId="3681610167" sldId="425"/>
            <ac:spMk id="2" creationId="{6222E3E7-4B20-3ABA-3E97-F8AF2E9FC7C2}"/>
          </ac:spMkLst>
        </pc:spChg>
        <pc:spChg chg="mod">
          <ac:chgData name="Murzio Luca" userId="62ead766-6eaf-4057-bb25-25909a8c13e9" providerId="ADAL" clId="{3FA68CEF-BA90-4830-B164-02BEB71A7E1D}" dt="2026-04-10T13:21:53.229" v="8713" actId="1076"/>
          <ac:spMkLst>
            <pc:docMk/>
            <pc:sldMk cId="3681610167" sldId="425"/>
            <ac:spMk id="3" creationId="{086572DF-9727-3EED-4494-17561841F7CA}"/>
          </ac:spMkLst>
        </pc:spChg>
        <pc:picChg chg="add mod">
          <ac:chgData name="Murzio Luca" userId="62ead766-6eaf-4057-bb25-25909a8c13e9" providerId="ADAL" clId="{3FA68CEF-BA90-4830-B164-02BEB71A7E1D}" dt="2026-04-10T13:22:06.501" v="8717" actId="14100"/>
          <ac:picMkLst>
            <pc:docMk/>
            <pc:sldMk cId="3681610167" sldId="425"/>
            <ac:picMk id="7" creationId="{352EDA0A-590B-3F80-60FE-588A7CFF869F}"/>
          </ac:picMkLst>
        </pc:picChg>
        <pc:picChg chg="add mod">
          <ac:chgData name="Murzio Luca" userId="62ead766-6eaf-4057-bb25-25909a8c13e9" providerId="ADAL" clId="{3FA68CEF-BA90-4830-B164-02BEB71A7E1D}" dt="2026-04-10T13:21:56.257" v="8714" actId="1076"/>
          <ac:picMkLst>
            <pc:docMk/>
            <pc:sldMk cId="3681610167" sldId="425"/>
            <ac:picMk id="4098" creationId="{F5BBC2A4-6C33-ACF3-F837-DC4902E5233D}"/>
          </ac:picMkLst>
        </pc:picChg>
        <pc:picChg chg="add mod">
          <ac:chgData name="Murzio Luca" userId="62ead766-6eaf-4057-bb25-25909a8c13e9" providerId="ADAL" clId="{3FA68CEF-BA90-4830-B164-02BEB71A7E1D}" dt="2026-04-10T13:21:50.174" v="8712" actId="1076"/>
          <ac:picMkLst>
            <pc:docMk/>
            <pc:sldMk cId="3681610167" sldId="425"/>
            <ac:picMk id="4100" creationId="{0BFBD61D-0FDB-7071-E024-1C84BDE47DEC}"/>
          </ac:picMkLst>
        </pc:picChg>
      </pc:sldChg>
      <pc:sldChg chg="addSp delSp modSp add mod modClrScheme modAnim chgLayout modNotesTx">
        <pc:chgData name="Murzio Luca" userId="62ead766-6eaf-4057-bb25-25909a8c13e9" providerId="ADAL" clId="{3FA68CEF-BA90-4830-B164-02BEB71A7E1D}" dt="2026-04-13T15:24:59.958" v="9897" actId="1076"/>
        <pc:sldMkLst>
          <pc:docMk/>
          <pc:sldMk cId="2177407590" sldId="426"/>
        </pc:sldMkLst>
        <pc:spChg chg="mod">
          <ac:chgData name="Murzio Luca" userId="62ead766-6eaf-4057-bb25-25909a8c13e9" providerId="ADAL" clId="{3FA68CEF-BA90-4830-B164-02BEB71A7E1D}" dt="2026-04-09T15:52:52.227" v="8280" actId="20577"/>
          <ac:spMkLst>
            <pc:docMk/>
            <pc:sldMk cId="2177407590" sldId="426"/>
            <ac:spMk id="2" creationId="{00B428F3-3E94-FF99-DDD0-DF3C2175420B}"/>
          </ac:spMkLst>
        </pc:spChg>
        <pc:spChg chg="add mod">
          <ac:chgData name="Murzio Luca" userId="62ead766-6eaf-4057-bb25-25909a8c13e9" providerId="ADAL" clId="{3FA68CEF-BA90-4830-B164-02BEB71A7E1D}" dt="2026-04-10T14:19:38.479" v="8823" actId="20577"/>
          <ac:spMkLst>
            <pc:docMk/>
            <pc:sldMk cId="2177407590" sldId="426"/>
            <ac:spMk id="4" creationId="{FDAF30EB-E98D-8CDA-12B2-6CC4B2266A0D}"/>
          </ac:spMkLst>
        </pc:spChg>
        <pc:picChg chg="add mod">
          <ac:chgData name="Murzio Luca" userId="62ead766-6eaf-4057-bb25-25909a8c13e9" providerId="ADAL" clId="{3FA68CEF-BA90-4830-B164-02BEB71A7E1D}" dt="2026-04-13T15:24:59.958" v="9897" actId="1076"/>
          <ac:picMkLst>
            <pc:docMk/>
            <pc:sldMk cId="2177407590" sldId="426"/>
            <ac:picMk id="1026" creationId="{E0FA29EE-1E12-6ADF-4E61-1A5633537DD6}"/>
          </ac:picMkLst>
        </pc:picChg>
        <pc:picChg chg="add mod">
          <ac:chgData name="Murzio Luca" userId="62ead766-6eaf-4057-bb25-25909a8c13e9" providerId="ADAL" clId="{3FA68CEF-BA90-4830-B164-02BEB71A7E1D}" dt="2026-04-10T14:18:22.182" v="8736" actId="1076"/>
          <ac:picMkLst>
            <pc:docMk/>
            <pc:sldMk cId="2177407590" sldId="426"/>
            <ac:picMk id="2050" creationId="{FBB61052-2F07-FFC8-C8CF-32B0DC8A998E}"/>
          </ac:picMkLst>
        </pc:picChg>
        <pc:picChg chg="add del mod">
          <ac:chgData name="Murzio Luca" userId="62ead766-6eaf-4057-bb25-25909a8c13e9" providerId="ADAL" clId="{3FA68CEF-BA90-4830-B164-02BEB71A7E1D}" dt="2026-04-13T15:24:48.399" v="9891" actId="478"/>
          <ac:picMkLst>
            <pc:docMk/>
            <pc:sldMk cId="2177407590" sldId="426"/>
            <ac:picMk id="5124" creationId="{6DDC3CBC-2931-C286-B0DE-A5B1C2A6C32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/>
      <dgm:t>
        <a:bodyPr/>
        <a:lstStyle/>
        <a:p>
          <a:pPr>
            <a:buNone/>
          </a:pPr>
          <a:r>
            <a:rPr lang="it-IT" b="1" dirty="0"/>
            <a:t>Join tra tabelle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INNER JOIN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1DD11827-D47B-4997-B821-EB0203AD2F2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/>
            <a:t>LEFT/RIGHT JOIN</a:t>
          </a:r>
          <a:endParaRPr lang="it-IT" dirty="0"/>
        </a:p>
      </dgm:t>
    </dgm:pt>
    <dgm:pt modelId="{8C60E279-DCCD-434F-9122-41C31BE98F30}" type="parTrans" cxnId="{28EB3FBF-2885-4367-9D65-494221D09C5E}">
      <dgm:prSet/>
      <dgm:spPr/>
      <dgm:t>
        <a:bodyPr/>
        <a:lstStyle/>
        <a:p>
          <a:endParaRPr lang="it-IT"/>
        </a:p>
      </dgm:t>
    </dgm:pt>
    <dgm:pt modelId="{157E78DD-7021-444C-8724-FBACA241AC21}" type="sibTrans" cxnId="{28EB3FBF-2885-4367-9D65-494221D09C5E}">
      <dgm:prSet/>
      <dgm:spPr/>
      <dgm:t>
        <a:bodyPr/>
        <a:lstStyle/>
        <a:p>
          <a:endParaRPr lang="it-IT"/>
        </a:p>
      </dgm:t>
    </dgm:pt>
    <dgm:pt modelId="{AF6C438C-1726-4ABE-A18C-DB9907DCF7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FULL OUTER JOIN</a:t>
          </a:r>
        </a:p>
      </dgm:t>
    </dgm:pt>
    <dgm:pt modelId="{21466346-2F48-4343-9DFC-3677C87CC508}" type="parTrans" cxnId="{9CAA5B90-62CE-411F-90FA-85BD5F3C3516}">
      <dgm:prSet/>
      <dgm:spPr/>
      <dgm:t>
        <a:bodyPr/>
        <a:lstStyle/>
        <a:p>
          <a:endParaRPr lang="it-IT"/>
        </a:p>
      </dgm:t>
    </dgm:pt>
    <dgm:pt modelId="{DBBC8BF0-BB26-4EDE-B98F-9114E69F4CD2}" type="sibTrans" cxnId="{9CAA5B90-62CE-411F-90FA-85BD5F3C3516}">
      <dgm:prSet/>
      <dgm:spPr/>
      <dgm:t>
        <a:bodyPr/>
        <a:lstStyle/>
        <a:p>
          <a:endParaRPr lang="it-IT"/>
        </a:p>
      </dgm:t>
    </dgm:pt>
    <dgm:pt modelId="{F74C0525-C591-4004-B62A-DA7D2AB1B0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CROSS JOIN</a:t>
          </a:r>
        </a:p>
      </dgm:t>
    </dgm:pt>
    <dgm:pt modelId="{A7F26802-1412-4ABB-9377-136434F2DCE1}" type="parTrans" cxnId="{9941BF95-E6C0-4DB5-956C-FEFA2B191E92}">
      <dgm:prSet/>
      <dgm:spPr/>
      <dgm:t>
        <a:bodyPr/>
        <a:lstStyle/>
        <a:p>
          <a:endParaRPr lang="it-IT"/>
        </a:p>
      </dgm:t>
    </dgm:pt>
    <dgm:pt modelId="{2F475B27-80B5-46C3-BA11-D7AFCAAFB4F1}" type="sibTrans" cxnId="{9941BF95-E6C0-4DB5-956C-FEFA2B191E92}">
      <dgm:prSet/>
      <dgm:spPr/>
      <dgm:t>
        <a:bodyPr/>
        <a:lstStyle/>
        <a:p>
          <a:endParaRPr lang="it-IT"/>
        </a:p>
      </dgm:t>
    </dgm:pt>
    <dgm:pt modelId="{084CA797-F874-493C-A90D-C8120D881B7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/>
            <a:t>SELF JOIN</a:t>
          </a:r>
          <a:endParaRPr lang="it-IT" dirty="0"/>
        </a:p>
      </dgm:t>
    </dgm:pt>
    <dgm:pt modelId="{C0AE0584-A08D-42E3-8CA5-59E5D60B9707}" type="parTrans" cxnId="{7C39ECD7-8602-440D-83FE-98477DA3DB0C}">
      <dgm:prSet/>
      <dgm:spPr/>
      <dgm:t>
        <a:bodyPr/>
        <a:lstStyle/>
        <a:p>
          <a:endParaRPr lang="it-IT"/>
        </a:p>
      </dgm:t>
    </dgm:pt>
    <dgm:pt modelId="{B8EC651A-15C8-4928-8371-AF2541AE5168}" type="sibTrans" cxnId="{7C39ECD7-8602-440D-83FE-98477DA3DB0C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/>
      <dgm:t>
        <a:bodyPr/>
        <a:lstStyle/>
        <a:p>
          <a:pPr>
            <a:buNone/>
          </a:pPr>
          <a:r>
            <a:rPr lang="it-IT" b="1" dirty="0"/>
            <a:t>Performance vs trappole</a:t>
          </a:r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ON vs WHERE</a:t>
          </a:r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EXISTS vs JOIN</a:t>
          </a:r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5CBF31A6-E422-4451-B62E-737400DA849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Operazioni insiemistiche</a:t>
          </a:r>
          <a:endParaRPr lang="it-IT" dirty="0"/>
        </a:p>
      </dgm:t>
    </dgm:pt>
    <dgm:pt modelId="{8CA55899-402A-419A-953C-E4450B950111}" type="parTrans" cxnId="{5E856F7F-9F16-44C8-8344-BDD5222D54C6}">
      <dgm:prSet/>
      <dgm:spPr/>
      <dgm:t>
        <a:bodyPr/>
        <a:lstStyle/>
        <a:p>
          <a:endParaRPr lang="it-IT"/>
        </a:p>
      </dgm:t>
    </dgm:pt>
    <dgm:pt modelId="{1E6245A8-C582-42F7-B1C4-717977BAED51}" type="sibTrans" cxnId="{5E856F7F-9F16-44C8-8344-BDD5222D54C6}">
      <dgm:prSet/>
      <dgm:spPr/>
      <dgm:t>
        <a:bodyPr/>
        <a:lstStyle/>
        <a:p>
          <a:endParaRPr lang="it-IT"/>
        </a:p>
      </dgm:t>
    </dgm:pt>
    <dgm:pt modelId="{F75A4402-9271-46B7-AED0-2D303206886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UNION / UNION ALL</a:t>
          </a:r>
        </a:p>
      </dgm:t>
    </dgm:pt>
    <dgm:pt modelId="{3528218E-A868-4FA3-94C8-4CF601B7317A}" type="parTrans" cxnId="{C176A59E-F2FC-40E0-8A22-07A5E1B41A00}">
      <dgm:prSet/>
      <dgm:spPr/>
      <dgm:t>
        <a:bodyPr/>
        <a:lstStyle/>
        <a:p>
          <a:endParaRPr lang="it-IT"/>
        </a:p>
      </dgm:t>
    </dgm:pt>
    <dgm:pt modelId="{ED4A72D2-A54A-40D1-88E6-4C67004BDE73}" type="sibTrans" cxnId="{C176A59E-F2FC-40E0-8A22-07A5E1B41A00}">
      <dgm:prSet/>
      <dgm:spPr/>
      <dgm:t>
        <a:bodyPr/>
        <a:lstStyle/>
        <a:p>
          <a:endParaRPr lang="it-IT"/>
        </a:p>
      </dgm:t>
    </dgm:pt>
    <dgm:pt modelId="{60FF2340-5FB3-490D-A782-4C3761E9BC4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INTERSECT / EXCEPT</a:t>
          </a:r>
        </a:p>
      </dgm:t>
    </dgm:pt>
    <dgm:pt modelId="{55579DFD-3431-4AA4-94B1-C1C89F094C11}" type="parTrans" cxnId="{CDDF9531-5472-4F21-A54A-7BFB09D1F544}">
      <dgm:prSet/>
      <dgm:spPr/>
      <dgm:t>
        <a:bodyPr/>
        <a:lstStyle/>
        <a:p>
          <a:endParaRPr lang="it-IT"/>
        </a:p>
      </dgm:t>
    </dgm:pt>
    <dgm:pt modelId="{C4D80E53-2208-40C2-9B2F-C1BF32EABC2E}" type="sibTrans" cxnId="{CDDF9531-5472-4F21-A54A-7BFB09D1F544}">
      <dgm:prSet/>
      <dgm:spPr/>
      <dgm:t>
        <a:bodyPr/>
        <a:lstStyle/>
        <a:p>
          <a:endParaRPr lang="it-IT"/>
        </a:p>
      </dgm:t>
    </dgm:pt>
    <dgm:pt modelId="{412076B8-1DDA-41B5-939F-E940FA93326A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Uso insiemistica </a:t>
          </a:r>
          <a:r>
            <a:rPr lang="it-IT"/>
            <a:t>nei test</a:t>
          </a:r>
          <a:endParaRPr lang="it-IT" dirty="0"/>
        </a:p>
      </dgm:t>
    </dgm:pt>
    <dgm:pt modelId="{626780BA-E73C-457A-98E6-B0DA097890C8}" type="parTrans" cxnId="{AE7F34B0-6848-44D8-B998-7A5B29A5D539}">
      <dgm:prSet/>
      <dgm:spPr/>
      <dgm:t>
        <a:bodyPr/>
        <a:lstStyle/>
        <a:p>
          <a:endParaRPr lang="it-IT"/>
        </a:p>
      </dgm:t>
    </dgm:pt>
    <dgm:pt modelId="{FCEF559B-E3D5-4DE5-A1E3-262090AF29E9}" type="sibTrans" cxnId="{AE7F34B0-6848-44D8-B998-7A5B29A5D539}">
      <dgm:prSet/>
      <dgm:spPr/>
      <dgm:t>
        <a:bodyPr/>
        <a:lstStyle/>
        <a:p>
          <a:endParaRPr lang="it-IT"/>
        </a:p>
      </dgm:t>
    </dgm:pt>
    <dgm:pt modelId="{69F305E5-F72E-496A-B695-369648AE165F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None/>
          </a:pPr>
          <a:r>
            <a:rPr lang="it-IT" dirty="0"/>
            <a:t>JOIN con funzioni</a:t>
          </a:r>
        </a:p>
      </dgm:t>
    </dgm:pt>
    <dgm:pt modelId="{17225EA7-43C5-4888-8D23-0F6F264200E6}" type="parTrans" cxnId="{F7C931B7-680E-4C1F-BED9-6BB851C3A0D1}">
      <dgm:prSet/>
      <dgm:spPr/>
      <dgm:t>
        <a:bodyPr/>
        <a:lstStyle/>
        <a:p>
          <a:endParaRPr lang="it-IT"/>
        </a:p>
      </dgm:t>
    </dgm:pt>
    <dgm:pt modelId="{C47C920A-CF95-489A-BD08-FFAF01D67A5C}" type="sibTrans" cxnId="{F7C931B7-680E-4C1F-BED9-6BB851C3A0D1}">
      <dgm:prSet/>
      <dgm:spPr/>
      <dgm:t>
        <a:bodyPr/>
        <a:lstStyle/>
        <a:p>
          <a:endParaRPr lang="it-IT"/>
        </a:p>
      </dgm:t>
    </dgm:pt>
    <dgm:pt modelId="{C7011348-2CFD-44F3-AC0C-D9D086B35A25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CROSS APPLY</a:t>
          </a:r>
        </a:p>
      </dgm:t>
    </dgm:pt>
    <dgm:pt modelId="{92328D12-4706-493E-9490-38DC6F7B6639}" type="parTrans" cxnId="{1440EA77-F7BB-43DC-90A4-170B59532FB1}">
      <dgm:prSet/>
      <dgm:spPr/>
      <dgm:t>
        <a:bodyPr/>
        <a:lstStyle/>
        <a:p>
          <a:endParaRPr lang="it-IT"/>
        </a:p>
      </dgm:t>
    </dgm:pt>
    <dgm:pt modelId="{3E1FCB56-4E52-4BAF-9056-9369D54A15A6}" type="sibTrans" cxnId="{1440EA77-F7BB-43DC-90A4-170B59532FB1}">
      <dgm:prSet/>
      <dgm:spPr/>
      <dgm:t>
        <a:bodyPr/>
        <a:lstStyle/>
        <a:p>
          <a:endParaRPr lang="it-IT"/>
        </a:p>
      </dgm:t>
    </dgm:pt>
    <dgm:pt modelId="{89307159-CA4D-4F43-BA44-6565A33337C0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OUTER APPLY</a:t>
          </a:r>
        </a:p>
      </dgm:t>
    </dgm:pt>
    <dgm:pt modelId="{6B74DE3D-771D-41B6-AD18-1A60CF318FB4}" type="parTrans" cxnId="{F4746799-FDC0-4641-BCD2-8AF6A8D84071}">
      <dgm:prSet/>
      <dgm:spPr/>
      <dgm:t>
        <a:bodyPr/>
        <a:lstStyle/>
        <a:p>
          <a:endParaRPr lang="it-IT"/>
        </a:p>
      </dgm:t>
    </dgm:pt>
    <dgm:pt modelId="{19633D06-9C39-4B46-9655-0E9C995AFBEF}" type="sibTrans" cxnId="{F4746799-FDC0-4641-BCD2-8AF6A8D84071}">
      <dgm:prSet/>
      <dgm:spPr/>
      <dgm:t>
        <a:bodyPr/>
        <a:lstStyle/>
        <a:p>
          <a:endParaRPr lang="it-IT"/>
        </a:p>
      </dgm:t>
    </dgm:pt>
    <dgm:pt modelId="{D7A3E1A8-F953-4931-89C4-2111F343AF5E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TOP n per gruppo</a:t>
          </a:r>
        </a:p>
      </dgm:t>
    </dgm:pt>
    <dgm:pt modelId="{6D7E97B8-41A8-402A-ACD8-D6116664AE22}" type="parTrans" cxnId="{19120D15-3091-477D-B7AC-37537A875D6A}">
      <dgm:prSet/>
      <dgm:spPr/>
      <dgm:t>
        <a:bodyPr/>
        <a:lstStyle/>
        <a:p>
          <a:endParaRPr lang="it-IT"/>
        </a:p>
      </dgm:t>
    </dgm:pt>
    <dgm:pt modelId="{E20B6921-B2A8-4698-81B7-B02A97683FA9}" type="sibTrans" cxnId="{19120D15-3091-477D-B7AC-37537A875D6A}">
      <dgm:prSet/>
      <dgm:spPr/>
      <dgm:t>
        <a:bodyPr/>
        <a:lstStyle/>
        <a:p>
          <a:endParaRPr lang="it-IT"/>
        </a:p>
      </dgm:t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-8" custLinFactNeighborY="465"/>
      <dgm:spPr/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4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4"/>
      <dgm:spPr/>
    </dgm:pt>
    <dgm:pt modelId="{820E0940-A629-4F3E-BA84-620FC446B63B}" type="pres">
      <dgm:prSet presAssocID="{2FB198A0-1714-4D5D-8656-E075BCF10151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3000" b="-23000"/>
          </a:stretch>
        </a:blipFill>
      </dgm:spPr>
      <dgm:extLst>
        <a:ext uri="{E40237B7-FDA0-4F09-8148-C483321AD2D9}">
          <dgm14:cNvPr xmlns:dgm14="http://schemas.microsoft.com/office/drawing/2010/diagram" id="0" name="" descr="Nodo corda con riempimento a tinta unita"/>
        </a:ext>
      </dgm:extLst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4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4"/>
      <dgm:spPr/>
    </dgm:pt>
    <dgm:pt modelId="{E6F33BB0-5AF0-4D49-A2DF-B843F0E6783C}" type="pres">
      <dgm:prSet presAssocID="{51C28666-D447-4B0A-9D45-58EAAAF4C45B}" presName="imagNode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23000" b="-23000"/>
          </a:stretch>
        </a:blipFill>
      </dgm:spPr>
      <dgm:extLst>
        <a:ext uri="{E40237B7-FDA0-4F09-8148-C483321AD2D9}">
          <dgm14:cNvPr xmlns:dgm14="http://schemas.microsoft.com/office/drawing/2010/diagram" id="0" name="" descr="Contachilometri in basso contorno"/>
        </a:ext>
      </dgm:extLst>
    </dgm:pt>
    <dgm:pt modelId="{4CAA2775-7F36-415D-841D-A58AA1687C77}" type="pres">
      <dgm:prSet presAssocID="{3994FE86-EFE3-43FE-85C1-A1162D6271C7}" presName="sibTrans" presStyleLbl="sibTrans2D1" presStyleIdx="0" presStyleCnt="0"/>
      <dgm:spPr/>
    </dgm:pt>
    <dgm:pt modelId="{829340DB-A550-4132-86C9-7C44F8539202}" type="pres">
      <dgm:prSet presAssocID="{5CBF31A6-E422-4451-B62E-737400DA8498}" presName="compNode" presStyleCnt="0"/>
      <dgm:spPr/>
    </dgm:pt>
    <dgm:pt modelId="{6A1F988B-DE1B-458A-9EA7-BB35FE57DC74}" type="pres">
      <dgm:prSet presAssocID="{5CBF31A6-E422-4451-B62E-737400DA8498}" presName="node" presStyleLbl="node1" presStyleIdx="2" presStyleCnt="4">
        <dgm:presLayoutVars>
          <dgm:bulletEnabled val="1"/>
        </dgm:presLayoutVars>
      </dgm:prSet>
      <dgm:spPr/>
    </dgm:pt>
    <dgm:pt modelId="{E98E9E03-768B-42F9-90ED-D7D598753E7F}" type="pres">
      <dgm:prSet presAssocID="{5CBF31A6-E422-4451-B62E-737400DA8498}" presName="invisiNode" presStyleLbl="node1" presStyleIdx="2" presStyleCnt="4"/>
      <dgm:spPr/>
    </dgm:pt>
    <dgm:pt modelId="{38AF4963-AAA9-4E30-ABE4-C8382111EE81}" type="pres">
      <dgm:prSet presAssocID="{5CBF31A6-E422-4451-B62E-737400DA8498}" presName="imagNode" presStyleLbl="fgImgPlace1" presStyleIdx="2" presStyleCnt="4"/>
      <dgm:spPr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2335" t="-19161" r="2335" b="-19161"/>
          </a:stretch>
        </a:blipFill>
      </dgm:spPr>
      <dgm:extLst>
        <a:ext uri="{E40237B7-FDA0-4F09-8148-C483321AD2D9}">
          <dgm14:cNvPr xmlns:dgm14="http://schemas.microsoft.com/office/drawing/2010/diagram" id="0" name="" descr="Diagramma di Venn contorno"/>
        </a:ext>
      </dgm:extLst>
    </dgm:pt>
    <dgm:pt modelId="{BFEB1368-E2FF-42D5-A6E7-027ED0A9B185}" type="pres">
      <dgm:prSet presAssocID="{1E6245A8-C582-42F7-B1C4-717977BAED51}" presName="sibTrans" presStyleLbl="sibTrans2D1" presStyleIdx="0" presStyleCnt="0"/>
      <dgm:spPr/>
    </dgm:pt>
    <dgm:pt modelId="{CB0DA1CF-2E8A-4120-85BA-8F37B57B2A51}" type="pres">
      <dgm:prSet presAssocID="{69F305E5-F72E-496A-B695-369648AE165F}" presName="compNode" presStyleCnt="0"/>
      <dgm:spPr/>
    </dgm:pt>
    <dgm:pt modelId="{39E080BF-A278-4C2E-944E-BF966591CAC9}" type="pres">
      <dgm:prSet presAssocID="{69F305E5-F72E-496A-B695-369648AE165F}" presName="node" presStyleLbl="node1" presStyleIdx="3" presStyleCnt="4">
        <dgm:presLayoutVars>
          <dgm:bulletEnabled val="1"/>
        </dgm:presLayoutVars>
      </dgm:prSet>
      <dgm:spPr/>
    </dgm:pt>
    <dgm:pt modelId="{80CE2725-D237-4709-BDC7-6D9DE06CF7E1}" type="pres">
      <dgm:prSet presAssocID="{69F305E5-F72E-496A-B695-369648AE165F}" presName="invisiNode" presStyleLbl="node1" presStyleIdx="3" presStyleCnt="4"/>
      <dgm:spPr/>
    </dgm:pt>
    <dgm:pt modelId="{FFE68A80-8BD7-42B3-8EE4-2EDBA63F756C}" type="pres">
      <dgm:prSet presAssocID="{69F305E5-F72E-496A-B695-369648AE165F}" presName="imagNode" presStyleLbl="fgImgPlace1" presStyleIdx="3" presStyleCnt="4"/>
      <dgm:spPr>
        <a:blipFill dpi="0"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3288" t="-13629" r="3288" b="-13629"/>
          </a:stretch>
        </a:blipFill>
      </dgm:spPr>
      <dgm:extLst>
        <a:ext uri="{E40237B7-FDA0-4F09-8148-C483321AD2D9}">
          <dgm14:cNvPr xmlns:dgm14="http://schemas.microsoft.com/office/drawing/2010/diagram" id="0" name="" descr="Flusso di lavoro contorno"/>
        </a:ext>
      </dgm:extLst>
    </dgm:pt>
  </dgm:ptLst>
  <dgm:cxnLst>
    <dgm:cxn modelId="{061A2F01-A49F-46F2-B49F-E1FAC049D12E}" type="presOf" srcId="{51C28666-D447-4B0A-9D45-58EAAAF4C45B}" destId="{58EDBEB8-0D9B-41C8-BAC2-2E69CD618183}" srcOrd="0" destOrd="0" presId="urn:microsoft.com/office/officeart/2005/8/layout/pList2"/>
    <dgm:cxn modelId="{DE0CAD01-65F3-43C2-A5F8-40D2D4B51070}" type="presOf" srcId="{D27FDA1A-92E1-45CC-80EC-FEB6EDAF8063}" destId="{58EDBEB8-0D9B-41C8-BAC2-2E69CD618183}" srcOrd="0" destOrd="2" presId="urn:microsoft.com/office/officeart/2005/8/layout/pList2"/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397BAC0D-9AF9-443E-8A32-83F3A6A03505}" type="presOf" srcId="{084CA797-F874-493C-A90D-C8120D881B75}" destId="{278E81E2-930D-4299-BB4A-429B1923B8CC}" srcOrd="0" destOrd="5" presId="urn:microsoft.com/office/officeart/2005/8/layout/pList2"/>
    <dgm:cxn modelId="{19120D15-3091-477D-B7AC-37537A875D6A}" srcId="{69F305E5-F72E-496A-B695-369648AE165F}" destId="{D7A3E1A8-F953-4931-89C4-2111F343AF5E}" srcOrd="2" destOrd="0" parTransId="{6D7E97B8-41A8-402A-ACD8-D6116664AE22}" sibTransId="{E20B6921-B2A8-4698-81B7-B02A97683FA9}"/>
    <dgm:cxn modelId="{3E2D4517-423D-4472-B254-43AF282FFF24}" type="presOf" srcId="{5CBF31A6-E422-4451-B62E-737400DA8498}" destId="{6A1F988B-DE1B-458A-9EA7-BB35FE57DC74}" srcOrd="0" destOrd="0" presId="urn:microsoft.com/office/officeart/2005/8/layout/pList2"/>
    <dgm:cxn modelId="{32DBFF1D-AD7B-4A37-82AC-149D66B6F876}" type="presOf" srcId="{1DD11827-D47B-4997-B821-EB0203AD2F2B}" destId="{278E81E2-930D-4299-BB4A-429B1923B8CC}" srcOrd="0" destOrd="2" presId="urn:microsoft.com/office/officeart/2005/8/layout/pList2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CDDF9531-5472-4F21-A54A-7BFB09D1F544}" srcId="{5CBF31A6-E422-4451-B62E-737400DA8498}" destId="{60FF2340-5FB3-490D-A782-4C3761E9BC47}" srcOrd="1" destOrd="0" parTransId="{55579DFD-3431-4AA4-94B1-C1C89F094C11}" sibTransId="{C4D80E53-2208-40C2-9B2F-C1BF32EABC2E}"/>
    <dgm:cxn modelId="{D7A5A235-3D5A-470E-B1F1-92AB1B2F10D9}" type="presOf" srcId="{89307159-CA4D-4F43-BA44-6565A33337C0}" destId="{39E080BF-A278-4C2E-944E-BF966591CAC9}" srcOrd="0" destOrd="2" presId="urn:microsoft.com/office/officeart/2005/8/layout/pList2"/>
    <dgm:cxn modelId="{39644D3C-17A6-4FD0-877E-905556F0C3F0}" type="presOf" srcId="{F75A4402-9271-46B7-AED0-2D3032068868}" destId="{6A1F988B-DE1B-458A-9EA7-BB35FE57DC74}" srcOrd="0" destOrd="1" presId="urn:microsoft.com/office/officeart/2005/8/layout/pList2"/>
    <dgm:cxn modelId="{1CA22C5D-28B1-4ED7-84E5-6B95F8FCAF57}" type="presOf" srcId="{C4510213-4CD4-4865-91F9-9490F01B9AF6}" destId="{D8783325-6210-4DED-9C6E-86BBF7F00C2D}" srcOrd="0" destOrd="0" presId="urn:microsoft.com/office/officeart/2005/8/layout/pList2"/>
    <dgm:cxn modelId="{5CC56945-E65B-4F9A-A8E2-2D8D8C795E75}" type="presOf" srcId="{412076B8-1DDA-41B5-939F-E940FA93326A}" destId="{6A1F988B-DE1B-458A-9EA7-BB35FE57DC74}" srcOrd="0" destOrd="3" presId="urn:microsoft.com/office/officeart/2005/8/layout/pList2"/>
    <dgm:cxn modelId="{130B3A76-3E13-48CD-8DF0-DA35C82D450D}" type="presOf" srcId="{1E6245A8-C582-42F7-B1C4-717977BAED51}" destId="{BFEB1368-E2FF-42D5-A6E7-027ED0A9B185}" srcOrd="0" destOrd="0" presId="urn:microsoft.com/office/officeart/2005/8/layout/pList2"/>
    <dgm:cxn modelId="{1440EA77-F7BB-43DC-90A4-170B59532FB1}" srcId="{69F305E5-F72E-496A-B695-369648AE165F}" destId="{C7011348-2CFD-44F3-AC0C-D9D086B35A25}" srcOrd="0" destOrd="0" parTransId="{92328D12-4706-493E-9490-38DC6F7B6639}" sibTransId="{3E1FCB56-4E52-4BAF-9056-9369D54A15A6}"/>
    <dgm:cxn modelId="{BF19737E-4008-48B4-B410-BE78D8D1B4F4}" type="presOf" srcId="{0DEA05F1-C0DA-42CA-B513-1D07AE7C3B4B}" destId="{278E81E2-930D-4299-BB4A-429B1923B8CC}" srcOrd="0" destOrd="1" presId="urn:microsoft.com/office/officeart/2005/8/layout/pList2"/>
    <dgm:cxn modelId="{5E856F7F-9F16-44C8-8344-BDD5222D54C6}" srcId="{A6D1F62B-6749-4127-BF33-B948C18E53A1}" destId="{5CBF31A6-E422-4451-B62E-737400DA8498}" srcOrd="2" destOrd="0" parTransId="{8CA55899-402A-419A-953C-E4450B950111}" sibTransId="{1E6245A8-C582-42F7-B1C4-717977BAED51}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9CAA5B90-62CE-411F-90FA-85BD5F3C3516}" srcId="{2FB198A0-1714-4D5D-8656-E075BCF10151}" destId="{AF6C438C-1726-4ABE-A18C-DB9907DCF7EC}" srcOrd="2" destOrd="0" parTransId="{21466346-2F48-4343-9DFC-3677C87CC508}" sibTransId="{DBBC8BF0-BB26-4EDE-B98F-9114E69F4CD2}"/>
    <dgm:cxn modelId="{3D4A4794-8DCC-442B-9722-6BC15D70ED4C}" type="presOf" srcId="{53108772-0380-4A20-BA63-BA632A278629}" destId="{58EDBEB8-0D9B-41C8-BAC2-2E69CD618183}" srcOrd="0" destOrd="1" presId="urn:microsoft.com/office/officeart/2005/8/layout/pList2"/>
    <dgm:cxn modelId="{9941BF95-E6C0-4DB5-956C-FEFA2B191E92}" srcId="{2FB198A0-1714-4D5D-8656-E075BCF10151}" destId="{F74C0525-C591-4004-B62A-DA7D2AB1B029}" srcOrd="3" destOrd="0" parTransId="{A7F26802-1412-4ABB-9377-136434F2DCE1}" sibTransId="{2F475B27-80B5-46C3-BA11-D7AFCAAFB4F1}"/>
    <dgm:cxn modelId="{F4746799-FDC0-4641-BCD2-8AF6A8D84071}" srcId="{69F305E5-F72E-496A-B695-369648AE165F}" destId="{89307159-CA4D-4F43-BA44-6565A33337C0}" srcOrd="1" destOrd="0" parTransId="{6B74DE3D-771D-41B6-AD18-1A60CF318FB4}" sibTransId="{19633D06-9C39-4B46-9655-0E9C995AFBEF}"/>
    <dgm:cxn modelId="{C176A59E-F2FC-40E0-8A22-07A5E1B41A00}" srcId="{5CBF31A6-E422-4451-B62E-737400DA8498}" destId="{F75A4402-9271-46B7-AED0-2D3032068868}" srcOrd="0" destOrd="0" parTransId="{3528218E-A868-4FA3-94C8-4CF601B7317A}" sibTransId="{ED4A72D2-A54A-40D1-88E6-4C67004BDE73}"/>
    <dgm:cxn modelId="{AE7F34B0-6848-44D8-B998-7A5B29A5D539}" srcId="{5CBF31A6-E422-4451-B62E-737400DA8498}" destId="{412076B8-1DDA-41B5-939F-E940FA93326A}" srcOrd="2" destOrd="0" parTransId="{626780BA-E73C-457A-98E6-B0DA097890C8}" sibTransId="{FCEF559B-E3D5-4DE5-A1E3-262090AF29E9}"/>
    <dgm:cxn modelId="{F7C931B7-680E-4C1F-BED9-6BB851C3A0D1}" srcId="{A6D1F62B-6749-4127-BF33-B948C18E53A1}" destId="{69F305E5-F72E-496A-B695-369648AE165F}" srcOrd="3" destOrd="0" parTransId="{17225EA7-43C5-4888-8D23-0F6F264200E6}" sibTransId="{C47C920A-CF95-489A-BD08-FFAF01D67A5C}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28EB3FBF-2885-4367-9D65-494221D09C5E}" srcId="{2FB198A0-1714-4D5D-8656-E075BCF10151}" destId="{1DD11827-D47B-4997-B821-EB0203AD2F2B}" srcOrd="1" destOrd="0" parTransId="{8C60E279-DCCD-434F-9122-41C31BE98F30}" sibTransId="{157E78DD-7021-444C-8724-FBACA241AC21}"/>
    <dgm:cxn modelId="{6A829EC6-F1C7-495D-943B-27174E37AFF3}" type="presOf" srcId="{AF6C438C-1726-4ABE-A18C-DB9907DCF7EC}" destId="{278E81E2-930D-4299-BB4A-429B1923B8CC}" srcOrd="0" destOrd="3" presId="urn:microsoft.com/office/officeart/2005/8/layout/pList2"/>
    <dgm:cxn modelId="{71642BC7-5DD6-43DB-9568-C3B4DA73FD9B}" type="presOf" srcId="{2FB198A0-1714-4D5D-8656-E075BCF10151}" destId="{278E81E2-930D-4299-BB4A-429B1923B8CC}" srcOrd="0" destOrd="0" presId="urn:microsoft.com/office/officeart/2005/8/layout/pList2"/>
    <dgm:cxn modelId="{E27DFDC9-1F15-4A64-AC77-5CECC3F83105}" type="presOf" srcId="{69F305E5-F72E-496A-B695-369648AE165F}" destId="{39E080BF-A278-4C2E-944E-BF966591CAC9}" srcOrd="0" destOrd="0" presId="urn:microsoft.com/office/officeart/2005/8/layout/pList2"/>
    <dgm:cxn modelId="{6CF9E6CF-4154-4AA5-921F-E41D8EBE96B2}" type="presOf" srcId="{60FF2340-5FB3-490D-A782-4C3761E9BC47}" destId="{6A1F988B-DE1B-458A-9EA7-BB35FE57DC74}" srcOrd="0" destOrd="2" presId="urn:microsoft.com/office/officeart/2005/8/layout/pList2"/>
    <dgm:cxn modelId="{060F0BD3-F56D-4A83-BE51-C9698762EDC7}" type="presOf" srcId="{C7011348-2CFD-44F3-AC0C-D9D086B35A25}" destId="{39E080BF-A278-4C2E-944E-BF966591CAC9}" srcOrd="0" destOrd="1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7C39ECD7-8602-440D-83FE-98477DA3DB0C}" srcId="{2FB198A0-1714-4D5D-8656-E075BCF10151}" destId="{084CA797-F874-493C-A90D-C8120D881B75}" srcOrd="4" destOrd="0" parTransId="{C0AE0584-A08D-42E3-8CA5-59E5D60B9707}" sibTransId="{B8EC651A-15C8-4928-8371-AF2541AE5168}"/>
    <dgm:cxn modelId="{4A5775D8-8701-46D7-ADD4-6DDDB24AC73B}" type="presOf" srcId="{D7A3E1A8-F953-4931-89C4-2111F343AF5E}" destId="{39E080BF-A278-4C2E-944E-BF966591CAC9}" srcOrd="0" destOrd="3" presId="urn:microsoft.com/office/officeart/2005/8/layout/pList2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B6614DF0-B63F-4AF0-88CD-C9C974C9D3C2}" type="presOf" srcId="{3994FE86-EFE3-43FE-85C1-A1162D6271C7}" destId="{4CAA2775-7F36-415D-841D-A58AA1687C77}" srcOrd="0" destOrd="0" presId="urn:microsoft.com/office/officeart/2005/8/layout/pList2"/>
    <dgm:cxn modelId="{A90670F1-112F-4BD0-A856-9D783C5903A9}" type="presOf" srcId="{F74C0525-C591-4004-B62A-DA7D2AB1B029}" destId="{278E81E2-930D-4299-BB4A-429B1923B8CC}" srcOrd="0" destOrd="4" presId="urn:microsoft.com/office/officeart/2005/8/layout/pList2"/>
    <dgm:cxn modelId="{63AB5D4C-446D-4398-B9C6-115446776AE9}" type="presParOf" srcId="{06DCDF8B-144A-4DDE-8C8C-AB0B5E551470}" destId="{D27675B3-CBC1-4D81-AA80-13CE7334BE69}" srcOrd="0" destOrd="0" presId="urn:microsoft.com/office/officeart/2005/8/layout/pList2"/>
    <dgm:cxn modelId="{E6A685E4-9E8D-434D-864E-46E5BE460076}" type="presParOf" srcId="{06DCDF8B-144A-4DDE-8C8C-AB0B5E551470}" destId="{63588C70-A0B9-44A7-AE9F-B257E34B8B88}" srcOrd="1" destOrd="0" presId="urn:microsoft.com/office/officeart/2005/8/layout/pList2"/>
    <dgm:cxn modelId="{C24614EC-BA58-4145-9266-7E40F2139DD1}" type="presParOf" srcId="{63588C70-A0B9-44A7-AE9F-B257E34B8B88}" destId="{61032929-C9AB-4203-B0C8-B19653CCFD80}" srcOrd="0" destOrd="0" presId="urn:microsoft.com/office/officeart/2005/8/layout/pList2"/>
    <dgm:cxn modelId="{025BCF96-D9B2-4EDC-B2EE-B6EA7A4F3F3C}" type="presParOf" srcId="{61032929-C9AB-4203-B0C8-B19653CCFD80}" destId="{278E81E2-930D-4299-BB4A-429B1923B8CC}" srcOrd="0" destOrd="0" presId="urn:microsoft.com/office/officeart/2005/8/layout/pList2"/>
    <dgm:cxn modelId="{6949C74A-5697-4D36-BFE6-A4DFE2009F8E}" type="presParOf" srcId="{61032929-C9AB-4203-B0C8-B19653CCFD80}" destId="{7966EECC-426C-4BCE-B86F-5739FE724519}" srcOrd="1" destOrd="0" presId="urn:microsoft.com/office/officeart/2005/8/layout/pList2"/>
    <dgm:cxn modelId="{8F09A53A-275B-4543-8E3B-B44EF03C3309}" type="presParOf" srcId="{61032929-C9AB-4203-B0C8-B19653CCFD80}" destId="{820E0940-A629-4F3E-BA84-620FC446B63B}" srcOrd="2" destOrd="0" presId="urn:microsoft.com/office/officeart/2005/8/layout/pList2"/>
    <dgm:cxn modelId="{269628A3-0791-41DA-A3C7-2CDBFA9FA83C}" type="presParOf" srcId="{63588C70-A0B9-44A7-AE9F-B257E34B8B88}" destId="{D8783325-6210-4DED-9C6E-86BBF7F00C2D}" srcOrd="1" destOrd="0" presId="urn:microsoft.com/office/officeart/2005/8/layout/pList2"/>
    <dgm:cxn modelId="{41151C1B-3498-45AC-98FF-0C3CBA982304}" type="presParOf" srcId="{63588C70-A0B9-44A7-AE9F-B257E34B8B88}" destId="{54798144-41ED-4E49-91CB-4D425676BDF3}" srcOrd="2" destOrd="0" presId="urn:microsoft.com/office/officeart/2005/8/layout/pList2"/>
    <dgm:cxn modelId="{D0253005-7086-4E56-9072-E73E003C87AC}" type="presParOf" srcId="{54798144-41ED-4E49-91CB-4D425676BDF3}" destId="{58EDBEB8-0D9B-41C8-BAC2-2E69CD618183}" srcOrd="0" destOrd="0" presId="urn:microsoft.com/office/officeart/2005/8/layout/pList2"/>
    <dgm:cxn modelId="{E8EA7569-76EC-4B63-9AC6-378DBD2E4197}" type="presParOf" srcId="{54798144-41ED-4E49-91CB-4D425676BDF3}" destId="{B97801AF-267A-45C7-B996-9DF3BAA0A629}" srcOrd="1" destOrd="0" presId="urn:microsoft.com/office/officeart/2005/8/layout/pList2"/>
    <dgm:cxn modelId="{51D9554E-77EC-40DD-8E2D-B20C91B7E163}" type="presParOf" srcId="{54798144-41ED-4E49-91CB-4D425676BDF3}" destId="{E6F33BB0-5AF0-4D49-A2DF-B843F0E6783C}" srcOrd="2" destOrd="0" presId="urn:microsoft.com/office/officeart/2005/8/layout/pList2"/>
    <dgm:cxn modelId="{24F09451-88E6-49B6-ACF3-150BD4FD25EC}" type="presParOf" srcId="{63588C70-A0B9-44A7-AE9F-B257E34B8B88}" destId="{4CAA2775-7F36-415D-841D-A58AA1687C77}" srcOrd="3" destOrd="0" presId="urn:microsoft.com/office/officeart/2005/8/layout/pList2"/>
    <dgm:cxn modelId="{AF4C703C-1D0F-47C4-A395-27551246F605}" type="presParOf" srcId="{63588C70-A0B9-44A7-AE9F-B257E34B8B88}" destId="{829340DB-A550-4132-86C9-7C44F8539202}" srcOrd="4" destOrd="0" presId="urn:microsoft.com/office/officeart/2005/8/layout/pList2"/>
    <dgm:cxn modelId="{CF29CFB1-A2F2-4C99-A5D3-A21FD01CEC07}" type="presParOf" srcId="{829340DB-A550-4132-86C9-7C44F8539202}" destId="{6A1F988B-DE1B-458A-9EA7-BB35FE57DC74}" srcOrd="0" destOrd="0" presId="urn:microsoft.com/office/officeart/2005/8/layout/pList2"/>
    <dgm:cxn modelId="{086366A2-AD28-4F31-B76F-CD9FCDBCB389}" type="presParOf" srcId="{829340DB-A550-4132-86C9-7C44F8539202}" destId="{E98E9E03-768B-42F9-90ED-D7D598753E7F}" srcOrd="1" destOrd="0" presId="urn:microsoft.com/office/officeart/2005/8/layout/pList2"/>
    <dgm:cxn modelId="{4CCA064D-3F6E-478B-A5E2-670EB86F7D59}" type="presParOf" srcId="{829340DB-A550-4132-86C9-7C44F8539202}" destId="{38AF4963-AAA9-4E30-ABE4-C8382111EE81}" srcOrd="2" destOrd="0" presId="urn:microsoft.com/office/officeart/2005/8/layout/pList2"/>
    <dgm:cxn modelId="{C3D6830E-ACBF-4B46-A7A6-838B68C09A90}" type="presParOf" srcId="{63588C70-A0B9-44A7-AE9F-B257E34B8B88}" destId="{BFEB1368-E2FF-42D5-A6E7-027ED0A9B185}" srcOrd="5" destOrd="0" presId="urn:microsoft.com/office/officeart/2005/8/layout/pList2"/>
    <dgm:cxn modelId="{005CF707-EA84-4FF3-89E0-A2A73D224A3A}" type="presParOf" srcId="{63588C70-A0B9-44A7-AE9F-B257E34B8B88}" destId="{CB0DA1CF-2E8A-4120-85BA-8F37B57B2A51}" srcOrd="6" destOrd="0" presId="urn:microsoft.com/office/officeart/2005/8/layout/pList2"/>
    <dgm:cxn modelId="{13E704C4-79EF-429D-B6FF-DD914DA8D1F7}" type="presParOf" srcId="{CB0DA1CF-2E8A-4120-85BA-8F37B57B2A51}" destId="{39E080BF-A278-4C2E-944E-BF966591CAC9}" srcOrd="0" destOrd="0" presId="urn:microsoft.com/office/officeart/2005/8/layout/pList2"/>
    <dgm:cxn modelId="{6188C5C7-E00E-4CBA-A68D-EEAA9AC85B21}" type="presParOf" srcId="{CB0DA1CF-2E8A-4120-85BA-8F37B57B2A51}" destId="{80CE2725-D237-4709-BDC7-6D9DE06CF7E1}" srcOrd="1" destOrd="0" presId="urn:microsoft.com/office/officeart/2005/8/layout/pList2"/>
    <dgm:cxn modelId="{1685ED32-8420-49AA-A9B4-571E6BDAF757}" type="presParOf" srcId="{CB0DA1CF-2E8A-4120-85BA-8F37B57B2A51}" destId="{FFE68A80-8BD7-42B3-8EE4-2EDBA63F756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8251"/>
          <a:ext cx="8642350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61650" y="236601"/>
          <a:ext cx="1888150" cy="130130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61650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Join tra tabelle</a:t>
          </a:r>
          <a:endParaRPr lang="it-IT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INNER JOIN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/>
            <a:t>LEFT/RIGHT JOIN</a:t>
          </a:r>
          <a:endParaRPr lang="it-I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FULL OUTER JOIN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CROSS JOIN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/>
            <a:t>SELF JOIN</a:t>
          </a:r>
          <a:endParaRPr lang="it-IT" sz="1400" kern="1200" dirty="0"/>
        </a:p>
      </dsp:txBody>
      <dsp:txXfrm rot="10800000">
        <a:off x="319717" y="1774507"/>
        <a:ext cx="1772016" cy="2110775"/>
      </dsp:txXfrm>
    </dsp:sp>
    <dsp:sp modelId="{E6F33BB0-5AF0-4D49-A2DF-B843F0E6783C}">
      <dsp:nvSpPr>
        <dsp:cNvPr id="0" name=""/>
        <dsp:cNvSpPr/>
      </dsp:nvSpPr>
      <dsp:spPr>
        <a:xfrm>
          <a:off x="2338616" y="236601"/>
          <a:ext cx="1888150" cy="130130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2338616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Performance vs trappole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ON vs WHERE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EXISTS vs JOIN</a:t>
          </a:r>
        </a:p>
      </dsp:txBody>
      <dsp:txXfrm rot="10800000">
        <a:off x="2396683" y="1774507"/>
        <a:ext cx="1772016" cy="2110775"/>
      </dsp:txXfrm>
    </dsp:sp>
    <dsp:sp modelId="{38AF4963-AAA9-4E30-ABE4-C8382111EE81}">
      <dsp:nvSpPr>
        <dsp:cNvPr id="0" name=""/>
        <dsp:cNvSpPr/>
      </dsp:nvSpPr>
      <dsp:spPr>
        <a:xfrm>
          <a:off x="4415582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2335" t="-19161" r="2335" b="-19161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F988B-DE1B-458A-9EA7-BB35FE57DC74}">
      <dsp:nvSpPr>
        <dsp:cNvPr id="0" name=""/>
        <dsp:cNvSpPr/>
      </dsp:nvSpPr>
      <dsp:spPr>
        <a:xfrm rot="10800000">
          <a:off x="4415582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Operazioni insiemistiche</a:t>
          </a:r>
          <a:endParaRPr lang="it-IT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UNION / UNION ALL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INTERSECT / EXCEPT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Uso insiemistica </a:t>
          </a:r>
          <a:r>
            <a:rPr lang="it-IT" sz="1400" kern="1200"/>
            <a:t>nei test</a:t>
          </a:r>
          <a:endParaRPr lang="it-IT" sz="1400" kern="1200" dirty="0"/>
        </a:p>
      </dsp:txBody>
      <dsp:txXfrm rot="10800000">
        <a:off x="4473649" y="1774507"/>
        <a:ext cx="1772016" cy="2110775"/>
      </dsp:txXfrm>
    </dsp:sp>
    <dsp:sp modelId="{FFE68A80-8BD7-42B3-8EE4-2EDBA63F756C}">
      <dsp:nvSpPr>
        <dsp:cNvPr id="0" name=""/>
        <dsp:cNvSpPr/>
      </dsp:nvSpPr>
      <dsp:spPr>
        <a:xfrm>
          <a:off x="6492548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3288" t="-13629" r="3288" b="-13629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080BF-A278-4C2E-944E-BF966591CAC9}">
      <dsp:nvSpPr>
        <dsp:cNvPr id="0" name=""/>
        <dsp:cNvSpPr/>
      </dsp:nvSpPr>
      <dsp:spPr>
        <a:xfrm rot="10800000">
          <a:off x="6492548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JOIN con funzioni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CROSS APPLY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OUTER APPLY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400" kern="1200" dirty="0"/>
            <a:t>TOP n per gruppo</a:t>
          </a:r>
        </a:p>
      </dsp:txBody>
      <dsp:txXfrm rot="10800000">
        <a:off x="6550615" y="1774507"/>
        <a:ext cx="1772016" cy="21107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13/04/2026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13/04/2026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Abbiamo visto come leggere, ma facilmente non ci basta leggere da una tabella soltanto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Nella sezione precedente abbiamo imparato a leggere dati da una singola tabella. Ma i database relazionali esistono proprio perché i dati sono distribuiti su più tabelle. </a:t>
            </a:r>
            <a:br>
              <a:rPr lang="it-IT" dirty="0"/>
            </a:br>
            <a:r>
              <a:rPr lang="it-IT" dirty="0"/>
              <a:t>Ora impariamo a ricomporli.</a:t>
            </a:r>
            <a:br>
              <a:rPr lang="it-IT" dirty="0"/>
            </a:br>
            <a:r>
              <a:rPr lang="it-IT" dirty="0"/>
              <a:t>Ogni tipo di JOIN ha un costo diverso — e la scelta sbagliata può moltiplicare le righe in modo inatteso.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Funzioni avanzate per estrarre dati aggregati e filtrare su di essi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464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restituisce solo le righe che hanno una corrispondenza in entrambe le tabelle. È il tipo di JOIN più comune e più efficiente.</a:t>
            </a:r>
            <a:br>
              <a:rPr lang="it-IT" dirty="0"/>
            </a:br>
            <a:r>
              <a:rPr lang="it-IT" dirty="0"/>
              <a:t>Con INNER JOIN l'</a:t>
            </a:r>
            <a:r>
              <a:rPr lang="it-IT" dirty="0" err="1"/>
              <a:t>optimizer</a:t>
            </a:r>
            <a:r>
              <a:rPr lang="it-IT" dirty="0"/>
              <a:t> ha libertà di riordinare le tabelle. Con OUTER JOIN l'ordine è vincolato.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7283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FA825-1DF9-216C-BB56-3901048A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4B5B1FA-A3FB-C143-111F-8C3EA1C0C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919A6A5-CD77-27FE-3EA0-02FEB1686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ANTI-JOIN PATTERN</a:t>
            </a:r>
          </a:p>
          <a:p>
            <a:r>
              <a:rPr lang="it-IT" dirty="0"/>
              <a:t>Trovare le righe senza corrispondenza</a:t>
            </a:r>
          </a:p>
          <a:p>
            <a:r>
              <a:rPr lang="it-IT" b="1" dirty="0"/>
              <a:t>Punti chiave:</a:t>
            </a:r>
            <a:endParaRPr lang="it-IT" dirty="0"/>
          </a:p>
          <a:p>
            <a:r>
              <a:rPr lang="it-IT" dirty="0"/>
              <a:t>LEFT JOIN + IS NULL = anti-join → righe "orfane"</a:t>
            </a:r>
          </a:p>
          <a:p>
            <a:r>
              <a:rPr lang="it-IT" dirty="0"/>
              <a:t>Più efficiente di NOT IN con </a:t>
            </a:r>
            <a:r>
              <a:rPr lang="it-IT" dirty="0" err="1"/>
              <a:t>subquery</a:t>
            </a:r>
            <a:endParaRPr lang="it-IT" dirty="0"/>
          </a:p>
          <a:p>
            <a:r>
              <a:rPr lang="it-IT" dirty="0"/>
              <a:t>NOT IN con NULL nella </a:t>
            </a:r>
            <a:r>
              <a:rPr lang="it-IT" dirty="0" err="1"/>
              <a:t>subquery</a:t>
            </a:r>
            <a:r>
              <a:rPr lang="it-IT" dirty="0"/>
              <a:t> → restituisce 0 righe!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132A0B-C0D7-79E4-8220-BBE05888B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1403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0FE50-9001-C171-D7E8-2B604ACC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C344E8-619D-FFDE-EB46-C44745FBD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8692195-613E-6053-CC87-C22EE9DB6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restituisce solo le righe che hanno una corrispondenza in entrambe le tabelle. È il tipo di JOIN più comune e più efficiente.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BB205D-56F1-46B3-C60A-7FCDD9E8F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8469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5C33-A8E8-FAEE-8E9C-A22CE371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416774-6EC8-1819-B8D2-1CA516596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0AEAEE9-CF95-C1CD-4977-BA1FBCDE1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r>
              <a:rPr lang="it-IT" dirty="0"/>
              <a:t>Utile per generare tabelle demo con grossi volumi</a:t>
            </a: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A4FDD0-8467-4BF1-D551-965F4FF16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422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Non è un operatore di join ma è un modo per mettere in join con operatori visti sopra una tabella con se stessa</a:t>
            </a:r>
            <a:br>
              <a:rPr lang="it-IT" b="1" dirty="0"/>
            </a:br>
            <a:r>
              <a:rPr lang="it-IT" dirty="0"/>
              <a:t>"Il SELF JOIN non è nulla di magico: è un JOIN normale, la tabella è semplicemente la stessa"</a:t>
            </a:r>
            <a:br>
              <a:rPr lang="it-IT" b="1" dirty="0"/>
            </a:br>
            <a:r>
              <a:rPr lang="it-IT" b="1" dirty="0"/>
              <a:t>Alias necessario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957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Oltre a colonne possiamo leggere risultato di espressioni </a:t>
            </a:r>
            <a:r>
              <a:rPr lang="it-IT" dirty="0" err="1"/>
              <a:t>inline</a:t>
            </a:r>
            <a:r>
              <a:rPr lang="it-IT" dirty="0"/>
              <a:t> e funzioni applicate alle colonne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1897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Concetto chiave: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 un LEFT JOIN, mettere un filtro nella clausola ON o nella clausola WHERE produce risultati completamente diversi. Questo è uno degli errori più comuni.</a:t>
            </a:r>
          </a:p>
          <a:p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Talking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points:</a:t>
            </a:r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Filtro nella ON: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il filtro si applica solo alla tabella di destra; le righe della sinistra vengono preservate tutte</a:t>
            </a:r>
          </a:p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Filtro nella WHERE: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 applica dopo il JOIN, quindi elimina le righe con NULL → il LEFT JOIN diventa di fatto un INNER JOIN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Regola pratica: “Se il filtro è sulla tabella esterna (destra), mettilo nella ON. Se vuoi filtrare il risultato finale, mettilo nella WHERE.”</a:t>
            </a:r>
          </a:p>
          <a:p>
            <a:b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480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ACDB3-59D3-4D9D-FA60-0F4D930D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669C92-263C-C89A-7944-CB1C7BB2D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2DCE34D-E474-6F9B-A71D-61F5D249D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034656-57BC-9AA7-01D9-2151B4C3C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51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6045-4A3F-E297-1663-08634200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FB3F12-5F8D-F2AF-2F0F-7759B01F4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C436315-58CE-EEB8-C01D-C3BDBD841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370F7E3-7A0F-8C07-76E4-7D7B844FE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0958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9BFD0-6CB3-BFD2-A1F6-1EBC4502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3BBC42-818B-8550-3E83-9205E1AF0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53B781-B268-B191-3941-C2E8437B6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Regole:</a:t>
            </a:r>
          </a:p>
          <a:p>
            <a:r>
              <a:rPr lang="it-IT" dirty="0"/>
              <a:t>Le due SELECT devono avere lo stesso numero di colonne e tipi compatibili</a:t>
            </a:r>
          </a:p>
          <a:p>
            <a:r>
              <a:rPr lang="it-IT" b="1" dirty="0"/>
              <a:t>UNION ALL è sempre più veloce</a:t>
            </a:r>
            <a:r>
              <a:rPr lang="it-IT" dirty="0"/>
              <a:t> perché non deve fare il DISTINCT</a:t>
            </a:r>
          </a:p>
          <a:p>
            <a:r>
              <a:rPr lang="it-IT" dirty="0"/>
              <a:t>Regola: usare UNION ALL di default, UNION solo se serve davvero la deduplicazione</a:t>
            </a:r>
          </a:p>
          <a:p>
            <a:r>
              <a:rPr lang="it-IT" dirty="0"/>
              <a:t>L’ORDER BY si può mettere solo alla fine, dopo l’ultimo blocco</a:t>
            </a:r>
          </a:p>
          <a:p>
            <a:b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682348-9D27-92BC-AAA0-037878A43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1464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0EAC-F617-D14C-665F-EBF6A4109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14D2FBA-F57E-E7A5-1319-BAB92B8AD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8EB1365-CB21-2F5A-BA2A-D19242BE4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494DE9-C08F-A9DE-9D57-4B662A1B6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0071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B6A0-8427-C5EE-AE22-2B0ECC6A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36B52B-D351-530D-9AD6-F845B92C6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8582869-6EF6-1C31-D46F-5F5EDB43E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2C9366-6121-EF20-2CAD-280A6F5E9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8750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7975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Slide 17-18: CROSS APPLY / OUTER APPLY</a:t>
            </a:r>
          </a:p>
          <a:p>
            <a:r>
              <a:rPr lang="it-IT" b="1" dirty="0"/>
              <a:t>Concetto chiave:</a:t>
            </a:r>
            <a:r>
              <a:rPr lang="it-IT" dirty="0"/>
              <a:t> APPLY è un operatore specifico di SQL Server che permette di eseguire una </a:t>
            </a:r>
            <a:r>
              <a:rPr lang="it-IT" dirty="0" err="1"/>
              <a:t>subquery</a:t>
            </a:r>
            <a:r>
              <a:rPr lang="it-IT" dirty="0"/>
              <a:t> correlata per ogni riga della tabella esterna. È come un JOIN "per riga".</a:t>
            </a:r>
          </a:p>
          <a:p>
            <a:r>
              <a:rPr lang="it-IT" b="1" dirty="0" err="1"/>
              <a:t>Talking</a:t>
            </a:r>
            <a:r>
              <a:rPr lang="it-IT" b="1" dirty="0"/>
              <a:t> points:</a:t>
            </a:r>
            <a:endParaRPr lang="it-IT" dirty="0"/>
          </a:p>
          <a:p>
            <a:r>
              <a:rPr lang="it-IT" b="1" dirty="0"/>
              <a:t>CROSS APPLY</a:t>
            </a:r>
            <a:r>
              <a:rPr lang="it-IT" dirty="0"/>
              <a:t> = come INNER JOIN: se la </a:t>
            </a:r>
            <a:r>
              <a:rPr lang="it-IT" dirty="0" err="1"/>
              <a:t>subquery</a:t>
            </a:r>
            <a:r>
              <a:rPr lang="it-IT" dirty="0"/>
              <a:t> non restituisce righe, la riga esterna viene </a:t>
            </a:r>
            <a:r>
              <a:rPr lang="it-IT" dirty="0" err="1"/>
              <a:t>esclus</a:t>
            </a:r>
            <a:endParaRPr lang="it-IT" dirty="0"/>
          </a:p>
          <a:p>
            <a:r>
              <a:rPr lang="it-IT" b="1" dirty="0"/>
              <a:t>OUTER APPLY</a:t>
            </a:r>
            <a:r>
              <a:rPr lang="it-IT" dirty="0"/>
              <a:t> = come LEFT JOIN: la riga esterna viene preservata con NULL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244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Riepilogo rapido:</a:t>
            </a:r>
            <a:endParaRPr lang="it-IT" dirty="0"/>
          </a:p>
          <a:p>
            <a:r>
              <a:rPr lang="it-IT" dirty="0"/>
              <a:t>Leggere la checklist punto per punto</a:t>
            </a:r>
          </a:p>
          <a:p>
            <a:r>
              <a:rPr lang="it-IT" dirty="0"/>
              <a:t>Richiamare: "Il JOIN è il mattone fondamentale delle query complesse. La scelta del tipo giusto impatta leggibilità, correttezza e performance."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04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Joins e operazioni insiemistiche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Come collegare e combinare i dati tra tabelle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611157"/>
              </p:ext>
            </p:extLst>
          </p:nvPr>
        </p:nvGraphicFramePr>
        <p:xfrm>
          <a:off x="250825" y="788988"/>
          <a:ext cx="8642350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Join tra tabelle</a:t>
            </a:r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C77C5-FFE7-8703-2B0B-FB0D072A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Inner join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C05E-E236-F8D2-BA82-2AD2FE8DD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en-US" dirty="0" err="1"/>
              <a:t>Restituisce</a:t>
            </a:r>
            <a:r>
              <a:rPr lang="en-US" dirty="0"/>
              <a:t> solo le </a:t>
            </a:r>
            <a:r>
              <a:rPr lang="en-US" dirty="0" err="1"/>
              <a:t>righe</a:t>
            </a:r>
            <a:r>
              <a:rPr lang="en-US" dirty="0"/>
              <a:t> con </a:t>
            </a:r>
            <a:r>
              <a:rPr lang="en-US" dirty="0" err="1"/>
              <a:t>corrispondenza</a:t>
            </a:r>
            <a:r>
              <a:rPr lang="en-US" dirty="0"/>
              <a:t> in </a:t>
            </a:r>
            <a:r>
              <a:rPr lang="en-US" dirty="0" err="1"/>
              <a:t>entrambe</a:t>
            </a:r>
            <a:r>
              <a:rPr lang="en-US" dirty="0"/>
              <a:t> le </a:t>
            </a:r>
            <a:r>
              <a:rPr lang="en-US" dirty="0" err="1"/>
              <a:t>tabelle</a:t>
            </a:r>
            <a:r>
              <a:rPr lang="en-US" dirty="0"/>
              <a:t>.</a:t>
            </a:r>
          </a:p>
          <a:p>
            <a:r>
              <a:rPr lang="en-US" dirty="0"/>
              <a:t>È il </a:t>
            </a:r>
            <a:r>
              <a:rPr lang="en-US" dirty="0" err="1"/>
              <a:t>tipo</a:t>
            </a:r>
            <a:r>
              <a:rPr lang="en-US" dirty="0"/>
              <a:t> di JOIN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comune</a:t>
            </a:r>
            <a:r>
              <a:rPr lang="en-US" dirty="0"/>
              <a:t> e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efficiente</a:t>
            </a:r>
            <a:r>
              <a:rPr lang="en-US" dirty="0"/>
              <a:t>.</a:t>
            </a:r>
          </a:p>
          <a:p>
            <a:r>
              <a:rPr lang="en-US" dirty="0"/>
              <a:t>INNER non è </a:t>
            </a:r>
            <a:r>
              <a:rPr lang="en-US" dirty="0" err="1"/>
              <a:t>obbligatorio</a:t>
            </a:r>
            <a:r>
              <a:rPr lang="en-US" dirty="0"/>
              <a:t> ma fortemente </a:t>
            </a:r>
            <a:r>
              <a:rPr lang="en-US" dirty="0" err="1"/>
              <a:t>consigliato</a:t>
            </a:r>
            <a:r>
              <a:rPr lang="en-US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E55C81-BC84-AF50-93CC-A45C4FFE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8763" y="843558"/>
            <a:ext cx="4050086" cy="388808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5770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BDD98-28C3-C551-5970-9F0945732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A72816-FC9E-7DB6-9355-98D35BC4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LEFT/</a:t>
            </a:r>
            <a:r>
              <a:rPr lang="it-IT" dirty="0" err="1"/>
              <a:t>right</a:t>
            </a:r>
            <a:r>
              <a:rPr lang="it-IT" dirty="0"/>
              <a:t> join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4A80BD-A6F2-BF29-921B-28A1CBD5F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8640960" cy="971759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Preserva tutte le righe della tabella a sinistra</a:t>
            </a:r>
          </a:p>
          <a:p>
            <a:r>
              <a:rPr lang="it-IT" dirty="0"/>
              <a:t>Le colonne della destra diventano NULL dove non c'è match</a:t>
            </a:r>
          </a:p>
          <a:p>
            <a:r>
              <a:rPr lang="it-IT" dirty="0"/>
              <a:t>RIGHT JOIN: equivalente speculare → riscrivere sempre come LEFT JOIN</a:t>
            </a:r>
            <a:endParaRPr lang="en-US" dirty="0" err="1"/>
          </a:p>
        </p:txBody>
      </p:sp>
      <p:pic>
        <p:nvPicPr>
          <p:cNvPr id="2066" name="Picture 18">
            <a:extLst>
              <a:ext uri="{FF2B5EF4-FFF2-40B4-BE49-F238E27FC236}">
                <a16:creationId xmlns:a16="http://schemas.microsoft.com/office/drawing/2014/main" id="{B7B945DB-C180-993D-F2F9-1E4BD343D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028" y="1707655"/>
            <a:ext cx="3276364" cy="313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79A44D08-8883-3A1E-3B3C-F3C00F879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3095"/>
            <a:ext cx="3348372" cy="320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47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E271-207D-1067-3640-C601FFB0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21F8FC-EFE8-784B-806F-9BAE20D4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Full </a:t>
            </a:r>
            <a:r>
              <a:rPr lang="it-IT" dirty="0" err="1"/>
              <a:t>outer</a:t>
            </a:r>
            <a:r>
              <a:rPr lang="it-IT" dirty="0"/>
              <a:t> join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51B7BD-7CE3-685A-B2A2-F46326692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Tutte le righe di entrambe le tabelle</a:t>
            </a:r>
            <a:endParaRPr lang="en-US" dirty="0"/>
          </a:p>
          <a:p>
            <a:r>
              <a:rPr lang="it-IT" dirty="0"/>
              <a:t>Utile per confronti </a:t>
            </a: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B12F577-BDF7-64D5-231E-87B87F96B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7804" y="843558"/>
            <a:ext cx="4192003" cy="388808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22889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A93E-6B3E-C365-63BA-0FB90596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C1CC3D-525E-339D-88F3-99D456A4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Cross join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DE2456-CEC5-043A-2897-F27122211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2447923"/>
          </a:xfrm>
        </p:spPr>
        <p:txBody>
          <a:bodyPr>
            <a:normAutofit/>
          </a:bodyPr>
          <a:lstStyle/>
          <a:p>
            <a:r>
              <a:rPr lang="it-IT" dirty="0"/>
              <a:t>Prodotto cartesiano: N × M righe</a:t>
            </a:r>
          </a:p>
          <a:p>
            <a:r>
              <a:rPr lang="it-IT" dirty="0"/>
              <a:t>Nessuna clausola ON</a:t>
            </a:r>
          </a:p>
          <a:p>
            <a:r>
              <a:rPr lang="it-IT" dirty="0"/>
              <a:t>Utile per generare combinazioni (colori × taglie, calendari)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1211FF-E058-ED98-FEF5-1E04FCE5F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188" y="375997"/>
            <a:ext cx="3987778" cy="388808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8BAA979A-5176-1251-BA57-C4F02BC7FAB7}"/>
              </a:ext>
            </a:extLst>
          </p:cNvPr>
          <p:cNvSpPr/>
          <p:nvPr/>
        </p:nvSpPr>
        <p:spPr bwMode="auto">
          <a:xfrm>
            <a:off x="376305" y="4083918"/>
            <a:ext cx="8391390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	 Su tabelle grandi CROSS JOIN = numero enorme di righe!</a:t>
            </a:r>
          </a:p>
        </p:txBody>
      </p:sp>
      <p:pic>
        <p:nvPicPr>
          <p:cNvPr id="7" name="Elemento grafico 6" descr="Avviso con riempimento a tinta unita">
            <a:extLst>
              <a:ext uri="{FF2B5EF4-FFF2-40B4-BE49-F238E27FC236}">
                <a16:creationId xmlns:a16="http://schemas.microsoft.com/office/drawing/2014/main" id="{CC2C2358-8AC8-8D4E-B790-E265473AF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560" y="4191959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7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62F2DD-6397-2C7E-E9DC-906AFF69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vert="horz" lIns="72000" tIns="0" rIns="72000" bIns="0" rtlCol="0" anchor="ctr">
            <a:normAutofit/>
          </a:bodyPr>
          <a:lstStyle/>
          <a:p>
            <a:r>
              <a:rPr lang="it-IT" b="0" kern="1200" cap="all" spc="-100" baseline="0" dirty="0">
                <a:latin typeface="+mj-lt"/>
                <a:ea typeface="+mj-ea"/>
                <a:cs typeface="Aharoni" panose="02010803020104030203" pitchFamily="2" charset="-79"/>
              </a:rPr>
              <a:t>«Self join»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F77A482B-6EF3-0574-DC15-4DE9897E96E6}"/>
              </a:ext>
            </a:extLst>
          </p:cNvPr>
          <p:cNvSpPr txBox="1">
            <a:spLocks/>
          </p:cNvSpPr>
          <p:nvPr/>
        </p:nvSpPr>
        <p:spPr>
          <a:xfrm>
            <a:off x="251520" y="843907"/>
            <a:ext cx="4244280" cy="388808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sz="2400"/>
              <a:t>JOIN di una tabella con se stessa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sz="2400"/>
              <a:t>Caso classico: gerarchie (dipendente → manager)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sz="2400"/>
              <a:t>Richiede alias diversi per distinguere le due "copie"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EAAEC5D-4597-DE00-48E3-63688DA5F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40076" y="843558"/>
            <a:ext cx="2867460" cy="388808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6933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FE45-902C-3C2E-DDDA-67A16BE5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7FEBA07-A957-9B8F-0369-7659AAFFC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Performance vs trappole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420690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75433-B15C-D036-44E6-95E3E5B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On vs </a:t>
            </a:r>
            <a:r>
              <a:rPr lang="it-IT" dirty="0" err="1"/>
              <a:t>where</a:t>
            </a:r>
            <a:r>
              <a:rPr lang="it-IT" dirty="0"/>
              <a:t> 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5D271C9-DDE0-128B-4098-3E5BD33962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8533643" cy="378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Con un LEFT JOIN, il punto in cui metti il filtro cambia completamente il risultato.</a:t>
            </a:r>
          </a:p>
          <a:p>
            <a:pPr lvl="1"/>
            <a:r>
              <a:rPr lang="it-IT" b="1" dirty="0"/>
              <a:t>Filtro nella ON</a:t>
            </a:r>
            <a:r>
              <a:rPr lang="it-IT" dirty="0"/>
              <a:t> → si applica solo alla tabella destra; la sinistra resta intatta</a:t>
            </a:r>
          </a:p>
          <a:p>
            <a:pPr lvl="1"/>
            <a:r>
              <a:rPr lang="it-IT" b="1" dirty="0"/>
              <a:t>Filtro nella WHERE</a:t>
            </a:r>
            <a:r>
              <a:rPr lang="it-IT" dirty="0"/>
              <a:t> → si applica dopo il JOIN; elimina le righe con NULL → il LEFT diventa INNER</a:t>
            </a:r>
          </a:p>
        </p:txBody>
      </p:sp>
    </p:spTree>
    <p:extLst>
      <p:ext uri="{BB962C8B-B14F-4D97-AF65-F5344CB8AC3E}">
        <p14:creationId xmlns:p14="http://schemas.microsoft.com/office/powerpoint/2010/main" val="1280367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265A9-0B41-060F-08E2-6F0F6E50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AA3059-2981-9079-F59E-007942E4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exists</a:t>
            </a:r>
            <a:r>
              <a:rPr lang="it-IT" dirty="0"/>
              <a:t> vs join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A3AC214-DE02-C907-5D13-8C29E048F8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8533643" cy="3780680"/>
          </a:xfrm>
        </p:spPr>
        <p:txBody>
          <a:bodyPr>
            <a:normAutofit/>
          </a:bodyPr>
          <a:lstStyle/>
          <a:p>
            <a:r>
              <a:rPr lang="it-IT" b="1" dirty="0"/>
              <a:t>EXISTS vs JOIN + DISTINCT:</a:t>
            </a:r>
            <a:r>
              <a:rPr lang="it-IT" dirty="0"/>
              <a:t> EXISTS cortocircuita al primo match → spesso più efficiente per verificare l’esistenza</a:t>
            </a:r>
          </a:p>
          <a:p>
            <a:r>
              <a:rPr lang="it-IT" b="1" dirty="0"/>
              <a:t>Funzioni nella condizione di JOIN</a:t>
            </a:r>
            <a:r>
              <a:rPr lang="it-IT" dirty="0"/>
              <a:t> distruggono la </a:t>
            </a:r>
            <a:r>
              <a:rPr lang="it-IT" dirty="0" err="1"/>
              <a:t>SARGability</a:t>
            </a:r>
            <a:endParaRPr lang="it-IT" dirty="0"/>
          </a:p>
          <a:p>
            <a:r>
              <a:rPr lang="it-IT" dirty="0"/>
              <a:t>L’</a:t>
            </a:r>
            <a:r>
              <a:rPr lang="it-IT" dirty="0" err="1"/>
              <a:t>optimizer</a:t>
            </a:r>
            <a:r>
              <a:rPr lang="it-IT" dirty="0"/>
              <a:t> può riordinare INNER JOIN liberamente, ma rispetta l’ordine degli OUTER JOIN (LEFT/RIGHT)</a:t>
            </a:r>
          </a:p>
          <a:p>
            <a:r>
              <a:rPr lang="it-IT" dirty="0"/>
              <a:t>Su tabelle grandi, verificare sempre il piano di esecuzione dopo aver aggiunto un JOIN</a:t>
            </a:r>
          </a:p>
        </p:txBody>
      </p:sp>
    </p:spTree>
    <p:extLst>
      <p:ext uri="{BB962C8B-B14F-4D97-AF65-F5344CB8AC3E}">
        <p14:creationId xmlns:p14="http://schemas.microsoft.com/office/powerpoint/2010/main" val="1491654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9491-5A99-F26E-D9C8-C42B0EF8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53C11974-E96B-1DA2-E3DB-6AB67B39C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OPERAZIONI INSIEMISTICHE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2290048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1601-9463-4353-605F-1D9FA53A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F1AEE5-4381-44D2-2D8B-D3F4CF10D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union / union </a:t>
            </a:r>
            <a:r>
              <a:rPr lang="it-IT" dirty="0" err="1"/>
              <a:t>all</a:t>
            </a:r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B1E0EE6-5FC4-8414-5571-AB0BA721C2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8533643" cy="13321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b="1" dirty="0"/>
              <a:t>Concetto chiave:</a:t>
            </a:r>
            <a:r>
              <a:rPr lang="it-IT" dirty="0"/>
              <a:t> </a:t>
            </a:r>
          </a:p>
          <a:p>
            <a:pPr marL="0" indent="0">
              <a:buNone/>
            </a:pPr>
            <a:r>
              <a:rPr lang="it-IT" dirty="0"/>
              <a:t>UNION combina i risultati di due query verticalmente. </a:t>
            </a:r>
            <a:br>
              <a:rPr lang="it-IT" dirty="0"/>
            </a:br>
            <a:r>
              <a:rPr lang="it-IT" dirty="0"/>
              <a:t>UNION ALL include i duplicati, UNION li rimuove.</a:t>
            </a:r>
            <a:br>
              <a:rPr lang="it-IT" dirty="0"/>
            </a:br>
            <a:endParaRPr lang="it-IT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55951FC-3C16-0BEB-2659-0268F7673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67" y="1895399"/>
            <a:ext cx="4328833" cy="294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957C0C16-9D9F-05E0-5145-10CBDAC99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032" y="1895399"/>
            <a:ext cx="4182705" cy="281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5FEA7B0-29DC-C1D1-BD1A-9AC5CFA97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971156" y="3339337"/>
            <a:ext cx="3248025" cy="5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27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3DFC-7ED3-CDBB-CA1B-13A7F35D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22E3E7-4B20-3ABA-3E97-F8AF2E9F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EXCEPT / INTERSECT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86572DF-9727-3EED-4494-17561841F7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512" y="820760"/>
            <a:ext cx="8640960" cy="1647842"/>
          </a:xfrm>
        </p:spPr>
        <p:txBody>
          <a:bodyPr>
            <a:normAutofit/>
          </a:bodyPr>
          <a:lstStyle/>
          <a:p>
            <a:r>
              <a:rPr lang="it-IT" sz="2200" dirty="0"/>
              <a:t>L’ordine non conta per INTERSECT</a:t>
            </a:r>
          </a:p>
          <a:p>
            <a:r>
              <a:rPr lang="it-IT" sz="2200" dirty="0"/>
              <a:t>L'ordine conta per EXCEPT: A EXCEPT B ≠ B EXCEPT A</a:t>
            </a:r>
          </a:p>
          <a:p>
            <a:r>
              <a:rPr lang="it-IT" sz="2200" dirty="0"/>
              <a:t>EXCEPT è un'alternativa leggibile a NOT EXISTS per confronti semplici tra set</a:t>
            </a:r>
            <a:endParaRPr lang="it-IT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5BBC2A4-6C33-ACF3-F837-DC4902E52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281" y="2356622"/>
            <a:ext cx="4130207" cy="255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BFBD61D-0FDB-7071-E024-1C84BDE47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310742"/>
            <a:ext cx="4904867" cy="2643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352EDA0A-590B-3F80-60FE-588A7CFF8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971156" y="3339337"/>
            <a:ext cx="3248025" cy="5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61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2FBE0-1B6B-0FA0-06DE-FC23D5CB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B428F3-3E94-FF99-DDD0-DF3C2175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Insiemistica vs test</a:t>
            </a:r>
          </a:p>
        </p:txBody>
      </p:sp>
      <p:pic>
        <p:nvPicPr>
          <p:cNvPr id="2050" name="Picture 2" descr="Quattro semplici mosse per scoprire qual è il proprio superpotere -  Centodieci">
            <a:extLst>
              <a:ext uri="{FF2B5EF4-FFF2-40B4-BE49-F238E27FC236}">
                <a16:creationId xmlns:a16="http://schemas.microsoft.com/office/drawing/2014/main" id="{FBB61052-2F07-FFC8-C8CF-32B0DC8A9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00" y="2572698"/>
            <a:ext cx="4595579" cy="252028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Bolla: nuvola 3">
            <a:extLst>
              <a:ext uri="{FF2B5EF4-FFF2-40B4-BE49-F238E27FC236}">
                <a16:creationId xmlns:a16="http://schemas.microsoft.com/office/drawing/2014/main" id="{FDAF30EB-E98D-8CDA-12B2-6CC4B2266A0D}"/>
              </a:ext>
            </a:extLst>
          </p:cNvPr>
          <p:cNvSpPr/>
          <p:nvPr/>
        </p:nvSpPr>
        <p:spPr bwMode="auto">
          <a:xfrm>
            <a:off x="4760389" y="3160925"/>
            <a:ext cx="3132348" cy="1260140"/>
          </a:xfrm>
          <a:prstGeom prst="cloudCallout">
            <a:avLst>
              <a:gd name="adj1" fmla="val -55358"/>
              <a:gd name="adj2" fmla="val -51229"/>
            </a:avLst>
          </a:prstGeom>
          <a:solidFill>
            <a:schemeClr val="bg1"/>
          </a:solidFill>
          <a:ln w="19050">
            <a:solidFill>
              <a:srgbClr val="A71930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 DI NON REGRESSIONE QUERY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FA29EE-1E12-6ADF-4E61-1A5633537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" y="807554"/>
            <a:ext cx="9028062" cy="190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40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E7247-F8E8-810D-AC8B-132205FD1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5D1FDFC-5439-FBDC-50EA-96A78B49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JOIN CON FUNZIONI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296363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B36347-81B4-DD20-E291-0EE991C3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CROSS/OUTER APPLY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FFCC5BE-7773-EFC2-93D6-8DD915F505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4321175" cy="3384376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APPLY è un operatore specifico di SQL Server che permette di eseguire una </a:t>
            </a:r>
            <a:r>
              <a:rPr lang="it-IT" dirty="0" err="1"/>
              <a:t>subquery</a:t>
            </a:r>
            <a:r>
              <a:rPr lang="it-IT" dirty="0"/>
              <a:t> correlata per ogni riga della tabella esterna. </a:t>
            </a:r>
          </a:p>
          <a:p>
            <a:r>
              <a:rPr lang="it-IT" dirty="0"/>
              <a:t>È come un JOIN "per riga".</a:t>
            </a:r>
          </a:p>
          <a:p>
            <a:r>
              <a:rPr lang="it-IT" dirty="0"/>
              <a:t>CROSS APPLY = INNER JOIN</a:t>
            </a:r>
          </a:p>
          <a:p>
            <a:r>
              <a:rPr lang="it-IT" dirty="0"/>
              <a:t>OUTER APPLY = LEFT JOIN</a:t>
            </a:r>
          </a:p>
          <a:p>
            <a:r>
              <a:rPr lang="it-IT" dirty="0"/>
              <a:t>Caso d'uso classico: </a:t>
            </a:r>
            <a:r>
              <a:rPr lang="it-IT" b="1" dirty="0"/>
              <a:t>top-N per gruppo</a:t>
            </a:r>
            <a:r>
              <a:rPr lang="it-IT" dirty="0"/>
              <a:t> — i 3 ordini più recenti per ogni venditore</a:t>
            </a:r>
          </a:p>
          <a:p>
            <a:r>
              <a:rPr lang="it-IT" dirty="0"/>
              <a:t>Alternativa alle window </a:t>
            </a:r>
            <a:r>
              <a:rPr lang="it-IT" dirty="0" err="1"/>
              <a:t>functions</a:t>
            </a:r>
            <a:r>
              <a:rPr lang="it-IT" dirty="0"/>
              <a:t> con ROW_NUMBER + filtro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A4172352-E1C0-BC78-F0E9-54906259F77F}"/>
              </a:ext>
            </a:extLst>
          </p:cNvPr>
          <p:cNvGrpSpPr/>
          <p:nvPr/>
        </p:nvGrpSpPr>
        <p:grpSpPr>
          <a:xfrm>
            <a:off x="4974504" y="1581640"/>
            <a:ext cx="3924436" cy="1908212"/>
            <a:chOff x="4442722" y="1712144"/>
            <a:chExt cx="4770639" cy="1908212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297F1FE3-233E-B599-36B5-3EDC9B11EE7E}"/>
                </a:ext>
              </a:extLst>
            </p:cNvPr>
            <p:cNvSpPr txBox="1"/>
            <p:nvPr/>
          </p:nvSpPr>
          <p:spPr>
            <a:xfrm>
              <a:off x="4442722" y="1712144"/>
              <a:ext cx="4770639" cy="1908212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/>
            </a:bodyPr>
            <a:lstStyle/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>
                  <a:solidFill>
                    <a:srgbClr val="C00000"/>
                  </a:solidFill>
                </a:rPr>
                <a:t>SELECT</a:t>
              </a:r>
              <a:r>
                <a:rPr lang="it-IT" dirty="0"/>
                <a:t> </a:t>
              </a:r>
              <a:r>
                <a:rPr lang="it-IT" dirty="0" err="1"/>
                <a:t>c.CustomerID</a:t>
              </a:r>
              <a:r>
                <a:rPr lang="it-IT" dirty="0"/>
                <a:t>, </a:t>
              </a:r>
              <a:r>
                <a:rPr lang="it-IT" dirty="0" err="1"/>
                <a:t>c.CompanyName</a:t>
              </a:r>
              <a:r>
                <a:rPr lang="it-IT" dirty="0"/>
                <a:t>, </a:t>
              </a:r>
              <a:r>
                <a:rPr lang="it-IT" dirty="0" err="1"/>
                <a:t>o.OrderID</a:t>
              </a:r>
              <a:r>
                <a:rPr lang="it-IT" dirty="0"/>
                <a:t>, </a:t>
              </a:r>
              <a:r>
                <a:rPr lang="it-IT" dirty="0" err="1"/>
                <a:t>o.OrderDate</a:t>
              </a:r>
              <a:r>
                <a:rPr lang="it-IT" dirty="0"/>
                <a:t> </a:t>
              </a:r>
              <a:br>
                <a:rPr lang="it-IT" dirty="0"/>
              </a:br>
              <a:r>
                <a:rPr lang="it-IT" dirty="0">
                  <a:solidFill>
                    <a:srgbClr val="C00000"/>
                  </a:solidFill>
                </a:rPr>
                <a:t>FROM</a:t>
              </a:r>
              <a:r>
                <a:rPr lang="it-IT" dirty="0"/>
                <a:t> Customers c </a:t>
              </a:r>
              <a:r>
                <a:rPr lang="it-IT" dirty="0">
                  <a:solidFill>
                    <a:srgbClr val="C00000"/>
                  </a:solidFill>
                </a:rPr>
                <a:t>CROSS APPLY </a:t>
              </a:r>
              <a:r>
                <a:rPr lang="it-IT" dirty="0"/>
                <a:t>(    </a:t>
              </a:r>
              <a:r>
                <a:rPr lang="it-IT" dirty="0">
                  <a:solidFill>
                    <a:srgbClr val="C00000"/>
                  </a:solidFill>
                </a:rPr>
                <a:t>SELECT TOP </a:t>
              </a:r>
              <a:r>
                <a:rPr lang="it-IT" dirty="0"/>
                <a:t>3 </a:t>
              </a:r>
              <a:r>
                <a:rPr lang="it-IT" dirty="0" err="1"/>
                <a:t>OrderID</a:t>
              </a:r>
              <a:r>
                <a:rPr lang="it-IT" dirty="0"/>
                <a:t>, </a:t>
              </a:r>
              <a:r>
                <a:rPr lang="it-IT" dirty="0" err="1"/>
                <a:t>OrderDate</a:t>
              </a:r>
              <a:r>
                <a:rPr lang="it-IT" dirty="0"/>
                <a:t> 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>
                  <a:solidFill>
                    <a:srgbClr val="C00000"/>
                  </a:solidFill>
                </a:rPr>
                <a:t>FROM</a:t>
              </a:r>
              <a:r>
                <a:rPr lang="it-IT" dirty="0"/>
                <a:t> </a:t>
              </a:r>
              <a:r>
                <a:rPr lang="it-IT" dirty="0" err="1"/>
                <a:t>Orders</a:t>
              </a:r>
              <a:r>
                <a:rPr lang="it-IT" dirty="0"/>
                <a:t> 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>
                  <a:solidFill>
                    <a:srgbClr val="C00000"/>
                  </a:solidFill>
                </a:rPr>
                <a:t>WHERE</a:t>
              </a:r>
              <a:r>
                <a:rPr lang="it-IT" dirty="0"/>
                <a:t> </a:t>
              </a:r>
              <a:r>
                <a:rPr lang="it-IT" dirty="0" err="1"/>
                <a:t>CustomerID</a:t>
              </a:r>
              <a:r>
                <a:rPr lang="it-IT" dirty="0"/>
                <a:t> = </a:t>
              </a:r>
              <a:r>
                <a:rPr lang="it-IT" dirty="0" err="1"/>
                <a:t>c.CustomerID</a:t>
              </a:r>
              <a:endParaRPr lang="it-IT" dirty="0"/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>
                  <a:solidFill>
                    <a:srgbClr val="C00000"/>
                  </a:solidFill>
                </a:rPr>
                <a:t>ORDER BY </a:t>
              </a:r>
              <a:r>
                <a:rPr lang="it-IT" dirty="0" err="1"/>
                <a:t>OrderDate</a:t>
              </a:r>
              <a:r>
                <a:rPr lang="it-IT" dirty="0"/>
                <a:t> </a:t>
              </a:r>
              <a:r>
                <a:rPr lang="it-IT" dirty="0">
                  <a:solidFill>
                    <a:srgbClr val="C20E1A"/>
                  </a:solidFill>
                </a:rPr>
                <a:t>DESC</a:t>
              </a:r>
              <a:r>
                <a:rPr lang="it-IT" dirty="0"/>
                <a:t> ) o;</a:t>
              </a:r>
              <a:endParaRPr lang="it-IT" dirty="0">
                <a:solidFill>
                  <a:srgbClr val="C00000"/>
                </a:solidFill>
                <a:latin typeface="+mj-lt"/>
              </a:endParaRPr>
            </a:p>
          </p:txBody>
        </p:sp>
        <p:pic>
          <p:nvPicPr>
            <p:cNvPr id="8" name="Elemento grafico 7" descr="Programmatore (maschile) con riempimento a tinta unita">
              <a:extLst>
                <a:ext uri="{FF2B5EF4-FFF2-40B4-BE49-F238E27FC236}">
                  <a16:creationId xmlns:a16="http://schemas.microsoft.com/office/drawing/2014/main" id="{6A349F6E-F4CA-D4BF-3DD7-BD0E4F63B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34477" y="3080296"/>
              <a:ext cx="446347" cy="446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2307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EB3E2-2A3F-351C-4F81-304C9B6C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checklist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B67D8B25-D8A9-3A93-8ADC-C1EC97F25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858650"/>
              </p:ext>
            </p:extLst>
          </p:nvPr>
        </p:nvGraphicFramePr>
        <p:xfrm>
          <a:off x="359532" y="807554"/>
          <a:ext cx="8424936" cy="39071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5778">
                  <a:extLst>
                    <a:ext uri="{9D8B030D-6E8A-4147-A177-3AD203B41FA5}">
                      <a16:colId xmlns:a16="http://schemas.microsoft.com/office/drawing/2014/main" val="775866638"/>
                    </a:ext>
                  </a:extLst>
                </a:gridCol>
                <a:gridCol w="7459158">
                  <a:extLst>
                    <a:ext uri="{9D8B030D-6E8A-4147-A177-3AD203B41FA5}">
                      <a16:colId xmlns:a16="http://schemas.microsoft.com/office/drawing/2014/main" val="2377615157"/>
                    </a:ext>
                  </a:extLst>
                </a:gridCol>
              </a:tblGrid>
              <a:tr h="38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#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Domanda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276714678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1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Dove la relazione esiste SEMPRE INNER JOIN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2693386679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2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CROSS JOIN per generare volumi di dati di test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78474845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3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Nelle LEFT/RIGHT JOIN Filtro ON vs Filtro WHERE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568214551"/>
                  </a:ext>
                </a:extLst>
              </a:tr>
              <a:tr h="39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Trasformazione dati nella ON non aiuta </a:t>
                      </a:r>
                      <a:r>
                        <a:rPr lang="it-IT" sz="1800" dirty="0" err="1"/>
                        <a:t>Sargability</a:t>
                      </a:r>
                      <a:endParaRPr lang="it-IT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2481749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5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Meglio EXISTS di LEFT + DISTINCT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1153661363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6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UNION solo quando le due query possono produrre stessi record, se no UNION ALL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807659556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7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Insiemistica come alleata nei test di non regressione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9506270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8 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APPLY per applicare funzioni o </a:t>
                      </a:r>
                      <a:r>
                        <a:rPr lang="it-IT" sz="1800" dirty="0" err="1"/>
                        <a:t>subquery</a:t>
                      </a:r>
                      <a:r>
                        <a:rPr lang="it-IT" sz="1800" dirty="0"/>
                        <a:t> ad ogni record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48169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539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Prossima lezione</a:t>
            </a:r>
            <a:br>
              <a:rPr lang="it-IT" sz="3800"/>
            </a:br>
            <a:r>
              <a:rPr lang="it-IT" sz="3800"/>
              <a:t>operazioni dml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22784</TotalTime>
  <Words>1179</Words>
  <Application>Microsoft Office PowerPoint</Application>
  <PresentationFormat>Presentazione su schermo (16:9)</PresentationFormat>
  <Paragraphs>148</Paragraphs>
  <Slides>19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3" baseType="lpstr">
      <vt:lpstr>Arial</vt:lpstr>
      <vt:lpstr>Arial Narrow</vt:lpstr>
      <vt:lpstr>Calibri</vt:lpstr>
      <vt:lpstr>Sistemi</vt:lpstr>
      <vt:lpstr>Presentazione standard di PowerPoint</vt:lpstr>
      <vt:lpstr>agenda</vt:lpstr>
      <vt:lpstr>Join tra tabelle</vt:lpstr>
      <vt:lpstr>Inner join</vt:lpstr>
      <vt:lpstr>LEFT/right join</vt:lpstr>
      <vt:lpstr>Full outer join</vt:lpstr>
      <vt:lpstr>Cross join</vt:lpstr>
      <vt:lpstr>«Self join»</vt:lpstr>
      <vt:lpstr>Performance vs trappole</vt:lpstr>
      <vt:lpstr>On vs where </vt:lpstr>
      <vt:lpstr>exists vs join</vt:lpstr>
      <vt:lpstr>OPERAZIONI INSIEMISTICHE</vt:lpstr>
      <vt:lpstr>union / union all</vt:lpstr>
      <vt:lpstr>EXCEPT / INTERSECT</vt:lpstr>
      <vt:lpstr>Insiemistica vs test</vt:lpstr>
      <vt:lpstr>JOIN CON FUNZIONI</vt:lpstr>
      <vt:lpstr>CROSS/OUTER APPLY</vt:lpstr>
      <vt:lpstr>checklist</vt:lpstr>
      <vt:lpstr>Prossima lezione operazioni dml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2026-04-13T15:25:07Z</dcterms:modified>
</cp:coreProperties>
</file>