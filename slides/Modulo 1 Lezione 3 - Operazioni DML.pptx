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2"/>
  </p:notesMasterIdLst>
  <p:handoutMasterIdLst>
    <p:handoutMasterId r:id="rId23"/>
  </p:handoutMasterIdLst>
  <p:sldIdLst>
    <p:sldId id="398" r:id="rId2"/>
    <p:sldId id="418" r:id="rId3"/>
    <p:sldId id="427" r:id="rId4"/>
    <p:sldId id="397" r:id="rId5"/>
    <p:sldId id="406" r:id="rId6"/>
    <p:sldId id="428" r:id="rId7"/>
    <p:sldId id="429" r:id="rId8"/>
    <p:sldId id="430" r:id="rId9"/>
    <p:sldId id="432" r:id="rId10"/>
    <p:sldId id="433" r:id="rId11"/>
    <p:sldId id="434" r:id="rId12"/>
    <p:sldId id="435" r:id="rId13"/>
    <p:sldId id="437" r:id="rId14"/>
    <p:sldId id="436" r:id="rId15"/>
    <p:sldId id="438" r:id="rId16"/>
    <p:sldId id="431" r:id="rId17"/>
    <p:sldId id="439" r:id="rId18"/>
    <p:sldId id="440" r:id="rId19"/>
    <p:sldId id="441" r:id="rId20"/>
    <p:sldId id="417" r:id="rId21"/>
  </p:sldIdLst>
  <p:sldSz cx="9144000" cy="5143500" type="screen16x9"/>
  <p:notesSz cx="6797675" cy="9928225"/>
  <p:custDataLst>
    <p:tags r:id="rId24"/>
  </p:custData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6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51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andi Enrico" initials="EE" lastIdx="3" clrIdx="0"/>
  <p:cmAuthor id="2" name="Eandi Francesco" initials="EF" lastIdx="1" clrIdx="1"/>
  <p:cmAuthor id="3" name="Rosso Valter" initials="RV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B7D6"/>
    <a:srgbClr val="C20E1A"/>
    <a:srgbClr val="E30613"/>
    <a:srgbClr val="FFFFCC"/>
    <a:srgbClr val="8C8C8C"/>
    <a:srgbClr val="AC1A2F"/>
    <a:srgbClr val="D3D3D3"/>
    <a:srgbClr val="33CC33"/>
    <a:srgbClr val="FFCC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2DE63D5-997A-4646-A377-4702673A728D}" styleName="Stile chiaro 2 - Color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Stile medio 3 - Color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Stile medio 4 - Color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Stile con tema 1 - Color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Stile con tema 1 - Color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DA37D80-6434-44D0-A028-1B22A696006F}" styleName="Stile chiaro 3 - Colore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Stile chiaro 2 - Color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91" autoAdjust="0"/>
    <p:restoredTop sz="75182" autoAdjust="0"/>
  </p:normalViewPr>
  <p:slideViewPr>
    <p:cSldViewPr showGuides="1">
      <p:cViewPr varScale="1">
        <p:scale>
          <a:sx n="105" d="100"/>
          <a:sy n="105" d="100"/>
        </p:scale>
        <p:origin x="1962" y="96"/>
      </p:cViewPr>
      <p:guideLst>
        <p:guide orient="horz" pos="686"/>
        <p:guide pos="2880"/>
        <p:guide orient="horz" pos="51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99" d="100"/>
          <a:sy n="99" d="100"/>
        </p:scale>
        <p:origin x="-2580" y="-96"/>
      </p:cViewPr>
      <p:guideLst>
        <p:guide orient="horz" pos="3127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zio Luca" userId="62ead766-6eaf-4057-bb25-25909a8c13e9" providerId="ADAL" clId="{3FA68CEF-BA90-4830-B164-02BEB71A7E1D}"/>
    <pc:docChg chg="undo redo custSel addSld delSld modSld sldOrd modNotesMaster modHandout">
      <pc:chgData name="Murzio Luca" userId="62ead766-6eaf-4057-bb25-25909a8c13e9" providerId="ADAL" clId="{3FA68CEF-BA90-4830-B164-02BEB71A7E1D}" dt="2026-08-05T13:02:30.973" v="14724" actId="20577"/>
      <pc:docMkLst>
        <pc:docMk/>
      </pc:docMkLst>
      <pc:sldChg chg="modSp add mod">
        <pc:chgData name="Murzio Luca" userId="62ead766-6eaf-4057-bb25-25909a8c13e9" providerId="ADAL" clId="{3FA68CEF-BA90-4830-B164-02BEB71A7E1D}" dt="2026-08-05T13:02:30.973" v="14724" actId="20577"/>
        <pc:sldMkLst>
          <pc:docMk/>
          <pc:sldMk cId="3463856726" sldId="417"/>
        </pc:sldMkLst>
        <pc:spChg chg="mod">
          <ac:chgData name="Murzio Luca" userId="62ead766-6eaf-4057-bb25-25909a8c13e9" providerId="ADAL" clId="{3FA68CEF-BA90-4830-B164-02BEB71A7E1D}" dt="2026-08-05T13:02:30.973" v="14724" actId="20577"/>
          <ac:spMkLst>
            <pc:docMk/>
            <pc:sldMk cId="3463856726" sldId="417"/>
            <ac:spMk id="4" creationId="{16FA2CE1-A017-53FC-3E8E-1CCC0708EAA5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D1F62B-6749-4127-BF33-B948C18E53A1}" type="doc">
      <dgm:prSet loTypeId="urn:microsoft.com/office/officeart/2005/8/layout/p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it-IT"/>
        </a:p>
      </dgm:t>
    </dgm:pt>
    <dgm:pt modelId="{2FB198A0-1714-4D5D-8656-E075BCF10151}">
      <dgm:prSet phldrT="[Testo]"/>
      <dgm:spPr>
        <a:ln>
          <a:solidFill>
            <a:srgbClr val="C20E1A"/>
          </a:solidFill>
        </a:ln>
      </dgm:spPr>
      <dgm:t>
        <a:bodyPr/>
        <a:lstStyle/>
        <a:p>
          <a:pPr>
            <a:buNone/>
          </a:pPr>
          <a:r>
            <a:rPr lang="it-IT" b="1" dirty="0"/>
            <a:t>INSERT</a:t>
          </a:r>
          <a:endParaRPr lang="it-IT" dirty="0"/>
        </a:p>
      </dgm:t>
    </dgm:pt>
    <dgm:pt modelId="{61A79EF9-7BEC-42D8-999F-5525070377BE}" type="parTrans" cxnId="{22E17AE5-481C-44B1-BAEC-8A9615112D17}">
      <dgm:prSet/>
      <dgm:spPr/>
      <dgm:t>
        <a:bodyPr/>
        <a:lstStyle/>
        <a:p>
          <a:endParaRPr lang="it-IT"/>
        </a:p>
      </dgm:t>
    </dgm:pt>
    <dgm:pt modelId="{C4510213-4CD4-4865-91F9-9490F01B9AF6}" type="sibTrans" cxnId="{22E17AE5-481C-44B1-BAEC-8A9615112D17}">
      <dgm:prSet/>
      <dgm:spPr/>
      <dgm:t>
        <a:bodyPr/>
        <a:lstStyle/>
        <a:p>
          <a:endParaRPr lang="it-IT"/>
        </a:p>
      </dgm:t>
    </dgm:pt>
    <dgm:pt modelId="{0DEA05F1-C0DA-42CA-B513-1D07AE7C3B4B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Singola riga</a:t>
          </a:r>
        </a:p>
      </dgm:t>
    </dgm:pt>
    <dgm:pt modelId="{61042808-7344-4A32-8299-4EF8AF4747DA}" type="parTrans" cxnId="{F4C146D5-3401-4867-A6DB-77E7BC0DBCC4}">
      <dgm:prSet/>
      <dgm:spPr/>
      <dgm:t>
        <a:bodyPr/>
        <a:lstStyle/>
        <a:p>
          <a:endParaRPr lang="it-IT"/>
        </a:p>
      </dgm:t>
    </dgm:pt>
    <dgm:pt modelId="{5B49E091-3E50-40C8-AF98-D2DBF1FF1F39}" type="sibTrans" cxnId="{F4C146D5-3401-4867-A6DB-77E7BC0DBCC4}">
      <dgm:prSet/>
      <dgm:spPr/>
      <dgm:t>
        <a:bodyPr/>
        <a:lstStyle/>
        <a:p>
          <a:endParaRPr lang="it-IT"/>
        </a:p>
      </dgm:t>
    </dgm:pt>
    <dgm:pt modelId="{AF6C438C-1726-4ABE-A18C-DB9907DCF7EC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Identity e SCOPE_IDENTITY	</a:t>
          </a:r>
        </a:p>
      </dgm:t>
    </dgm:pt>
    <dgm:pt modelId="{21466346-2F48-4343-9DFC-3677C87CC508}" type="parTrans" cxnId="{9CAA5B90-62CE-411F-90FA-85BD5F3C3516}">
      <dgm:prSet/>
      <dgm:spPr/>
      <dgm:t>
        <a:bodyPr/>
        <a:lstStyle/>
        <a:p>
          <a:endParaRPr lang="it-IT"/>
        </a:p>
      </dgm:t>
    </dgm:pt>
    <dgm:pt modelId="{DBBC8BF0-BB26-4EDE-B98F-9114E69F4CD2}" type="sibTrans" cxnId="{9CAA5B90-62CE-411F-90FA-85BD5F3C3516}">
      <dgm:prSet/>
      <dgm:spPr/>
      <dgm:t>
        <a:bodyPr/>
        <a:lstStyle/>
        <a:p>
          <a:endParaRPr lang="it-IT"/>
        </a:p>
      </dgm:t>
    </dgm:pt>
    <dgm:pt modelId="{51C28666-D447-4B0A-9D45-58EAAAF4C45B}">
      <dgm:prSet/>
      <dgm:spPr>
        <a:noFill/>
        <a:ln>
          <a:solidFill>
            <a:srgbClr val="C20E1A"/>
          </a:solidFill>
        </a:ln>
      </dgm:spPr>
      <dgm:t>
        <a:bodyPr/>
        <a:lstStyle/>
        <a:p>
          <a:pPr>
            <a:buNone/>
          </a:pPr>
          <a:r>
            <a:rPr lang="it-IT" b="1" dirty="0"/>
            <a:t>UPDATE</a:t>
          </a:r>
        </a:p>
      </dgm:t>
    </dgm:pt>
    <dgm:pt modelId="{4603A966-9B49-4831-8263-104779E5CE66}" type="parTrans" cxnId="{FCFA18B9-FA7D-411B-A9B7-70C9B8E67110}">
      <dgm:prSet/>
      <dgm:spPr/>
      <dgm:t>
        <a:bodyPr/>
        <a:lstStyle/>
        <a:p>
          <a:endParaRPr lang="it-IT"/>
        </a:p>
      </dgm:t>
    </dgm:pt>
    <dgm:pt modelId="{3994FE86-EFE3-43FE-85C1-A1162D6271C7}" type="sibTrans" cxnId="{FCFA18B9-FA7D-411B-A9B7-70C9B8E67110}">
      <dgm:prSet/>
      <dgm:spPr/>
      <dgm:t>
        <a:bodyPr/>
        <a:lstStyle/>
        <a:p>
          <a:endParaRPr lang="it-IT"/>
        </a:p>
      </dgm:t>
    </dgm:pt>
    <dgm:pt modelId="{53108772-0380-4A20-BA63-BA632A278629}">
      <dgm:prSet/>
      <dgm:spPr>
        <a:noFill/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Sintassi base</a:t>
          </a:r>
        </a:p>
      </dgm:t>
    </dgm:pt>
    <dgm:pt modelId="{EA984A75-1A4C-4479-88BE-94DB790DD3DB}" type="parTrans" cxnId="{194F612F-7D47-4E05-807E-D3370B1BBAC4}">
      <dgm:prSet/>
      <dgm:spPr/>
      <dgm:t>
        <a:bodyPr/>
        <a:lstStyle/>
        <a:p>
          <a:endParaRPr lang="it-IT"/>
        </a:p>
      </dgm:t>
    </dgm:pt>
    <dgm:pt modelId="{B3C3CB41-C4A7-4FC1-A945-78D49F483F33}" type="sibTrans" cxnId="{194F612F-7D47-4E05-807E-D3370B1BBAC4}">
      <dgm:prSet/>
      <dgm:spPr/>
      <dgm:t>
        <a:bodyPr/>
        <a:lstStyle/>
        <a:p>
          <a:endParaRPr lang="it-IT"/>
        </a:p>
      </dgm:t>
    </dgm:pt>
    <dgm:pt modelId="{D27FDA1A-92E1-45CC-80EC-FEB6EDAF8063}">
      <dgm:prSet/>
      <dgm:spPr>
        <a:noFill/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UPDATE con FROM/JOIN</a:t>
          </a:r>
        </a:p>
      </dgm:t>
    </dgm:pt>
    <dgm:pt modelId="{FF16E574-AE17-4ECF-AA07-789695DB4AA0}" type="parTrans" cxnId="{D590EC09-0DAC-4CCD-B16D-4AC385B2CA51}">
      <dgm:prSet/>
      <dgm:spPr/>
      <dgm:t>
        <a:bodyPr/>
        <a:lstStyle/>
        <a:p>
          <a:endParaRPr lang="it-IT"/>
        </a:p>
      </dgm:t>
    </dgm:pt>
    <dgm:pt modelId="{EA72DAD2-E33C-4B5F-AB5F-6DAC7129A25A}" type="sibTrans" cxnId="{D590EC09-0DAC-4CCD-B16D-4AC385B2CA51}">
      <dgm:prSet/>
      <dgm:spPr/>
      <dgm:t>
        <a:bodyPr/>
        <a:lstStyle/>
        <a:p>
          <a:endParaRPr lang="it-IT"/>
        </a:p>
      </dgm:t>
    </dgm:pt>
    <dgm:pt modelId="{5CBF31A6-E422-4451-B62E-737400DA8498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None/>
          </a:pPr>
          <a:r>
            <a:rPr lang="it-IT" b="1" dirty="0"/>
            <a:t>DELETE vs TRUNCATE</a:t>
          </a:r>
          <a:endParaRPr lang="it-IT" dirty="0"/>
        </a:p>
      </dgm:t>
    </dgm:pt>
    <dgm:pt modelId="{8CA55899-402A-419A-953C-E4450B950111}" type="parTrans" cxnId="{5E856F7F-9F16-44C8-8344-BDD5222D54C6}">
      <dgm:prSet/>
      <dgm:spPr/>
      <dgm:t>
        <a:bodyPr/>
        <a:lstStyle/>
        <a:p>
          <a:endParaRPr lang="it-IT"/>
        </a:p>
      </dgm:t>
    </dgm:pt>
    <dgm:pt modelId="{1E6245A8-C582-42F7-B1C4-717977BAED51}" type="sibTrans" cxnId="{5E856F7F-9F16-44C8-8344-BDD5222D54C6}">
      <dgm:prSet/>
      <dgm:spPr/>
      <dgm:t>
        <a:bodyPr/>
        <a:lstStyle/>
        <a:p>
          <a:endParaRPr lang="it-IT"/>
        </a:p>
      </dgm:t>
    </dgm:pt>
    <dgm:pt modelId="{F75A4402-9271-46B7-AED0-2D3032068868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Differenza chiave</a:t>
          </a:r>
        </a:p>
      </dgm:t>
    </dgm:pt>
    <dgm:pt modelId="{3528218E-A868-4FA3-94C8-4CF601B7317A}" type="parTrans" cxnId="{C176A59E-F2FC-40E0-8A22-07A5E1B41A00}">
      <dgm:prSet/>
      <dgm:spPr/>
      <dgm:t>
        <a:bodyPr/>
        <a:lstStyle/>
        <a:p>
          <a:endParaRPr lang="it-IT"/>
        </a:p>
      </dgm:t>
    </dgm:pt>
    <dgm:pt modelId="{ED4A72D2-A54A-40D1-88E6-4C67004BDE73}" type="sibTrans" cxnId="{C176A59E-F2FC-40E0-8A22-07A5E1B41A00}">
      <dgm:prSet/>
      <dgm:spPr/>
      <dgm:t>
        <a:bodyPr/>
        <a:lstStyle/>
        <a:p>
          <a:endParaRPr lang="it-IT"/>
        </a:p>
      </dgm:t>
    </dgm:pt>
    <dgm:pt modelId="{60FF2340-5FB3-490D-A782-4C3761E9BC47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Quando usare TRUNCATE</a:t>
          </a:r>
        </a:p>
      </dgm:t>
    </dgm:pt>
    <dgm:pt modelId="{55579DFD-3431-4AA4-94B1-C1C89F094C11}" type="parTrans" cxnId="{CDDF9531-5472-4F21-A54A-7BFB09D1F544}">
      <dgm:prSet/>
      <dgm:spPr/>
      <dgm:t>
        <a:bodyPr/>
        <a:lstStyle/>
        <a:p>
          <a:endParaRPr lang="it-IT"/>
        </a:p>
      </dgm:t>
    </dgm:pt>
    <dgm:pt modelId="{C4D80E53-2208-40C2-9B2F-C1BF32EABC2E}" type="sibTrans" cxnId="{CDDF9531-5472-4F21-A54A-7BFB09D1F544}">
      <dgm:prSet/>
      <dgm:spPr/>
      <dgm:t>
        <a:bodyPr/>
        <a:lstStyle/>
        <a:p>
          <a:endParaRPr lang="it-IT"/>
        </a:p>
      </dgm:t>
    </dgm:pt>
    <dgm:pt modelId="{69F305E5-F72E-496A-B695-369648AE165F}">
      <dgm:prSet/>
      <dgm:spPr>
        <a:ln>
          <a:solidFill>
            <a:srgbClr val="C20E1A"/>
          </a:solidFill>
        </a:ln>
      </dgm:spPr>
      <dgm:t>
        <a:bodyPr anchor="t" anchorCtr="0"/>
        <a:lstStyle/>
        <a:p>
          <a:pPr>
            <a:buNone/>
          </a:pPr>
          <a:r>
            <a:rPr lang="it-IT" b="1" dirty="0"/>
            <a:t>Best practices e checklist</a:t>
          </a:r>
        </a:p>
      </dgm:t>
    </dgm:pt>
    <dgm:pt modelId="{17225EA7-43C5-4888-8D23-0F6F264200E6}" type="parTrans" cxnId="{F7C931B7-680E-4C1F-BED9-6BB851C3A0D1}">
      <dgm:prSet/>
      <dgm:spPr/>
      <dgm:t>
        <a:bodyPr/>
        <a:lstStyle/>
        <a:p>
          <a:endParaRPr lang="it-IT"/>
        </a:p>
      </dgm:t>
    </dgm:pt>
    <dgm:pt modelId="{C47C920A-CF95-489A-BD08-FFAF01D67A5C}" type="sibTrans" cxnId="{F7C931B7-680E-4C1F-BED9-6BB851C3A0D1}">
      <dgm:prSet/>
      <dgm:spPr/>
      <dgm:t>
        <a:bodyPr/>
        <a:lstStyle/>
        <a:p>
          <a:endParaRPr lang="it-IT"/>
        </a:p>
      </dgm:t>
    </dgm:pt>
    <dgm:pt modelId="{C7011348-2CFD-44F3-AC0C-D9D086B35A25}">
      <dgm:prSet/>
      <dgm:spPr>
        <a:ln>
          <a:solidFill>
            <a:srgbClr val="C20E1A"/>
          </a:solidFill>
        </a:ln>
      </dgm:spPr>
      <dgm:t>
        <a:bodyPr anchor="t" anchorCtr="0"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DML in batch</a:t>
          </a:r>
        </a:p>
      </dgm:t>
    </dgm:pt>
    <dgm:pt modelId="{92328D12-4706-493E-9490-38DC6F7B6639}" type="parTrans" cxnId="{1440EA77-F7BB-43DC-90A4-170B59532FB1}">
      <dgm:prSet/>
      <dgm:spPr/>
      <dgm:t>
        <a:bodyPr/>
        <a:lstStyle/>
        <a:p>
          <a:endParaRPr lang="it-IT"/>
        </a:p>
      </dgm:t>
    </dgm:pt>
    <dgm:pt modelId="{3E1FCB56-4E52-4BAF-9056-9369D54A15A6}" type="sibTrans" cxnId="{1440EA77-F7BB-43DC-90A4-170B59532FB1}">
      <dgm:prSet/>
      <dgm:spPr/>
      <dgm:t>
        <a:bodyPr/>
        <a:lstStyle/>
        <a:p>
          <a:endParaRPr lang="it-IT"/>
        </a:p>
      </dgm:t>
    </dgm:pt>
    <dgm:pt modelId="{D7A3E1A8-F953-4931-89C4-2111F343AF5E}">
      <dgm:prSet/>
      <dgm:spPr>
        <a:ln>
          <a:solidFill>
            <a:srgbClr val="C20E1A"/>
          </a:solidFill>
        </a:ln>
      </dgm:spPr>
      <dgm:t>
        <a:bodyPr anchor="t" anchorCtr="0"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Checklist</a:t>
          </a:r>
        </a:p>
      </dgm:t>
    </dgm:pt>
    <dgm:pt modelId="{6D7E97B8-41A8-402A-ACD8-D6116664AE22}" type="parTrans" cxnId="{19120D15-3091-477D-B7AC-37537A875D6A}">
      <dgm:prSet/>
      <dgm:spPr/>
      <dgm:t>
        <a:bodyPr/>
        <a:lstStyle/>
        <a:p>
          <a:endParaRPr lang="it-IT"/>
        </a:p>
      </dgm:t>
    </dgm:pt>
    <dgm:pt modelId="{E20B6921-B2A8-4698-81B7-B02A97683FA9}" type="sibTrans" cxnId="{19120D15-3091-477D-B7AC-37537A875D6A}">
      <dgm:prSet/>
      <dgm:spPr/>
      <dgm:t>
        <a:bodyPr/>
        <a:lstStyle/>
        <a:p>
          <a:endParaRPr lang="it-IT"/>
        </a:p>
      </dgm:t>
    </dgm:pt>
    <dgm:pt modelId="{E49123BD-DF8A-4B7B-9F90-5B3F1D136F65}">
      <dgm:prSet/>
      <dgm:spPr>
        <a:ln>
          <a:solidFill>
            <a:srgbClr val="C20E1A"/>
          </a:solidFill>
        </a:ln>
      </dgm:spPr>
      <dgm:t>
        <a:bodyPr anchor="t" anchorCtr="0"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Transazione implicita vs esplicita</a:t>
          </a:r>
        </a:p>
      </dgm:t>
    </dgm:pt>
    <dgm:pt modelId="{11FCB22C-F07C-48EB-932C-DF34636A3595}" type="parTrans" cxnId="{422F9CA9-E216-4D0F-90D2-DB692370834A}">
      <dgm:prSet/>
      <dgm:spPr/>
      <dgm:t>
        <a:bodyPr/>
        <a:lstStyle/>
        <a:p>
          <a:endParaRPr lang="it-IT"/>
        </a:p>
      </dgm:t>
    </dgm:pt>
    <dgm:pt modelId="{44F0EB97-2E2F-4CF1-AD44-DBC90862996E}" type="sibTrans" cxnId="{422F9CA9-E216-4D0F-90D2-DB692370834A}">
      <dgm:prSet/>
      <dgm:spPr/>
      <dgm:t>
        <a:bodyPr/>
        <a:lstStyle/>
        <a:p>
          <a:endParaRPr lang="it-IT"/>
        </a:p>
      </dgm:t>
    </dgm:pt>
    <dgm:pt modelId="{20B390C2-490B-4374-AC0C-DCB6FCCB4C6D}">
      <dgm:prSet/>
      <dgm:spPr>
        <a:ln>
          <a:solidFill>
            <a:srgbClr val="C20E1A"/>
          </a:solidFill>
        </a:ln>
      </dgm:spPr>
      <dgm:t>
        <a:bodyPr anchor="t" anchorCtr="0"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Clausola OUTPUT</a:t>
          </a:r>
        </a:p>
      </dgm:t>
    </dgm:pt>
    <dgm:pt modelId="{ED83907D-23F9-4E71-A0C3-CEF8B4E82E7E}" type="parTrans" cxnId="{A9433A44-840C-412F-96A6-2549AE695925}">
      <dgm:prSet/>
      <dgm:spPr/>
      <dgm:t>
        <a:bodyPr/>
        <a:lstStyle/>
        <a:p>
          <a:endParaRPr lang="it-IT"/>
        </a:p>
      </dgm:t>
    </dgm:pt>
    <dgm:pt modelId="{4EBBAAB2-87F8-4D5C-A4FB-0669D5FA6B95}" type="sibTrans" cxnId="{A9433A44-840C-412F-96A6-2549AE695925}">
      <dgm:prSet/>
      <dgm:spPr/>
      <dgm:t>
        <a:bodyPr/>
        <a:lstStyle/>
        <a:p>
          <a:endParaRPr lang="it-IT"/>
        </a:p>
      </dgm:t>
    </dgm:pt>
    <dgm:pt modelId="{09E26C8B-0CFD-4919-BB47-34A0DD8EBA27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Multi-riga</a:t>
          </a:r>
        </a:p>
      </dgm:t>
    </dgm:pt>
    <dgm:pt modelId="{8FF425D6-DDFD-4EA6-990E-3F80A32FEA3E}" type="parTrans" cxnId="{209C5B44-7091-44BB-B673-A8F06F83EF55}">
      <dgm:prSet/>
      <dgm:spPr/>
      <dgm:t>
        <a:bodyPr/>
        <a:lstStyle/>
        <a:p>
          <a:endParaRPr lang="it-IT"/>
        </a:p>
      </dgm:t>
    </dgm:pt>
    <dgm:pt modelId="{5323CFDD-FD29-4255-82A5-097BFEA286F1}" type="sibTrans" cxnId="{209C5B44-7091-44BB-B673-A8F06F83EF55}">
      <dgm:prSet/>
      <dgm:spPr/>
      <dgm:t>
        <a:bodyPr/>
        <a:lstStyle/>
        <a:p>
          <a:endParaRPr lang="it-IT"/>
        </a:p>
      </dgm:t>
    </dgm:pt>
    <dgm:pt modelId="{BD7D7BF1-5DD0-4F6F-9136-7B2CC9173C3F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Bulk </a:t>
          </a:r>
          <a:r>
            <a:rPr lang="it-IT" dirty="0" err="1"/>
            <a:t>insert</a:t>
          </a:r>
          <a:endParaRPr lang="it-IT" dirty="0"/>
        </a:p>
      </dgm:t>
    </dgm:pt>
    <dgm:pt modelId="{DA041BB3-D07C-49CE-9C10-0D593610BB38}" type="parTrans" cxnId="{E21B663B-8CEA-4D6D-85F6-7833A24C1003}">
      <dgm:prSet/>
      <dgm:spPr/>
      <dgm:t>
        <a:bodyPr/>
        <a:lstStyle/>
        <a:p>
          <a:endParaRPr lang="it-IT"/>
        </a:p>
      </dgm:t>
    </dgm:pt>
    <dgm:pt modelId="{FC8AC95D-B90B-4D5A-9695-261945603E14}" type="sibTrans" cxnId="{E21B663B-8CEA-4D6D-85F6-7833A24C1003}">
      <dgm:prSet/>
      <dgm:spPr/>
      <dgm:t>
        <a:bodyPr/>
        <a:lstStyle/>
        <a:p>
          <a:endParaRPr lang="it-IT"/>
        </a:p>
      </dgm:t>
    </dgm:pt>
    <dgm:pt modelId="{06DCDF8B-144A-4DDE-8C8C-AB0B5E551470}" type="pres">
      <dgm:prSet presAssocID="{A6D1F62B-6749-4127-BF33-B948C18E53A1}" presName="Name0" presStyleCnt="0">
        <dgm:presLayoutVars>
          <dgm:dir/>
          <dgm:resizeHandles val="exact"/>
        </dgm:presLayoutVars>
      </dgm:prSet>
      <dgm:spPr/>
    </dgm:pt>
    <dgm:pt modelId="{D27675B3-CBC1-4D81-AA80-13CE7334BE69}" type="pres">
      <dgm:prSet presAssocID="{A6D1F62B-6749-4127-BF33-B948C18E53A1}" presName="bkgdShp" presStyleLbl="alignAccFollowNode1" presStyleIdx="0" presStyleCnt="1" custLinFactNeighborX="-8" custLinFactNeighborY="465"/>
      <dgm:spPr>
        <a:ln>
          <a:solidFill>
            <a:srgbClr val="C20E1A">
              <a:alpha val="90000"/>
            </a:srgbClr>
          </a:solidFill>
        </a:ln>
      </dgm:spPr>
    </dgm:pt>
    <dgm:pt modelId="{63588C70-A0B9-44A7-AE9F-B257E34B8B88}" type="pres">
      <dgm:prSet presAssocID="{A6D1F62B-6749-4127-BF33-B948C18E53A1}" presName="linComp" presStyleCnt="0"/>
      <dgm:spPr/>
    </dgm:pt>
    <dgm:pt modelId="{61032929-C9AB-4203-B0C8-B19653CCFD80}" type="pres">
      <dgm:prSet presAssocID="{2FB198A0-1714-4D5D-8656-E075BCF10151}" presName="compNode" presStyleCnt="0"/>
      <dgm:spPr/>
    </dgm:pt>
    <dgm:pt modelId="{278E81E2-930D-4299-BB4A-429B1923B8CC}" type="pres">
      <dgm:prSet presAssocID="{2FB198A0-1714-4D5D-8656-E075BCF10151}" presName="node" presStyleLbl="node1" presStyleIdx="0" presStyleCnt="4">
        <dgm:presLayoutVars>
          <dgm:bulletEnabled val="1"/>
        </dgm:presLayoutVars>
      </dgm:prSet>
      <dgm:spPr/>
    </dgm:pt>
    <dgm:pt modelId="{7966EECC-426C-4BCE-B86F-5739FE724519}" type="pres">
      <dgm:prSet presAssocID="{2FB198A0-1714-4D5D-8656-E075BCF10151}" presName="invisiNode" presStyleLbl="node1" presStyleIdx="0" presStyleCnt="4"/>
      <dgm:spPr/>
    </dgm:pt>
    <dgm:pt modelId="{820E0940-A629-4F3E-BA84-620FC446B63B}" type="pres">
      <dgm:prSet presAssocID="{2FB198A0-1714-4D5D-8656-E075BCF10151}" presName="imagNode" presStyleLbl="fgImgPlace1" presStyleIdx="0" presStyleCnt="4"/>
      <dgm:spPr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l="15540" r="15540"/>
          </a:stretch>
        </a:blipFill>
        <a:ln>
          <a:solidFill>
            <a:srgbClr val="C20E1A"/>
          </a:solidFill>
        </a:ln>
      </dgm:spPr>
      <dgm:extLst>
        <a:ext uri="{E40237B7-FDA0-4F09-8148-C483321AD2D9}">
          <dgm14:cNvPr xmlns:dgm14="http://schemas.microsoft.com/office/drawing/2010/diagram" id="0" name="" descr="Badge Segui con riempimento a tinta unita"/>
        </a:ext>
      </dgm:extLst>
    </dgm:pt>
    <dgm:pt modelId="{D8783325-6210-4DED-9C6E-86BBF7F00C2D}" type="pres">
      <dgm:prSet presAssocID="{C4510213-4CD4-4865-91F9-9490F01B9AF6}" presName="sibTrans" presStyleLbl="sibTrans2D1" presStyleIdx="0" presStyleCnt="0"/>
      <dgm:spPr/>
    </dgm:pt>
    <dgm:pt modelId="{54798144-41ED-4E49-91CB-4D425676BDF3}" type="pres">
      <dgm:prSet presAssocID="{51C28666-D447-4B0A-9D45-58EAAAF4C45B}" presName="compNode" presStyleCnt="0"/>
      <dgm:spPr/>
    </dgm:pt>
    <dgm:pt modelId="{58EDBEB8-0D9B-41C8-BAC2-2E69CD618183}" type="pres">
      <dgm:prSet presAssocID="{51C28666-D447-4B0A-9D45-58EAAAF4C45B}" presName="node" presStyleLbl="node1" presStyleIdx="1" presStyleCnt="4">
        <dgm:presLayoutVars>
          <dgm:bulletEnabled val="1"/>
        </dgm:presLayoutVars>
      </dgm:prSet>
      <dgm:spPr/>
    </dgm:pt>
    <dgm:pt modelId="{B97801AF-267A-45C7-B996-9DF3BAA0A629}" type="pres">
      <dgm:prSet presAssocID="{51C28666-D447-4B0A-9D45-58EAAAF4C45B}" presName="invisiNode" presStyleLbl="node1" presStyleIdx="1" presStyleCnt="4"/>
      <dgm:spPr/>
    </dgm:pt>
    <dgm:pt modelId="{E6F33BB0-5AF0-4D49-A2DF-B843F0E6783C}" type="pres">
      <dgm:prSet presAssocID="{51C28666-D447-4B0A-9D45-58EAAAF4C45B}" presName="imagNode" presStyleLbl="fgImgPlace1" presStyleIdx="1" presStyleCnt="4"/>
      <dgm:spPr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15540" r="15540"/>
          </a:stretch>
        </a:blipFill>
        <a:ln>
          <a:solidFill>
            <a:srgbClr val="C20E1A"/>
          </a:solidFill>
        </a:ln>
      </dgm:spPr>
      <dgm:extLst>
        <a:ext uri="{E40237B7-FDA0-4F09-8148-C483321AD2D9}">
          <dgm14:cNvPr xmlns:dgm14="http://schemas.microsoft.com/office/drawing/2010/diagram" id="0" name="" descr="Matita con riempimento a tinta unita"/>
        </a:ext>
      </dgm:extLst>
    </dgm:pt>
    <dgm:pt modelId="{4CAA2775-7F36-415D-841D-A58AA1687C77}" type="pres">
      <dgm:prSet presAssocID="{3994FE86-EFE3-43FE-85C1-A1162D6271C7}" presName="sibTrans" presStyleLbl="sibTrans2D1" presStyleIdx="0" presStyleCnt="0"/>
      <dgm:spPr/>
    </dgm:pt>
    <dgm:pt modelId="{829340DB-A550-4132-86C9-7C44F8539202}" type="pres">
      <dgm:prSet presAssocID="{5CBF31A6-E422-4451-B62E-737400DA8498}" presName="compNode" presStyleCnt="0"/>
      <dgm:spPr/>
    </dgm:pt>
    <dgm:pt modelId="{6A1F988B-DE1B-458A-9EA7-BB35FE57DC74}" type="pres">
      <dgm:prSet presAssocID="{5CBF31A6-E422-4451-B62E-737400DA8498}" presName="node" presStyleLbl="node1" presStyleIdx="2" presStyleCnt="4">
        <dgm:presLayoutVars>
          <dgm:bulletEnabled val="1"/>
        </dgm:presLayoutVars>
      </dgm:prSet>
      <dgm:spPr/>
    </dgm:pt>
    <dgm:pt modelId="{E98E9E03-768B-42F9-90ED-D7D598753E7F}" type="pres">
      <dgm:prSet presAssocID="{5CBF31A6-E422-4451-B62E-737400DA8498}" presName="invisiNode" presStyleLbl="node1" presStyleIdx="2" presStyleCnt="4"/>
      <dgm:spPr/>
    </dgm:pt>
    <dgm:pt modelId="{38AF4963-AAA9-4E30-ABE4-C8382111EE81}" type="pres">
      <dgm:prSet presAssocID="{5CBF31A6-E422-4451-B62E-737400DA8498}" presName="imagNode" presStyleLbl="fgImgPlace1" presStyleIdx="2" presStyleCnt="4"/>
      <dgm:spPr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15540" r="15540"/>
          </a:stretch>
        </a:blipFill>
        <a:ln>
          <a:solidFill>
            <a:srgbClr val="C20E1A"/>
          </a:solidFill>
        </a:ln>
      </dgm:spPr>
      <dgm:extLst>
        <a:ext uri="{E40237B7-FDA0-4F09-8148-C483321AD2D9}">
          <dgm14:cNvPr xmlns:dgm14="http://schemas.microsoft.com/office/drawing/2010/diagram" id="0" name="" descr="Gomma con riempimento a tinta unita"/>
        </a:ext>
      </dgm:extLst>
    </dgm:pt>
    <dgm:pt modelId="{BFEB1368-E2FF-42D5-A6E7-027ED0A9B185}" type="pres">
      <dgm:prSet presAssocID="{1E6245A8-C582-42F7-B1C4-717977BAED51}" presName="sibTrans" presStyleLbl="sibTrans2D1" presStyleIdx="0" presStyleCnt="0"/>
      <dgm:spPr/>
    </dgm:pt>
    <dgm:pt modelId="{CB0DA1CF-2E8A-4120-85BA-8F37B57B2A51}" type="pres">
      <dgm:prSet presAssocID="{69F305E5-F72E-496A-B695-369648AE165F}" presName="compNode" presStyleCnt="0"/>
      <dgm:spPr/>
    </dgm:pt>
    <dgm:pt modelId="{39E080BF-A278-4C2E-944E-BF966591CAC9}" type="pres">
      <dgm:prSet presAssocID="{69F305E5-F72E-496A-B695-369648AE165F}" presName="node" presStyleLbl="node1" presStyleIdx="3" presStyleCnt="4">
        <dgm:presLayoutVars>
          <dgm:bulletEnabled val="1"/>
        </dgm:presLayoutVars>
      </dgm:prSet>
      <dgm:spPr/>
    </dgm:pt>
    <dgm:pt modelId="{80CE2725-D237-4709-BDC7-6D9DE06CF7E1}" type="pres">
      <dgm:prSet presAssocID="{69F305E5-F72E-496A-B695-369648AE165F}" presName="invisiNode" presStyleLbl="node1" presStyleIdx="3" presStyleCnt="4"/>
      <dgm:spPr/>
    </dgm:pt>
    <dgm:pt modelId="{FFE68A80-8BD7-42B3-8EE4-2EDBA63F756C}" type="pres">
      <dgm:prSet presAssocID="{69F305E5-F72E-496A-B695-369648AE165F}" presName="imagNode" presStyleLbl="fgImgPlace1" presStyleIdx="3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23000" b="-23000"/>
          </a:stretch>
        </a:blipFill>
        <a:ln>
          <a:solidFill>
            <a:srgbClr val="C20E1A"/>
          </a:solidFill>
        </a:ln>
      </dgm:spPr>
      <dgm:extLst>
        <a:ext uri="{E40237B7-FDA0-4F09-8148-C483321AD2D9}">
          <dgm14:cNvPr xmlns:dgm14="http://schemas.microsoft.com/office/drawing/2010/diagram" id="0" name="" descr="Varie con riempimento a tinta unita"/>
        </a:ext>
      </dgm:extLst>
    </dgm:pt>
  </dgm:ptLst>
  <dgm:cxnLst>
    <dgm:cxn modelId="{061A2F01-A49F-46F2-B49F-E1FAC049D12E}" type="presOf" srcId="{51C28666-D447-4B0A-9D45-58EAAAF4C45B}" destId="{58EDBEB8-0D9B-41C8-BAC2-2E69CD618183}" srcOrd="0" destOrd="0" presId="urn:microsoft.com/office/officeart/2005/8/layout/pList2"/>
    <dgm:cxn modelId="{DE0CAD01-65F3-43C2-A5F8-40D2D4B51070}" type="presOf" srcId="{D27FDA1A-92E1-45CC-80EC-FEB6EDAF8063}" destId="{58EDBEB8-0D9B-41C8-BAC2-2E69CD618183}" srcOrd="0" destOrd="2" presId="urn:microsoft.com/office/officeart/2005/8/layout/pList2"/>
    <dgm:cxn modelId="{D590EC09-0DAC-4CCD-B16D-4AC385B2CA51}" srcId="{51C28666-D447-4B0A-9D45-58EAAAF4C45B}" destId="{D27FDA1A-92E1-45CC-80EC-FEB6EDAF8063}" srcOrd="1" destOrd="0" parTransId="{FF16E574-AE17-4ECF-AA07-789695DB4AA0}" sibTransId="{EA72DAD2-E33C-4B5F-AB5F-6DAC7129A25A}"/>
    <dgm:cxn modelId="{5B4D7F14-67A5-4B8D-B512-BBF6A5F783EA}" type="presOf" srcId="{BD7D7BF1-5DD0-4F6F-9136-7B2CC9173C3F}" destId="{278E81E2-930D-4299-BB4A-429B1923B8CC}" srcOrd="0" destOrd="3" presId="urn:microsoft.com/office/officeart/2005/8/layout/pList2"/>
    <dgm:cxn modelId="{19120D15-3091-477D-B7AC-37537A875D6A}" srcId="{69F305E5-F72E-496A-B695-369648AE165F}" destId="{D7A3E1A8-F953-4931-89C4-2111F343AF5E}" srcOrd="3" destOrd="0" parTransId="{6D7E97B8-41A8-402A-ACD8-D6116664AE22}" sibTransId="{E20B6921-B2A8-4698-81B7-B02A97683FA9}"/>
    <dgm:cxn modelId="{3E2D4517-423D-4472-B254-43AF282FFF24}" type="presOf" srcId="{5CBF31A6-E422-4451-B62E-737400DA8498}" destId="{6A1F988B-DE1B-458A-9EA7-BB35FE57DC74}" srcOrd="0" destOrd="0" presId="urn:microsoft.com/office/officeart/2005/8/layout/pList2"/>
    <dgm:cxn modelId="{194F612F-7D47-4E05-807E-D3370B1BBAC4}" srcId="{51C28666-D447-4B0A-9D45-58EAAAF4C45B}" destId="{53108772-0380-4A20-BA63-BA632A278629}" srcOrd="0" destOrd="0" parTransId="{EA984A75-1A4C-4479-88BE-94DB790DD3DB}" sibTransId="{B3C3CB41-C4A7-4FC1-A945-78D49F483F33}"/>
    <dgm:cxn modelId="{CDDF9531-5472-4F21-A54A-7BFB09D1F544}" srcId="{5CBF31A6-E422-4451-B62E-737400DA8498}" destId="{60FF2340-5FB3-490D-A782-4C3761E9BC47}" srcOrd="1" destOrd="0" parTransId="{55579DFD-3431-4AA4-94B1-C1C89F094C11}" sibTransId="{C4D80E53-2208-40C2-9B2F-C1BF32EABC2E}"/>
    <dgm:cxn modelId="{E21B663B-8CEA-4D6D-85F6-7833A24C1003}" srcId="{2FB198A0-1714-4D5D-8656-E075BCF10151}" destId="{BD7D7BF1-5DD0-4F6F-9136-7B2CC9173C3F}" srcOrd="2" destOrd="0" parTransId="{DA041BB3-D07C-49CE-9C10-0D593610BB38}" sibTransId="{FC8AC95D-B90B-4D5A-9695-261945603E14}"/>
    <dgm:cxn modelId="{39644D3C-17A6-4FD0-877E-905556F0C3F0}" type="presOf" srcId="{F75A4402-9271-46B7-AED0-2D3032068868}" destId="{6A1F988B-DE1B-458A-9EA7-BB35FE57DC74}" srcOrd="0" destOrd="1" presId="urn:microsoft.com/office/officeart/2005/8/layout/pList2"/>
    <dgm:cxn modelId="{1CA22C5D-28B1-4ED7-84E5-6B95F8FCAF57}" type="presOf" srcId="{C4510213-4CD4-4865-91F9-9490F01B9AF6}" destId="{D8783325-6210-4DED-9C6E-86BBF7F00C2D}" srcOrd="0" destOrd="0" presId="urn:microsoft.com/office/officeart/2005/8/layout/pList2"/>
    <dgm:cxn modelId="{A9433A44-840C-412F-96A6-2549AE695925}" srcId="{69F305E5-F72E-496A-B695-369648AE165F}" destId="{20B390C2-490B-4374-AC0C-DCB6FCCB4C6D}" srcOrd="1" destOrd="0" parTransId="{ED83907D-23F9-4E71-A0C3-CEF8B4E82E7E}" sibTransId="{4EBBAAB2-87F8-4D5C-A4FB-0669D5FA6B95}"/>
    <dgm:cxn modelId="{209C5B44-7091-44BB-B673-A8F06F83EF55}" srcId="{2FB198A0-1714-4D5D-8656-E075BCF10151}" destId="{09E26C8B-0CFD-4919-BB47-34A0DD8EBA27}" srcOrd="1" destOrd="0" parTransId="{8FF425D6-DDFD-4EA6-990E-3F80A32FEA3E}" sibTransId="{5323CFDD-FD29-4255-82A5-097BFEA286F1}"/>
    <dgm:cxn modelId="{F7E91848-B872-4BF9-9B11-3FD944DAF310}" type="presOf" srcId="{E49123BD-DF8A-4B7B-9F90-5B3F1D136F65}" destId="{39E080BF-A278-4C2E-944E-BF966591CAC9}" srcOrd="0" destOrd="3" presId="urn:microsoft.com/office/officeart/2005/8/layout/pList2"/>
    <dgm:cxn modelId="{130B3A76-3E13-48CD-8DF0-DA35C82D450D}" type="presOf" srcId="{1E6245A8-C582-42F7-B1C4-717977BAED51}" destId="{BFEB1368-E2FF-42D5-A6E7-027ED0A9B185}" srcOrd="0" destOrd="0" presId="urn:microsoft.com/office/officeart/2005/8/layout/pList2"/>
    <dgm:cxn modelId="{1440EA77-F7BB-43DC-90A4-170B59532FB1}" srcId="{69F305E5-F72E-496A-B695-369648AE165F}" destId="{C7011348-2CFD-44F3-AC0C-D9D086B35A25}" srcOrd="0" destOrd="0" parTransId="{92328D12-4706-493E-9490-38DC6F7B6639}" sibTransId="{3E1FCB56-4E52-4BAF-9056-9369D54A15A6}"/>
    <dgm:cxn modelId="{BF19737E-4008-48B4-B410-BE78D8D1B4F4}" type="presOf" srcId="{0DEA05F1-C0DA-42CA-B513-1D07AE7C3B4B}" destId="{278E81E2-930D-4299-BB4A-429B1923B8CC}" srcOrd="0" destOrd="1" presId="urn:microsoft.com/office/officeart/2005/8/layout/pList2"/>
    <dgm:cxn modelId="{5E856F7F-9F16-44C8-8344-BDD5222D54C6}" srcId="{A6D1F62B-6749-4127-BF33-B948C18E53A1}" destId="{5CBF31A6-E422-4451-B62E-737400DA8498}" srcOrd="2" destOrd="0" parTransId="{8CA55899-402A-419A-953C-E4450B950111}" sibTransId="{1E6245A8-C582-42F7-B1C4-717977BAED51}"/>
    <dgm:cxn modelId="{9CCC9687-F043-4711-96AD-DA2A6F9BD4D4}" type="presOf" srcId="{A6D1F62B-6749-4127-BF33-B948C18E53A1}" destId="{06DCDF8B-144A-4DDE-8C8C-AB0B5E551470}" srcOrd="0" destOrd="0" presId="urn:microsoft.com/office/officeart/2005/8/layout/pList2"/>
    <dgm:cxn modelId="{9CAA5B90-62CE-411F-90FA-85BD5F3C3516}" srcId="{2FB198A0-1714-4D5D-8656-E075BCF10151}" destId="{AF6C438C-1726-4ABE-A18C-DB9907DCF7EC}" srcOrd="3" destOrd="0" parTransId="{21466346-2F48-4343-9DFC-3677C87CC508}" sibTransId="{DBBC8BF0-BB26-4EDE-B98F-9114E69F4CD2}"/>
    <dgm:cxn modelId="{3D4A4794-8DCC-442B-9722-6BC15D70ED4C}" type="presOf" srcId="{53108772-0380-4A20-BA63-BA632A278629}" destId="{58EDBEB8-0D9B-41C8-BAC2-2E69CD618183}" srcOrd="0" destOrd="1" presId="urn:microsoft.com/office/officeart/2005/8/layout/pList2"/>
    <dgm:cxn modelId="{C176A59E-F2FC-40E0-8A22-07A5E1B41A00}" srcId="{5CBF31A6-E422-4451-B62E-737400DA8498}" destId="{F75A4402-9271-46B7-AED0-2D3032068868}" srcOrd="0" destOrd="0" parTransId="{3528218E-A868-4FA3-94C8-4CF601B7317A}" sibTransId="{ED4A72D2-A54A-40D1-88E6-4C67004BDE73}"/>
    <dgm:cxn modelId="{422F9CA9-E216-4D0F-90D2-DB692370834A}" srcId="{69F305E5-F72E-496A-B695-369648AE165F}" destId="{E49123BD-DF8A-4B7B-9F90-5B3F1D136F65}" srcOrd="2" destOrd="0" parTransId="{11FCB22C-F07C-48EB-932C-DF34636A3595}" sibTransId="{44F0EB97-2E2F-4CF1-AD44-DBC90862996E}"/>
    <dgm:cxn modelId="{F7C931B7-680E-4C1F-BED9-6BB851C3A0D1}" srcId="{A6D1F62B-6749-4127-BF33-B948C18E53A1}" destId="{69F305E5-F72E-496A-B695-369648AE165F}" srcOrd="3" destOrd="0" parTransId="{17225EA7-43C5-4888-8D23-0F6F264200E6}" sibTransId="{C47C920A-CF95-489A-BD08-FFAF01D67A5C}"/>
    <dgm:cxn modelId="{FCFA18B9-FA7D-411B-A9B7-70C9B8E67110}" srcId="{A6D1F62B-6749-4127-BF33-B948C18E53A1}" destId="{51C28666-D447-4B0A-9D45-58EAAAF4C45B}" srcOrd="1" destOrd="0" parTransId="{4603A966-9B49-4831-8263-104779E5CE66}" sibTransId="{3994FE86-EFE3-43FE-85C1-A1162D6271C7}"/>
    <dgm:cxn modelId="{6A829EC6-F1C7-495D-943B-27174E37AFF3}" type="presOf" srcId="{AF6C438C-1726-4ABE-A18C-DB9907DCF7EC}" destId="{278E81E2-930D-4299-BB4A-429B1923B8CC}" srcOrd="0" destOrd="4" presId="urn:microsoft.com/office/officeart/2005/8/layout/pList2"/>
    <dgm:cxn modelId="{71642BC7-5DD6-43DB-9568-C3B4DA73FD9B}" type="presOf" srcId="{2FB198A0-1714-4D5D-8656-E075BCF10151}" destId="{278E81E2-930D-4299-BB4A-429B1923B8CC}" srcOrd="0" destOrd="0" presId="urn:microsoft.com/office/officeart/2005/8/layout/pList2"/>
    <dgm:cxn modelId="{E27DFDC9-1F15-4A64-AC77-5CECC3F83105}" type="presOf" srcId="{69F305E5-F72E-496A-B695-369648AE165F}" destId="{39E080BF-A278-4C2E-944E-BF966591CAC9}" srcOrd="0" destOrd="0" presId="urn:microsoft.com/office/officeart/2005/8/layout/pList2"/>
    <dgm:cxn modelId="{6CF9E6CF-4154-4AA5-921F-E41D8EBE96B2}" type="presOf" srcId="{60FF2340-5FB3-490D-A782-4C3761E9BC47}" destId="{6A1F988B-DE1B-458A-9EA7-BB35FE57DC74}" srcOrd="0" destOrd="2" presId="urn:microsoft.com/office/officeart/2005/8/layout/pList2"/>
    <dgm:cxn modelId="{060F0BD3-F56D-4A83-BE51-C9698762EDC7}" type="presOf" srcId="{C7011348-2CFD-44F3-AC0C-D9D086B35A25}" destId="{39E080BF-A278-4C2E-944E-BF966591CAC9}" srcOrd="0" destOrd="1" presId="urn:microsoft.com/office/officeart/2005/8/layout/pList2"/>
    <dgm:cxn modelId="{F4C146D5-3401-4867-A6DB-77E7BC0DBCC4}" srcId="{2FB198A0-1714-4D5D-8656-E075BCF10151}" destId="{0DEA05F1-C0DA-42CA-B513-1D07AE7C3B4B}" srcOrd="0" destOrd="0" parTransId="{61042808-7344-4A32-8299-4EF8AF4747DA}" sibTransId="{5B49E091-3E50-40C8-AF98-D2DBF1FF1F39}"/>
    <dgm:cxn modelId="{4A5775D8-8701-46D7-ADD4-6DDDB24AC73B}" type="presOf" srcId="{D7A3E1A8-F953-4931-89C4-2111F343AF5E}" destId="{39E080BF-A278-4C2E-944E-BF966591CAC9}" srcOrd="0" destOrd="4" presId="urn:microsoft.com/office/officeart/2005/8/layout/pList2"/>
    <dgm:cxn modelId="{3692F7E4-1523-488C-A2A9-01094BAAB1CB}" type="presOf" srcId="{20B390C2-490B-4374-AC0C-DCB6FCCB4C6D}" destId="{39E080BF-A278-4C2E-944E-BF966591CAC9}" srcOrd="0" destOrd="2" presId="urn:microsoft.com/office/officeart/2005/8/layout/pList2"/>
    <dgm:cxn modelId="{22E17AE5-481C-44B1-BAEC-8A9615112D17}" srcId="{A6D1F62B-6749-4127-BF33-B948C18E53A1}" destId="{2FB198A0-1714-4D5D-8656-E075BCF10151}" srcOrd="0" destOrd="0" parTransId="{61A79EF9-7BEC-42D8-999F-5525070377BE}" sibTransId="{C4510213-4CD4-4865-91F9-9490F01B9AF6}"/>
    <dgm:cxn modelId="{33AC06E7-148B-4641-84BA-CFB87D55F859}" type="presOf" srcId="{09E26C8B-0CFD-4919-BB47-34A0DD8EBA27}" destId="{278E81E2-930D-4299-BB4A-429B1923B8CC}" srcOrd="0" destOrd="2" presId="urn:microsoft.com/office/officeart/2005/8/layout/pList2"/>
    <dgm:cxn modelId="{B6614DF0-B63F-4AF0-88CD-C9C974C9D3C2}" type="presOf" srcId="{3994FE86-EFE3-43FE-85C1-A1162D6271C7}" destId="{4CAA2775-7F36-415D-841D-A58AA1687C77}" srcOrd="0" destOrd="0" presId="urn:microsoft.com/office/officeart/2005/8/layout/pList2"/>
    <dgm:cxn modelId="{63AB5D4C-446D-4398-B9C6-115446776AE9}" type="presParOf" srcId="{06DCDF8B-144A-4DDE-8C8C-AB0B5E551470}" destId="{D27675B3-CBC1-4D81-AA80-13CE7334BE69}" srcOrd="0" destOrd="0" presId="urn:microsoft.com/office/officeart/2005/8/layout/pList2"/>
    <dgm:cxn modelId="{E6A685E4-9E8D-434D-864E-46E5BE460076}" type="presParOf" srcId="{06DCDF8B-144A-4DDE-8C8C-AB0B5E551470}" destId="{63588C70-A0B9-44A7-AE9F-B257E34B8B88}" srcOrd="1" destOrd="0" presId="urn:microsoft.com/office/officeart/2005/8/layout/pList2"/>
    <dgm:cxn modelId="{C24614EC-BA58-4145-9266-7E40F2139DD1}" type="presParOf" srcId="{63588C70-A0B9-44A7-AE9F-B257E34B8B88}" destId="{61032929-C9AB-4203-B0C8-B19653CCFD80}" srcOrd="0" destOrd="0" presId="urn:microsoft.com/office/officeart/2005/8/layout/pList2"/>
    <dgm:cxn modelId="{025BCF96-D9B2-4EDC-B2EE-B6EA7A4F3F3C}" type="presParOf" srcId="{61032929-C9AB-4203-B0C8-B19653CCFD80}" destId="{278E81E2-930D-4299-BB4A-429B1923B8CC}" srcOrd="0" destOrd="0" presId="urn:microsoft.com/office/officeart/2005/8/layout/pList2"/>
    <dgm:cxn modelId="{6949C74A-5697-4D36-BFE6-A4DFE2009F8E}" type="presParOf" srcId="{61032929-C9AB-4203-B0C8-B19653CCFD80}" destId="{7966EECC-426C-4BCE-B86F-5739FE724519}" srcOrd="1" destOrd="0" presId="urn:microsoft.com/office/officeart/2005/8/layout/pList2"/>
    <dgm:cxn modelId="{8F09A53A-275B-4543-8E3B-B44EF03C3309}" type="presParOf" srcId="{61032929-C9AB-4203-B0C8-B19653CCFD80}" destId="{820E0940-A629-4F3E-BA84-620FC446B63B}" srcOrd="2" destOrd="0" presId="urn:microsoft.com/office/officeart/2005/8/layout/pList2"/>
    <dgm:cxn modelId="{269628A3-0791-41DA-A3C7-2CDBFA9FA83C}" type="presParOf" srcId="{63588C70-A0B9-44A7-AE9F-B257E34B8B88}" destId="{D8783325-6210-4DED-9C6E-86BBF7F00C2D}" srcOrd="1" destOrd="0" presId="urn:microsoft.com/office/officeart/2005/8/layout/pList2"/>
    <dgm:cxn modelId="{41151C1B-3498-45AC-98FF-0C3CBA982304}" type="presParOf" srcId="{63588C70-A0B9-44A7-AE9F-B257E34B8B88}" destId="{54798144-41ED-4E49-91CB-4D425676BDF3}" srcOrd="2" destOrd="0" presId="urn:microsoft.com/office/officeart/2005/8/layout/pList2"/>
    <dgm:cxn modelId="{D0253005-7086-4E56-9072-E73E003C87AC}" type="presParOf" srcId="{54798144-41ED-4E49-91CB-4D425676BDF3}" destId="{58EDBEB8-0D9B-41C8-BAC2-2E69CD618183}" srcOrd="0" destOrd="0" presId="urn:microsoft.com/office/officeart/2005/8/layout/pList2"/>
    <dgm:cxn modelId="{E8EA7569-76EC-4B63-9AC6-378DBD2E4197}" type="presParOf" srcId="{54798144-41ED-4E49-91CB-4D425676BDF3}" destId="{B97801AF-267A-45C7-B996-9DF3BAA0A629}" srcOrd="1" destOrd="0" presId="urn:microsoft.com/office/officeart/2005/8/layout/pList2"/>
    <dgm:cxn modelId="{51D9554E-77EC-40DD-8E2D-B20C91B7E163}" type="presParOf" srcId="{54798144-41ED-4E49-91CB-4D425676BDF3}" destId="{E6F33BB0-5AF0-4D49-A2DF-B843F0E6783C}" srcOrd="2" destOrd="0" presId="urn:microsoft.com/office/officeart/2005/8/layout/pList2"/>
    <dgm:cxn modelId="{24F09451-88E6-49B6-ACF3-150BD4FD25EC}" type="presParOf" srcId="{63588C70-A0B9-44A7-AE9F-B257E34B8B88}" destId="{4CAA2775-7F36-415D-841D-A58AA1687C77}" srcOrd="3" destOrd="0" presId="urn:microsoft.com/office/officeart/2005/8/layout/pList2"/>
    <dgm:cxn modelId="{AF4C703C-1D0F-47C4-A395-27551246F605}" type="presParOf" srcId="{63588C70-A0B9-44A7-AE9F-B257E34B8B88}" destId="{829340DB-A550-4132-86C9-7C44F8539202}" srcOrd="4" destOrd="0" presId="urn:microsoft.com/office/officeart/2005/8/layout/pList2"/>
    <dgm:cxn modelId="{CF29CFB1-A2F2-4C99-A5D3-A21FD01CEC07}" type="presParOf" srcId="{829340DB-A550-4132-86C9-7C44F8539202}" destId="{6A1F988B-DE1B-458A-9EA7-BB35FE57DC74}" srcOrd="0" destOrd="0" presId="urn:microsoft.com/office/officeart/2005/8/layout/pList2"/>
    <dgm:cxn modelId="{086366A2-AD28-4F31-B76F-CD9FCDBCB389}" type="presParOf" srcId="{829340DB-A550-4132-86C9-7C44F8539202}" destId="{E98E9E03-768B-42F9-90ED-D7D598753E7F}" srcOrd="1" destOrd="0" presId="urn:microsoft.com/office/officeart/2005/8/layout/pList2"/>
    <dgm:cxn modelId="{4CCA064D-3F6E-478B-A5E2-670EB86F7D59}" type="presParOf" srcId="{829340DB-A550-4132-86C9-7C44F8539202}" destId="{38AF4963-AAA9-4E30-ABE4-C8382111EE81}" srcOrd="2" destOrd="0" presId="urn:microsoft.com/office/officeart/2005/8/layout/pList2"/>
    <dgm:cxn modelId="{C3D6830E-ACBF-4B46-A7A6-838B68C09A90}" type="presParOf" srcId="{63588C70-A0B9-44A7-AE9F-B257E34B8B88}" destId="{BFEB1368-E2FF-42D5-A6E7-027ED0A9B185}" srcOrd="5" destOrd="0" presId="urn:microsoft.com/office/officeart/2005/8/layout/pList2"/>
    <dgm:cxn modelId="{005CF707-EA84-4FF3-89E0-A2A73D224A3A}" type="presParOf" srcId="{63588C70-A0B9-44A7-AE9F-B257E34B8B88}" destId="{CB0DA1CF-2E8A-4120-85BA-8F37B57B2A51}" srcOrd="6" destOrd="0" presId="urn:microsoft.com/office/officeart/2005/8/layout/pList2"/>
    <dgm:cxn modelId="{13E704C4-79EF-429D-B6FF-DD914DA8D1F7}" type="presParOf" srcId="{CB0DA1CF-2E8A-4120-85BA-8F37B57B2A51}" destId="{39E080BF-A278-4C2E-944E-BF966591CAC9}" srcOrd="0" destOrd="0" presId="urn:microsoft.com/office/officeart/2005/8/layout/pList2"/>
    <dgm:cxn modelId="{6188C5C7-E00E-4CBA-A68D-EEAA9AC85B21}" type="presParOf" srcId="{CB0DA1CF-2E8A-4120-85BA-8F37B57B2A51}" destId="{80CE2725-D237-4709-BDC7-6D9DE06CF7E1}" srcOrd="1" destOrd="0" presId="urn:microsoft.com/office/officeart/2005/8/layout/pList2"/>
    <dgm:cxn modelId="{1685ED32-8420-49AA-A9B4-571E6BDAF757}" type="presParOf" srcId="{CB0DA1CF-2E8A-4120-85BA-8F37B57B2A51}" destId="{FFE68A80-8BD7-42B3-8EE4-2EDBA63F756C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84C8006-B437-4176-9F8E-3DE39A7EA155}" type="doc">
      <dgm:prSet loTypeId="urn:microsoft.com/office/officeart/2005/8/layout/defaul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CA52FAA5-9F63-4924-85EF-7BA1A483C80F}">
      <dgm:prSet phldrT="[Testo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solidFill>
          <a:schemeClr val="accent1">
            <a:lumMod val="40000"/>
            <a:lumOff val="60000"/>
          </a:schemeClr>
        </a:solidFill>
        <a:ln>
          <a:noFill/>
        </a:ln>
      </dgm:spPr>
      <dgm:t>
        <a:bodyPr/>
        <a:lstStyle/>
        <a:p>
          <a:r>
            <a:rPr lang="it-IT" dirty="0"/>
            <a:t>Ogni istruzione DML è atomica, o viene completata interamente o non viene eseguita affatto</a:t>
          </a:r>
        </a:p>
      </dgm:t>
    </dgm:pt>
    <dgm:pt modelId="{6F283F5B-408B-4408-A274-CB844ACBB017}" type="parTrans" cxnId="{68309F71-17A3-4CF2-9BBD-214C4297996F}">
      <dgm:prSet/>
      <dgm:spPr/>
      <dgm:t>
        <a:bodyPr/>
        <a:lstStyle/>
        <a:p>
          <a:endParaRPr lang="it-IT"/>
        </a:p>
      </dgm:t>
    </dgm:pt>
    <dgm:pt modelId="{49C959F4-DEDE-4422-BD77-AE7956C3B6C0}" type="sibTrans" cxnId="{68309F71-17A3-4CF2-9BBD-214C4297996F}">
      <dgm:prSet/>
      <dgm:spPr/>
      <dgm:t>
        <a:bodyPr/>
        <a:lstStyle/>
        <a:p>
          <a:endParaRPr lang="it-IT"/>
        </a:p>
      </dgm:t>
    </dgm:pt>
    <dgm:pt modelId="{784EC152-346D-4BC8-B099-B81E469B4B4B}">
      <dgm:prSet phldrT="[Testo]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pPr algn="ctr"/>
          <a:r>
            <a:rPr lang="it-IT" dirty="0">
              <a:solidFill>
                <a:schemeClr val="tx1"/>
              </a:solidFill>
            </a:rPr>
            <a:t>Per coordinare più operazioni DML occorre una transazione esplicita</a:t>
          </a:r>
        </a:p>
      </dgm:t>
    </dgm:pt>
    <dgm:pt modelId="{ED1E9787-B7FE-4588-9207-1D3EF28AC7EE}" type="parTrans" cxnId="{52348B53-E612-439B-AED0-ADF702B88E89}">
      <dgm:prSet/>
      <dgm:spPr/>
      <dgm:t>
        <a:bodyPr/>
        <a:lstStyle/>
        <a:p>
          <a:endParaRPr lang="it-IT"/>
        </a:p>
      </dgm:t>
    </dgm:pt>
    <dgm:pt modelId="{8400D423-71F6-499B-9A78-20873F53B9F3}" type="sibTrans" cxnId="{52348B53-E612-439B-AED0-ADF702B88E89}">
      <dgm:prSet/>
      <dgm:spPr/>
      <dgm:t>
        <a:bodyPr/>
        <a:lstStyle/>
        <a:p>
          <a:endParaRPr lang="it-IT"/>
        </a:p>
      </dgm:t>
    </dgm:pt>
    <dgm:pt modelId="{3E72A668-8F2F-46DC-825C-E916E4FE6D33}" type="pres">
      <dgm:prSet presAssocID="{E84C8006-B437-4176-9F8E-3DE39A7EA155}" presName="diagram" presStyleCnt="0">
        <dgm:presLayoutVars>
          <dgm:dir/>
          <dgm:resizeHandles val="exact"/>
        </dgm:presLayoutVars>
      </dgm:prSet>
      <dgm:spPr/>
    </dgm:pt>
    <dgm:pt modelId="{5D405120-0B52-4B15-A1EC-483E064687B7}" type="pres">
      <dgm:prSet presAssocID="{CA52FAA5-9F63-4924-85EF-7BA1A483C80F}" presName="node" presStyleLbl="node1" presStyleIdx="0" presStyleCnt="2">
        <dgm:presLayoutVars>
          <dgm:bulletEnabled val="1"/>
        </dgm:presLayoutVars>
      </dgm:prSet>
      <dgm:spPr/>
    </dgm:pt>
    <dgm:pt modelId="{520BE3E3-6F42-458C-8863-BE2054BA54C1}" type="pres">
      <dgm:prSet presAssocID="{49C959F4-DEDE-4422-BD77-AE7956C3B6C0}" presName="sibTrans" presStyleCnt="0"/>
      <dgm:spPr/>
    </dgm:pt>
    <dgm:pt modelId="{19EABE64-7089-4E05-BCF3-46CAFDAB9615}" type="pres">
      <dgm:prSet presAssocID="{784EC152-346D-4BC8-B099-B81E469B4B4B}" presName="node" presStyleLbl="node1" presStyleIdx="1" presStyleCnt="2">
        <dgm:presLayoutVars>
          <dgm:bulletEnabled val="1"/>
        </dgm:presLayoutVars>
      </dgm:prSet>
      <dgm:spPr/>
    </dgm:pt>
  </dgm:ptLst>
  <dgm:cxnLst>
    <dgm:cxn modelId="{7E44AC4A-462F-4075-A152-9604F41EF53D}" type="presOf" srcId="{CA52FAA5-9F63-4924-85EF-7BA1A483C80F}" destId="{5D405120-0B52-4B15-A1EC-483E064687B7}" srcOrd="0" destOrd="0" presId="urn:microsoft.com/office/officeart/2005/8/layout/default"/>
    <dgm:cxn modelId="{68309F71-17A3-4CF2-9BBD-214C4297996F}" srcId="{E84C8006-B437-4176-9F8E-3DE39A7EA155}" destId="{CA52FAA5-9F63-4924-85EF-7BA1A483C80F}" srcOrd="0" destOrd="0" parTransId="{6F283F5B-408B-4408-A274-CB844ACBB017}" sibTransId="{49C959F4-DEDE-4422-BD77-AE7956C3B6C0}"/>
    <dgm:cxn modelId="{52348B53-E612-439B-AED0-ADF702B88E89}" srcId="{E84C8006-B437-4176-9F8E-3DE39A7EA155}" destId="{784EC152-346D-4BC8-B099-B81E469B4B4B}" srcOrd="1" destOrd="0" parTransId="{ED1E9787-B7FE-4588-9207-1D3EF28AC7EE}" sibTransId="{8400D423-71F6-499B-9A78-20873F53B9F3}"/>
    <dgm:cxn modelId="{3B0682CE-1131-493F-B4E2-5418CE958966}" type="presOf" srcId="{784EC152-346D-4BC8-B099-B81E469B4B4B}" destId="{19EABE64-7089-4E05-BCF3-46CAFDAB9615}" srcOrd="0" destOrd="0" presId="urn:microsoft.com/office/officeart/2005/8/layout/default"/>
    <dgm:cxn modelId="{70843DEA-7A3E-4C95-BECB-21A830349A89}" type="presOf" srcId="{E84C8006-B437-4176-9F8E-3DE39A7EA155}" destId="{3E72A668-8F2F-46DC-825C-E916E4FE6D33}" srcOrd="0" destOrd="0" presId="urn:microsoft.com/office/officeart/2005/8/layout/default"/>
    <dgm:cxn modelId="{D0F266ED-9B5C-48BD-9F72-3428EECBB99E}" type="presParOf" srcId="{3E72A668-8F2F-46DC-825C-E916E4FE6D33}" destId="{5D405120-0B52-4B15-A1EC-483E064687B7}" srcOrd="0" destOrd="0" presId="urn:microsoft.com/office/officeart/2005/8/layout/default"/>
    <dgm:cxn modelId="{DAFB2001-740B-4FFD-B88F-9BB1ECD5566D}" type="presParOf" srcId="{3E72A668-8F2F-46DC-825C-E916E4FE6D33}" destId="{520BE3E3-6F42-458C-8863-BE2054BA54C1}" srcOrd="1" destOrd="0" presId="urn:microsoft.com/office/officeart/2005/8/layout/default"/>
    <dgm:cxn modelId="{170A67F4-E78D-42D3-AC0A-F1DE70D2CE8B}" type="presParOf" srcId="{3E72A668-8F2F-46DC-825C-E916E4FE6D33}" destId="{19EABE64-7089-4E05-BCF3-46CAFDAB9615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D84ABE1-F92B-4402-9683-FA4232FDDF0C}" type="doc">
      <dgm:prSet loTypeId="urn:microsoft.com/office/officeart/2005/8/layout/default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it-IT"/>
        </a:p>
      </dgm:t>
    </dgm:pt>
    <dgm:pt modelId="{EDCF36C3-6F86-4949-A650-349600AB8869}">
      <dgm:prSet phldrT="[Testo]"/>
      <dgm:spPr>
        <a:solidFill>
          <a:srgbClr val="A6B7D6"/>
        </a:solidFill>
      </dgm:spPr>
      <dgm:t>
        <a:bodyPr/>
        <a:lstStyle/>
        <a:p>
          <a:pPr algn="ctr"/>
          <a:r>
            <a:rPr lang="en-US" dirty="0" err="1">
              <a:solidFill>
                <a:schemeClr val="tx1"/>
              </a:solidFill>
            </a:rPr>
            <a:t>Transazione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implicita</a:t>
          </a:r>
          <a:r>
            <a:rPr lang="en-US" dirty="0">
              <a:solidFill>
                <a:schemeClr val="tx1"/>
              </a:solidFill>
            </a:rPr>
            <a:t> (</a:t>
          </a:r>
          <a:r>
            <a:rPr lang="en-US" dirty="0" err="1">
              <a:solidFill>
                <a:schemeClr val="tx1"/>
              </a:solidFill>
            </a:rPr>
            <a:t>autocommit</a:t>
          </a:r>
          <a:r>
            <a:rPr lang="en-US" dirty="0">
              <a:solidFill>
                <a:schemeClr val="tx1"/>
              </a:solidFill>
            </a:rPr>
            <a:t>)</a:t>
          </a:r>
          <a:endParaRPr lang="it-IT" dirty="0">
            <a:solidFill>
              <a:schemeClr val="tx1"/>
            </a:solidFill>
          </a:endParaRPr>
        </a:p>
      </dgm:t>
    </dgm:pt>
    <dgm:pt modelId="{4629F595-D424-4D30-B956-AB0A53EA46DD}" type="parTrans" cxnId="{2860DFE4-E392-4470-8182-D48A7BC6C64F}">
      <dgm:prSet/>
      <dgm:spPr/>
      <dgm:t>
        <a:bodyPr/>
        <a:lstStyle/>
        <a:p>
          <a:endParaRPr lang="it-IT"/>
        </a:p>
      </dgm:t>
    </dgm:pt>
    <dgm:pt modelId="{7E4E5EAE-5D07-4FDA-99AC-B0B29C3A3CB5}" type="sibTrans" cxnId="{2860DFE4-E392-4470-8182-D48A7BC6C64F}">
      <dgm:prSet/>
      <dgm:spPr/>
      <dgm:t>
        <a:bodyPr/>
        <a:lstStyle/>
        <a:p>
          <a:endParaRPr lang="it-IT"/>
        </a:p>
      </dgm:t>
    </dgm:pt>
    <dgm:pt modelId="{7D182B8D-9888-42B4-9A58-FD9A013C3703}">
      <dgm:prSet phldrT="[Testo]"/>
      <dgm:spPr>
        <a:solidFill>
          <a:srgbClr val="A6B7D6"/>
        </a:solidFill>
      </dgm:spPr>
      <dgm:t>
        <a:bodyPr/>
        <a:lstStyle/>
        <a:p>
          <a:pPr algn="ctr"/>
          <a:r>
            <a:rPr lang="en-US" dirty="0" err="1">
              <a:solidFill>
                <a:schemeClr val="tx1"/>
              </a:solidFill>
            </a:rPr>
            <a:t>Transazione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esplicita</a:t>
          </a:r>
          <a:endParaRPr lang="it-IT" dirty="0">
            <a:solidFill>
              <a:schemeClr val="tx1"/>
            </a:solidFill>
          </a:endParaRPr>
        </a:p>
      </dgm:t>
    </dgm:pt>
    <dgm:pt modelId="{C95B8117-A3DB-45EA-AAC8-550FBC46E074}" type="parTrans" cxnId="{82A83638-2CA4-43AB-AB80-D970806915A3}">
      <dgm:prSet/>
      <dgm:spPr/>
      <dgm:t>
        <a:bodyPr/>
        <a:lstStyle/>
        <a:p>
          <a:endParaRPr lang="it-IT"/>
        </a:p>
      </dgm:t>
    </dgm:pt>
    <dgm:pt modelId="{31FFBCC2-A575-4084-915F-212189FF83B7}" type="sibTrans" cxnId="{82A83638-2CA4-43AB-AB80-D970806915A3}">
      <dgm:prSet/>
      <dgm:spPr/>
      <dgm:t>
        <a:bodyPr/>
        <a:lstStyle/>
        <a:p>
          <a:endParaRPr lang="it-IT"/>
        </a:p>
      </dgm:t>
    </dgm:pt>
    <dgm:pt modelId="{F04F3F0F-4043-4618-B049-AC76737B6DBF}">
      <dgm:prSet phldrT="[Testo]"/>
      <dgm:spPr>
        <a:solidFill>
          <a:srgbClr val="A6B7D6"/>
        </a:solidFill>
      </dgm:spPr>
      <dgm:t>
        <a:bodyPr/>
        <a:lstStyle/>
        <a:p>
          <a:pPr algn="l"/>
          <a:r>
            <a:rPr lang="en-US" dirty="0">
              <a:solidFill>
                <a:schemeClr val="tx1"/>
              </a:solidFill>
            </a:rPr>
            <a:t>Ogni </a:t>
          </a:r>
          <a:r>
            <a:rPr lang="en-US" dirty="0" err="1">
              <a:solidFill>
                <a:schemeClr val="tx1"/>
              </a:solidFill>
            </a:rPr>
            <a:t>singola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istruzione</a:t>
          </a:r>
          <a:r>
            <a:rPr lang="en-US" dirty="0">
              <a:solidFill>
                <a:schemeClr val="tx1"/>
              </a:solidFill>
            </a:rPr>
            <a:t> DML è </a:t>
          </a:r>
          <a:r>
            <a:rPr lang="en-US" dirty="0" err="1">
              <a:solidFill>
                <a:schemeClr val="tx1"/>
              </a:solidFill>
            </a:rPr>
            <a:t>una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transazione</a:t>
          </a:r>
          <a:r>
            <a:rPr lang="en-US" dirty="0">
              <a:solidFill>
                <a:schemeClr val="tx1"/>
              </a:solidFill>
            </a:rPr>
            <a:t> a </a:t>
          </a:r>
          <a:r>
            <a:rPr lang="en-US" dirty="0" err="1">
              <a:solidFill>
                <a:schemeClr val="tx1"/>
              </a:solidFill>
            </a:rPr>
            <a:t>sè</a:t>
          </a:r>
          <a:endParaRPr lang="it-IT" dirty="0">
            <a:solidFill>
              <a:schemeClr val="tx1"/>
            </a:solidFill>
          </a:endParaRPr>
        </a:p>
      </dgm:t>
    </dgm:pt>
    <dgm:pt modelId="{A2350020-607F-4BEC-89F3-2DEC265D2F04}" type="parTrans" cxnId="{830BF327-EF1F-4428-BC86-011BA9E3C0ED}">
      <dgm:prSet/>
      <dgm:spPr/>
      <dgm:t>
        <a:bodyPr/>
        <a:lstStyle/>
        <a:p>
          <a:endParaRPr lang="it-IT"/>
        </a:p>
      </dgm:t>
    </dgm:pt>
    <dgm:pt modelId="{590729BE-3EDC-4AA7-A515-52BAC9CD3CB6}" type="sibTrans" cxnId="{830BF327-EF1F-4428-BC86-011BA9E3C0ED}">
      <dgm:prSet/>
      <dgm:spPr/>
      <dgm:t>
        <a:bodyPr/>
        <a:lstStyle/>
        <a:p>
          <a:endParaRPr lang="it-IT"/>
        </a:p>
      </dgm:t>
    </dgm:pt>
    <dgm:pt modelId="{DAE2F5D0-925D-4FAC-9DE1-520B650FC420}">
      <dgm:prSet/>
      <dgm:spPr>
        <a:solidFill>
          <a:srgbClr val="A6B7D6"/>
        </a:solidFill>
      </dgm:spPr>
      <dgm:t>
        <a:bodyPr/>
        <a:lstStyle/>
        <a:p>
          <a:pPr algn="l"/>
          <a:r>
            <a:rPr lang="en-US" dirty="0">
              <a:solidFill>
                <a:schemeClr val="tx1"/>
              </a:solidFill>
            </a:rPr>
            <a:t>Se </a:t>
          </a:r>
          <a:r>
            <a:rPr lang="en-US" dirty="0" err="1">
              <a:solidFill>
                <a:schemeClr val="tx1"/>
              </a:solidFill>
            </a:rPr>
            <a:t>fallisce</a:t>
          </a:r>
          <a:r>
            <a:rPr lang="en-US" dirty="0">
              <a:solidFill>
                <a:schemeClr val="tx1"/>
              </a:solidFill>
            </a:rPr>
            <a:t>, </a:t>
          </a:r>
          <a:r>
            <a:rPr lang="en-US" dirty="0" err="1">
              <a:solidFill>
                <a:schemeClr val="tx1"/>
              </a:solidFill>
            </a:rPr>
            <a:t>viene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annullata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automaticamente</a:t>
          </a:r>
          <a:endParaRPr lang="en-US" dirty="0">
            <a:solidFill>
              <a:schemeClr val="tx1"/>
            </a:solidFill>
          </a:endParaRPr>
        </a:p>
      </dgm:t>
    </dgm:pt>
    <dgm:pt modelId="{1992E0C9-2C21-4312-BE15-A263C5A2AC5F}" type="parTrans" cxnId="{9C506AEE-A5A5-4076-9B48-C0C40B177949}">
      <dgm:prSet/>
      <dgm:spPr/>
      <dgm:t>
        <a:bodyPr/>
        <a:lstStyle/>
        <a:p>
          <a:endParaRPr lang="it-IT"/>
        </a:p>
      </dgm:t>
    </dgm:pt>
    <dgm:pt modelId="{E7F20AB5-5447-4FCC-A740-B8E32E063607}" type="sibTrans" cxnId="{9C506AEE-A5A5-4076-9B48-C0C40B177949}">
      <dgm:prSet/>
      <dgm:spPr/>
      <dgm:t>
        <a:bodyPr/>
        <a:lstStyle/>
        <a:p>
          <a:endParaRPr lang="it-IT"/>
        </a:p>
      </dgm:t>
    </dgm:pt>
    <dgm:pt modelId="{6DE6163D-EFC2-444A-B913-7892C74D14C3}">
      <dgm:prSet/>
      <dgm:spPr>
        <a:solidFill>
          <a:srgbClr val="A6B7D6"/>
        </a:solidFill>
      </dgm:spPr>
      <dgm:t>
        <a:bodyPr/>
        <a:lstStyle/>
        <a:p>
          <a:pPr algn="l"/>
          <a:r>
            <a:rPr lang="en-US" dirty="0" err="1">
              <a:solidFill>
                <a:schemeClr val="tx1"/>
              </a:solidFill>
            </a:rPr>
            <a:t>Comportamento</a:t>
          </a:r>
          <a:r>
            <a:rPr lang="en-US" dirty="0">
              <a:solidFill>
                <a:schemeClr val="tx1"/>
              </a:solidFill>
            </a:rPr>
            <a:t> di default di SQL Server</a:t>
          </a:r>
        </a:p>
      </dgm:t>
    </dgm:pt>
    <dgm:pt modelId="{BA7836FD-24BB-48DE-BA7A-EE9C8CD02E72}" type="parTrans" cxnId="{43B47E13-5F4C-409C-9359-CF5F5C0C61F0}">
      <dgm:prSet/>
      <dgm:spPr/>
      <dgm:t>
        <a:bodyPr/>
        <a:lstStyle/>
        <a:p>
          <a:endParaRPr lang="it-IT"/>
        </a:p>
      </dgm:t>
    </dgm:pt>
    <dgm:pt modelId="{01BC249D-F48D-4D90-8107-A9E9764A9406}" type="sibTrans" cxnId="{43B47E13-5F4C-409C-9359-CF5F5C0C61F0}">
      <dgm:prSet/>
      <dgm:spPr/>
      <dgm:t>
        <a:bodyPr/>
        <a:lstStyle/>
        <a:p>
          <a:endParaRPr lang="it-IT"/>
        </a:p>
      </dgm:t>
    </dgm:pt>
    <dgm:pt modelId="{0B9C12A0-8C3F-4B02-9C77-EBBA2BFDEFB4}">
      <dgm:prSet phldrT="[Testo]"/>
      <dgm:spPr>
        <a:solidFill>
          <a:srgbClr val="A6B7D6"/>
        </a:solidFill>
      </dgm:spPr>
      <dgm:t>
        <a:bodyPr/>
        <a:lstStyle/>
        <a:p>
          <a:pPr algn="l"/>
          <a:endParaRPr lang="it-IT" dirty="0">
            <a:solidFill>
              <a:schemeClr val="tx1"/>
            </a:solidFill>
          </a:endParaRPr>
        </a:p>
      </dgm:t>
    </dgm:pt>
    <dgm:pt modelId="{C2D623BE-176B-4F3D-876C-21431D9813E2}" type="parTrans" cxnId="{4ABB01C4-7A7D-4660-801B-51720CAFFB3D}">
      <dgm:prSet/>
      <dgm:spPr/>
      <dgm:t>
        <a:bodyPr/>
        <a:lstStyle/>
        <a:p>
          <a:endParaRPr lang="it-IT"/>
        </a:p>
      </dgm:t>
    </dgm:pt>
    <dgm:pt modelId="{1C7AB07D-6E56-4C68-B225-BBFEBEAC1002}" type="sibTrans" cxnId="{4ABB01C4-7A7D-4660-801B-51720CAFFB3D}">
      <dgm:prSet/>
      <dgm:spPr/>
      <dgm:t>
        <a:bodyPr/>
        <a:lstStyle/>
        <a:p>
          <a:endParaRPr lang="it-IT"/>
        </a:p>
      </dgm:t>
    </dgm:pt>
    <dgm:pt modelId="{9B0133B0-9BC0-42B9-B5B2-6CBAD6A4DAD8}">
      <dgm:prSet/>
      <dgm:spPr>
        <a:solidFill>
          <a:srgbClr val="A6B7D6"/>
        </a:solidFill>
      </dgm:spPr>
      <dgm:t>
        <a:bodyPr/>
        <a:lstStyle/>
        <a:p>
          <a:pPr algn="l"/>
          <a:r>
            <a:rPr lang="en-US" dirty="0">
              <a:solidFill>
                <a:schemeClr val="tx1"/>
              </a:solidFill>
            </a:rPr>
            <a:t>COMMIT per </a:t>
          </a:r>
          <a:r>
            <a:rPr lang="en-US" dirty="0" err="1">
              <a:solidFill>
                <a:schemeClr val="tx1"/>
              </a:solidFill>
            </a:rPr>
            <a:t>confermare</a:t>
          </a:r>
          <a:endParaRPr lang="en-US" dirty="0">
            <a:solidFill>
              <a:schemeClr val="tx1"/>
            </a:solidFill>
          </a:endParaRPr>
        </a:p>
      </dgm:t>
    </dgm:pt>
    <dgm:pt modelId="{107284CD-9286-45E6-B67B-A011A5232788}" type="parTrans" cxnId="{C055544E-C335-40A2-AF69-C261D05BC6C1}">
      <dgm:prSet/>
      <dgm:spPr/>
      <dgm:t>
        <a:bodyPr/>
        <a:lstStyle/>
        <a:p>
          <a:endParaRPr lang="it-IT"/>
        </a:p>
      </dgm:t>
    </dgm:pt>
    <dgm:pt modelId="{4E461DDB-52B1-42D2-AB17-93C11F035911}" type="sibTrans" cxnId="{C055544E-C335-40A2-AF69-C261D05BC6C1}">
      <dgm:prSet/>
      <dgm:spPr/>
      <dgm:t>
        <a:bodyPr/>
        <a:lstStyle/>
        <a:p>
          <a:endParaRPr lang="it-IT"/>
        </a:p>
      </dgm:t>
    </dgm:pt>
    <dgm:pt modelId="{8FED48C4-3707-4650-86A9-4959DA5EB0FE}">
      <dgm:prSet/>
      <dgm:spPr>
        <a:solidFill>
          <a:srgbClr val="A6B7D6"/>
        </a:solidFill>
      </dgm:spPr>
      <dgm:t>
        <a:bodyPr/>
        <a:lstStyle/>
        <a:p>
          <a:pPr algn="l"/>
          <a:r>
            <a:rPr lang="en-US" dirty="0">
              <a:solidFill>
                <a:schemeClr val="tx1"/>
              </a:solidFill>
            </a:rPr>
            <a:t>ROLLBACK per </a:t>
          </a:r>
          <a:r>
            <a:rPr lang="en-US" dirty="0" err="1">
              <a:solidFill>
                <a:schemeClr val="tx1"/>
              </a:solidFill>
            </a:rPr>
            <a:t>annullare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tutto</a:t>
          </a:r>
          <a:endParaRPr lang="en-US" dirty="0">
            <a:solidFill>
              <a:schemeClr val="tx1"/>
            </a:solidFill>
          </a:endParaRPr>
        </a:p>
      </dgm:t>
    </dgm:pt>
    <dgm:pt modelId="{11686C62-90AB-4766-8F98-1ABCFD68130C}" type="parTrans" cxnId="{BFDB2956-E879-4D7E-A36A-CA1C51D7582D}">
      <dgm:prSet/>
      <dgm:spPr/>
      <dgm:t>
        <a:bodyPr/>
        <a:lstStyle/>
        <a:p>
          <a:endParaRPr lang="it-IT"/>
        </a:p>
      </dgm:t>
    </dgm:pt>
    <dgm:pt modelId="{BE929DA5-35B7-47D1-B699-EF5C5847EB06}" type="sibTrans" cxnId="{BFDB2956-E879-4D7E-A36A-CA1C51D7582D}">
      <dgm:prSet/>
      <dgm:spPr/>
      <dgm:t>
        <a:bodyPr/>
        <a:lstStyle/>
        <a:p>
          <a:endParaRPr lang="it-IT"/>
        </a:p>
      </dgm:t>
    </dgm:pt>
    <dgm:pt modelId="{E04F749D-7CB2-419A-BE8F-C4C5BAC3BB85}">
      <dgm:prSet/>
      <dgm:spPr>
        <a:solidFill>
          <a:srgbClr val="A6B7D6"/>
        </a:solidFill>
      </dgm:spPr>
      <dgm:t>
        <a:bodyPr/>
        <a:lstStyle/>
        <a:p>
          <a:pPr algn="l"/>
          <a:r>
            <a:rPr lang="en-US" dirty="0">
              <a:solidFill>
                <a:schemeClr val="tx1"/>
              </a:solidFill>
            </a:rPr>
            <a:t>Necessaria </a:t>
          </a:r>
          <a:r>
            <a:rPr lang="en-US" dirty="0" err="1">
              <a:solidFill>
                <a:schemeClr val="tx1"/>
              </a:solidFill>
            </a:rPr>
            <a:t>quando</a:t>
          </a:r>
          <a:r>
            <a:rPr lang="en-US" dirty="0">
              <a:solidFill>
                <a:schemeClr val="tx1"/>
              </a:solidFill>
            </a:rPr>
            <a:t> due o piu </a:t>
          </a:r>
          <a:r>
            <a:rPr lang="en-US" dirty="0" err="1">
              <a:solidFill>
                <a:schemeClr val="tx1"/>
              </a:solidFill>
            </a:rPr>
            <a:t>operazioni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devono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riuscire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insieme</a:t>
          </a:r>
          <a:endParaRPr lang="en-US" dirty="0">
            <a:solidFill>
              <a:schemeClr val="tx1"/>
            </a:solidFill>
          </a:endParaRPr>
        </a:p>
      </dgm:t>
    </dgm:pt>
    <dgm:pt modelId="{630128ED-D491-4C77-BC16-786CAED5DA08}" type="parTrans" cxnId="{73E744D5-42AF-4C0A-868A-D0D7B81EFE36}">
      <dgm:prSet/>
      <dgm:spPr/>
      <dgm:t>
        <a:bodyPr/>
        <a:lstStyle/>
        <a:p>
          <a:endParaRPr lang="it-IT"/>
        </a:p>
      </dgm:t>
    </dgm:pt>
    <dgm:pt modelId="{1A707A4C-55A2-491D-B8B2-425FEF7659AF}" type="sibTrans" cxnId="{73E744D5-42AF-4C0A-868A-D0D7B81EFE36}">
      <dgm:prSet/>
      <dgm:spPr/>
      <dgm:t>
        <a:bodyPr/>
        <a:lstStyle/>
        <a:p>
          <a:endParaRPr lang="it-IT"/>
        </a:p>
      </dgm:t>
    </dgm:pt>
    <dgm:pt modelId="{A97DDB4F-73F0-427A-8791-283CECD9CE18}">
      <dgm:prSet phldrT="[Testo]"/>
      <dgm:spPr>
        <a:solidFill>
          <a:srgbClr val="A6B7D6"/>
        </a:solidFill>
      </dgm:spPr>
      <dgm:t>
        <a:bodyPr/>
        <a:lstStyle/>
        <a:p>
          <a:pPr algn="l"/>
          <a:r>
            <a:rPr lang="en-US" dirty="0">
              <a:solidFill>
                <a:schemeClr val="tx1"/>
              </a:solidFill>
            </a:rPr>
            <a:t>BEGIN TRAN per </a:t>
          </a:r>
          <a:r>
            <a:rPr lang="en-US" dirty="0" err="1">
              <a:solidFill>
                <a:schemeClr val="tx1"/>
              </a:solidFill>
            </a:rPr>
            <a:t>avviare</a:t>
          </a:r>
          <a:endParaRPr lang="it-IT" dirty="0">
            <a:solidFill>
              <a:schemeClr val="tx1"/>
            </a:solidFill>
          </a:endParaRPr>
        </a:p>
      </dgm:t>
    </dgm:pt>
    <dgm:pt modelId="{9A67D99D-70AB-4D40-AD38-A5D35B2CAFCB}" type="parTrans" cxnId="{61249712-068C-4016-91FB-4A8D429440B8}">
      <dgm:prSet/>
      <dgm:spPr/>
      <dgm:t>
        <a:bodyPr/>
        <a:lstStyle/>
        <a:p>
          <a:endParaRPr lang="it-IT"/>
        </a:p>
      </dgm:t>
    </dgm:pt>
    <dgm:pt modelId="{E3A01DD1-8A80-4345-B421-30E09590FA7A}" type="sibTrans" cxnId="{61249712-068C-4016-91FB-4A8D429440B8}">
      <dgm:prSet/>
      <dgm:spPr/>
      <dgm:t>
        <a:bodyPr/>
        <a:lstStyle/>
        <a:p>
          <a:endParaRPr lang="it-IT"/>
        </a:p>
      </dgm:t>
    </dgm:pt>
    <dgm:pt modelId="{0630D94E-A274-482F-9B38-BC12F7BE1B5E}" type="pres">
      <dgm:prSet presAssocID="{9D84ABE1-F92B-4402-9683-FA4232FDDF0C}" presName="diagram" presStyleCnt="0">
        <dgm:presLayoutVars>
          <dgm:dir/>
          <dgm:resizeHandles val="exact"/>
        </dgm:presLayoutVars>
      </dgm:prSet>
      <dgm:spPr/>
    </dgm:pt>
    <dgm:pt modelId="{5FE92CCE-9FA8-4522-82E5-D0A3202C512A}" type="pres">
      <dgm:prSet presAssocID="{EDCF36C3-6F86-4949-A650-349600AB8869}" presName="node" presStyleLbl="node1" presStyleIdx="0" presStyleCnt="2">
        <dgm:presLayoutVars>
          <dgm:bulletEnabled val="1"/>
        </dgm:presLayoutVars>
      </dgm:prSet>
      <dgm:spPr/>
    </dgm:pt>
    <dgm:pt modelId="{1A16CFC9-DD43-4829-83DD-83B322697525}" type="pres">
      <dgm:prSet presAssocID="{7E4E5EAE-5D07-4FDA-99AC-B0B29C3A3CB5}" presName="sibTrans" presStyleCnt="0"/>
      <dgm:spPr/>
    </dgm:pt>
    <dgm:pt modelId="{35B7C8D7-DF79-40B1-971A-AFFEB86FE0CB}" type="pres">
      <dgm:prSet presAssocID="{7D182B8D-9888-42B4-9A58-FD9A013C3703}" presName="node" presStyleLbl="node1" presStyleIdx="1" presStyleCnt="2">
        <dgm:presLayoutVars>
          <dgm:bulletEnabled val="1"/>
        </dgm:presLayoutVars>
      </dgm:prSet>
      <dgm:spPr/>
    </dgm:pt>
  </dgm:ptLst>
  <dgm:cxnLst>
    <dgm:cxn modelId="{61249712-068C-4016-91FB-4A8D429440B8}" srcId="{7D182B8D-9888-42B4-9A58-FD9A013C3703}" destId="{A97DDB4F-73F0-427A-8791-283CECD9CE18}" srcOrd="1" destOrd="0" parTransId="{9A67D99D-70AB-4D40-AD38-A5D35B2CAFCB}" sibTransId="{E3A01DD1-8A80-4345-B421-30E09590FA7A}"/>
    <dgm:cxn modelId="{43B47E13-5F4C-409C-9359-CF5F5C0C61F0}" srcId="{EDCF36C3-6F86-4949-A650-349600AB8869}" destId="{6DE6163D-EFC2-444A-B913-7892C74D14C3}" srcOrd="2" destOrd="0" parTransId="{BA7836FD-24BB-48DE-BA7A-EE9C8CD02E72}" sibTransId="{01BC249D-F48D-4D90-8107-A9E9764A9406}"/>
    <dgm:cxn modelId="{564E8416-A6D3-4CFF-B1A7-85D3AD88B0D5}" type="presOf" srcId="{8FED48C4-3707-4650-86A9-4959DA5EB0FE}" destId="{35B7C8D7-DF79-40B1-971A-AFFEB86FE0CB}" srcOrd="0" destOrd="4" presId="urn:microsoft.com/office/officeart/2005/8/layout/default"/>
    <dgm:cxn modelId="{D6CB3A1A-B012-459E-B143-E12B5E95169E}" type="presOf" srcId="{0B9C12A0-8C3F-4B02-9C77-EBBA2BFDEFB4}" destId="{35B7C8D7-DF79-40B1-971A-AFFEB86FE0CB}" srcOrd="0" destOrd="1" presId="urn:microsoft.com/office/officeart/2005/8/layout/default"/>
    <dgm:cxn modelId="{6166C81E-E331-475F-ACE4-6A3098E16384}" type="presOf" srcId="{9B0133B0-9BC0-42B9-B5B2-6CBAD6A4DAD8}" destId="{35B7C8D7-DF79-40B1-971A-AFFEB86FE0CB}" srcOrd="0" destOrd="3" presId="urn:microsoft.com/office/officeart/2005/8/layout/default"/>
    <dgm:cxn modelId="{830BF327-EF1F-4428-BC86-011BA9E3C0ED}" srcId="{EDCF36C3-6F86-4949-A650-349600AB8869}" destId="{F04F3F0F-4043-4618-B049-AC76737B6DBF}" srcOrd="0" destOrd="0" parTransId="{A2350020-607F-4BEC-89F3-2DEC265D2F04}" sibTransId="{590729BE-3EDC-4AA7-A515-52BAC9CD3CB6}"/>
    <dgm:cxn modelId="{F066812D-AB59-4F1C-9735-9052A2599E05}" type="presOf" srcId="{F04F3F0F-4043-4618-B049-AC76737B6DBF}" destId="{5FE92CCE-9FA8-4522-82E5-D0A3202C512A}" srcOrd="0" destOrd="1" presId="urn:microsoft.com/office/officeart/2005/8/layout/default"/>
    <dgm:cxn modelId="{A5FADD36-E946-49A7-9427-741103CA824D}" type="presOf" srcId="{DAE2F5D0-925D-4FAC-9DE1-520B650FC420}" destId="{5FE92CCE-9FA8-4522-82E5-D0A3202C512A}" srcOrd="0" destOrd="2" presId="urn:microsoft.com/office/officeart/2005/8/layout/default"/>
    <dgm:cxn modelId="{82A83638-2CA4-43AB-AB80-D970806915A3}" srcId="{9D84ABE1-F92B-4402-9683-FA4232FDDF0C}" destId="{7D182B8D-9888-42B4-9A58-FD9A013C3703}" srcOrd="1" destOrd="0" parTransId="{C95B8117-A3DB-45EA-AAC8-550FBC46E074}" sibTransId="{31FFBCC2-A575-4084-915F-212189FF83B7}"/>
    <dgm:cxn modelId="{C01D0E65-ADE2-4736-9F46-D49CB432E701}" type="presOf" srcId="{EDCF36C3-6F86-4949-A650-349600AB8869}" destId="{5FE92CCE-9FA8-4522-82E5-D0A3202C512A}" srcOrd="0" destOrd="0" presId="urn:microsoft.com/office/officeart/2005/8/layout/default"/>
    <dgm:cxn modelId="{C055544E-C335-40A2-AF69-C261D05BC6C1}" srcId="{7D182B8D-9888-42B4-9A58-FD9A013C3703}" destId="{9B0133B0-9BC0-42B9-B5B2-6CBAD6A4DAD8}" srcOrd="2" destOrd="0" parTransId="{107284CD-9286-45E6-B67B-A011A5232788}" sibTransId="{4E461DDB-52B1-42D2-AB17-93C11F035911}"/>
    <dgm:cxn modelId="{BFDB2956-E879-4D7E-A36A-CA1C51D7582D}" srcId="{7D182B8D-9888-42B4-9A58-FD9A013C3703}" destId="{8FED48C4-3707-4650-86A9-4959DA5EB0FE}" srcOrd="3" destOrd="0" parTransId="{11686C62-90AB-4766-8F98-1ABCFD68130C}" sibTransId="{BE929DA5-35B7-47D1-B699-EF5C5847EB06}"/>
    <dgm:cxn modelId="{DF7C3F89-CBE9-4F39-AEEE-15CC11526DFD}" type="presOf" srcId="{6DE6163D-EFC2-444A-B913-7892C74D14C3}" destId="{5FE92CCE-9FA8-4522-82E5-D0A3202C512A}" srcOrd="0" destOrd="3" presId="urn:microsoft.com/office/officeart/2005/8/layout/default"/>
    <dgm:cxn modelId="{A5FE698B-D8DD-4735-896A-35C7ED03D1AA}" type="presOf" srcId="{9D84ABE1-F92B-4402-9683-FA4232FDDF0C}" destId="{0630D94E-A274-482F-9B38-BC12F7BE1B5E}" srcOrd="0" destOrd="0" presId="urn:microsoft.com/office/officeart/2005/8/layout/default"/>
    <dgm:cxn modelId="{4812178D-A477-4EE0-8B03-655E0DF2FA42}" type="presOf" srcId="{7D182B8D-9888-42B4-9A58-FD9A013C3703}" destId="{35B7C8D7-DF79-40B1-971A-AFFEB86FE0CB}" srcOrd="0" destOrd="0" presId="urn:microsoft.com/office/officeart/2005/8/layout/default"/>
    <dgm:cxn modelId="{7C22F8B5-9179-4C7F-B357-68CF33E60B0C}" type="presOf" srcId="{E04F749D-7CB2-419A-BE8F-C4C5BAC3BB85}" destId="{35B7C8D7-DF79-40B1-971A-AFFEB86FE0CB}" srcOrd="0" destOrd="5" presId="urn:microsoft.com/office/officeart/2005/8/layout/default"/>
    <dgm:cxn modelId="{542FA4BB-39DB-466D-9B73-5CC4F674D9FC}" type="presOf" srcId="{A97DDB4F-73F0-427A-8791-283CECD9CE18}" destId="{35B7C8D7-DF79-40B1-971A-AFFEB86FE0CB}" srcOrd="0" destOrd="2" presId="urn:microsoft.com/office/officeart/2005/8/layout/default"/>
    <dgm:cxn modelId="{4ABB01C4-7A7D-4660-801B-51720CAFFB3D}" srcId="{7D182B8D-9888-42B4-9A58-FD9A013C3703}" destId="{0B9C12A0-8C3F-4B02-9C77-EBBA2BFDEFB4}" srcOrd="0" destOrd="0" parTransId="{C2D623BE-176B-4F3D-876C-21431D9813E2}" sibTransId="{1C7AB07D-6E56-4C68-B225-BBFEBEAC1002}"/>
    <dgm:cxn modelId="{73E744D5-42AF-4C0A-868A-D0D7B81EFE36}" srcId="{7D182B8D-9888-42B4-9A58-FD9A013C3703}" destId="{E04F749D-7CB2-419A-BE8F-C4C5BAC3BB85}" srcOrd="4" destOrd="0" parTransId="{630128ED-D491-4C77-BC16-786CAED5DA08}" sibTransId="{1A707A4C-55A2-491D-B8B2-425FEF7659AF}"/>
    <dgm:cxn modelId="{2860DFE4-E392-4470-8182-D48A7BC6C64F}" srcId="{9D84ABE1-F92B-4402-9683-FA4232FDDF0C}" destId="{EDCF36C3-6F86-4949-A650-349600AB8869}" srcOrd="0" destOrd="0" parTransId="{4629F595-D424-4D30-B956-AB0A53EA46DD}" sibTransId="{7E4E5EAE-5D07-4FDA-99AC-B0B29C3A3CB5}"/>
    <dgm:cxn modelId="{9C506AEE-A5A5-4076-9B48-C0C40B177949}" srcId="{EDCF36C3-6F86-4949-A650-349600AB8869}" destId="{DAE2F5D0-925D-4FAC-9DE1-520B650FC420}" srcOrd="1" destOrd="0" parTransId="{1992E0C9-2C21-4312-BE15-A263C5A2AC5F}" sibTransId="{E7F20AB5-5447-4FCC-A740-B8E32E063607}"/>
    <dgm:cxn modelId="{5DA98EF1-712C-4154-9162-FE30D5786FEA}" type="presParOf" srcId="{0630D94E-A274-482F-9B38-BC12F7BE1B5E}" destId="{5FE92CCE-9FA8-4522-82E5-D0A3202C512A}" srcOrd="0" destOrd="0" presId="urn:microsoft.com/office/officeart/2005/8/layout/default"/>
    <dgm:cxn modelId="{C308F824-C719-4A95-9273-1C58079F425D}" type="presParOf" srcId="{0630D94E-A274-482F-9B38-BC12F7BE1B5E}" destId="{1A16CFC9-DD43-4829-83DD-83B322697525}" srcOrd="1" destOrd="0" presId="urn:microsoft.com/office/officeart/2005/8/layout/default"/>
    <dgm:cxn modelId="{F215A625-6EA3-4055-981D-54BBBB168AAC}" type="presParOf" srcId="{0630D94E-A274-482F-9B38-BC12F7BE1B5E}" destId="{35B7C8D7-DF79-40B1-971A-AFFEB86FE0CB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7675B3-CBC1-4D81-AA80-13CE7334BE69}">
      <dsp:nvSpPr>
        <dsp:cNvPr id="0" name=""/>
        <dsp:cNvSpPr/>
      </dsp:nvSpPr>
      <dsp:spPr>
        <a:xfrm>
          <a:off x="0" y="8251"/>
          <a:ext cx="8642350" cy="1774507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>
              <a:alpha val="9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0E0940-A629-4F3E-BA84-620FC446B63B}">
      <dsp:nvSpPr>
        <dsp:cNvPr id="0" name=""/>
        <dsp:cNvSpPr/>
      </dsp:nvSpPr>
      <dsp:spPr>
        <a:xfrm>
          <a:off x="261650" y="236601"/>
          <a:ext cx="1888150" cy="1301305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l="15540" r="15540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8E81E2-930D-4299-BB4A-429B1923B8CC}">
      <dsp:nvSpPr>
        <dsp:cNvPr id="0" name=""/>
        <dsp:cNvSpPr/>
      </dsp:nvSpPr>
      <dsp:spPr>
        <a:xfrm rot="10800000">
          <a:off x="261650" y="1774507"/>
          <a:ext cx="1888150" cy="2168842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kern="1200" dirty="0"/>
            <a:t>INSERT</a:t>
          </a:r>
          <a:endParaRPr lang="it-IT" sz="17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Singola riga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Multi-riga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Bulk </a:t>
          </a:r>
          <a:r>
            <a:rPr lang="it-IT" sz="1300" kern="1200" dirty="0" err="1"/>
            <a:t>insert</a:t>
          </a:r>
          <a:endParaRPr lang="it-IT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Identity e SCOPE_IDENTITY	</a:t>
          </a:r>
        </a:p>
      </dsp:txBody>
      <dsp:txXfrm rot="10800000">
        <a:off x="319717" y="1774507"/>
        <a:ext cx="1772016" cy="2110775"/>
      </dsp:txXfrm>
    </dsp:sp>
    <dsp:sp modelId="{E6F33BB0-5AF0-4D49-A2DF-B843F0E6783C}">
      <dsp:nvSpPr>
        <dsp:cNvPr id="0" name=""/>
        <dsp:cNvSpPr/>
      </dsp:nvSpPr>
      <dsp:spPr>
        <a:xfrm>
          <a:off x="2338616" y="236601"/>
          <a:ext cx="1888150" cy="1301305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15540" r="15540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EDBEB8-0D9B-41C8-BAC2-2E69CD618183}">
      <dsp:nvSpPr>
        <dsp:cNvPr id="0" name=""/>
        <dsp:cNvSpPr/>
      </dsp:nvSpPr>
      <dsp:spPr>
        <a:xfrm rot="10800000">
          <a:off x="2338616" y="1774507"/>
          <a:ext cx="1888150" cy="2168842"/>
        </a:xfrm>
        <a:prstGeom prst="round2SameRect">
          <a:avLst>
            <a:gd name="adj1" fmla="val 10500"/>
            <a:gd name="adj2" fmla="val 0"/>
          </a:avLst>
        </a:prstGeom>
        <a:noFill/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kern="1200" dirty="0"/>
            <a:t>UPDATE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Sintassi base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UPDATE con FROM/JOIN</a:t>
          </a:r>
        </a:p>
      </dsp:txBody>
      <dsp:txXfrm rot="10800000">
        <a:off x="2396683" y="1774507"/>
        <a:ext cx="1772016" cy="2110775"/>
      </dsp:txXfrm>
    </dsp:sp>
    <dsp:sp modelId="{38AF4963-AAA9-4E30-ABE4-C8382111EE81}">
      <dsp:nvSpPr>
        <dsp:cNvPr id="0" name=""/>
        <dsp:cNvSpPr/>
      </dsp:nvSpPr>
      <dsp:spPr>
        <a:xfrm>
          <a:off x="4415582" y="236601"/>
          <a:ext cx="1888150" cy="1301305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15540" r="15540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1F988B-DE1B-458A-9EA7-BB35FE57DC74}">
      <dsp:nvSpPr>
        <dsp:cNvPr id="0" name=""/>
        <dsp:cNvSpPr/>
      </dsp:nvSpPr>
      <dsp:spPr>
        <a:xfrm rot="10800000">
          <a:off x="4415582" y="1774507"/>
          <a:ext cx="1888150" cy="2168842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kern="1200" dirty="0"/>
            <a:t>DELETE vs TRUNCATE</a:t>
          </a:r>
          <a:endParaRPr lang="it-IT" sz="17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Differenza chiave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Quando usare TRUNCATE</a:t>
          </a:r>
        </a:p>
      </dsp:txBody>
      <dsp:txXfrm rot="10800000">
        <a:off x="4473649" y="1774507"/>
        <a:ext cx="1772016" cy="2110775"/>
      </dsp:txXfrm>
    </dsp:sp>
    <dsp:sp modelId="{FFE68A80-8BD7-42B3-8EE4-2EDBA63F756C}">
      <dsp:nvSpPr>
        <dsp:cNvPr id="0" name=""/>
        <dsp:cNvSpPr/>
      </dsp:nvSpPr>
      <dsp:spPr>
        <a:xfrm>
          <a:off x="6492548" y="236601"/>
          <a:ext cx="1888150" cy="130130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23000" b="-23000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E080BF-A278-4C2E-944E-BF966591CAC9}">
      <dsp:nvSpPr>
        <dsp:cNvPr id="0" name=""/>
        <dsp:cNvSpPr/>
      </dsp:nvSpPr>
      <dsp:spPr>
        <a:xfrm rot="10800000">
          <a:off x="6492548" y="1774507"/>
          <a:ext cx="1888150" cy="2168842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kern="1200" dirty="0"/>
            <a:t>Best practices e checklist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DML in batch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Clausola OUTPUT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Transazione implicita vs esplicita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Checklist</a:t>
          </a:r>
        </a:p>
      </dsp:txBody>
      <dsp:txXfrm rot="10800000">
        <a:off x="6550615" y="1774507"/>
        <a:ext cx="1772016" cy="21107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405120-0B52-4B15-A1EC-483E064687B7}">
      <dsp:nvSpPr>
        <dsp:cNvPr id="0" name=""/>
        <dsp:cNvSpPr/>
      </dsp:nvSpPr>
      <dsp:spPr>
        <a:xfrm>
          <a:off x="274354" y="1595"/>
          <a:ext cx="3123698" cy="1874219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/>
            <a:t>Ogni istruzione DML è atomica, o viene completata interamente o non viene eseguita affatto</a:t>
          </a:r>
        </a:p>
      </dsp:txBody>
      <dsp:txXfrm>
        <a:off x="274354" y="1595"/>
        <a:ext cx="3123698" cy="1874219"/>
      </dsp:txXfrm>
    </dsp:sp>
    <dsp:sp modelId="{19EABE64-7089-4E05-BCF3-46CAFDAB9615}">
      <dsp:nvSpPr>
        <dsp:cNvPr id="0" name=""/>
        <dsp:cNvSpPr/>
      </dsp:nvSpPr>
      <dsp:spPr>
        <a:xfrm>
          <a:off x="274354" y="2188184"/>
          <a:ext cx="3123698" cy="1874219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>
              <a:solidFill>
                <a:schemeClr val="tx1"/>
              </a:solidFill>
            </a:rPr>
            <a:t>Per coordinare più operazioni DML occorre una transazione esplicita</a:t>
          </a:r>
        </a:p>
      </dsp:txBody>
      <dsp:txXfrm>
        <a:off x="274354" y="2188184"/>
        <a:ext cx="3123698" cy="18742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E92CCE-9FA8-4522-82E5-D0A3202C512A}">
      <dsp:nvSpPr>
        <dsp:cNvPr id="0" name=""/>
        <dsp:cNvSpPr/>
      </dsp:nvSpPr>
      <dsp:spPr>
        <a:xfrm>
          <a:off x="1010" y="761094"/>
          <a:ext cx="3942663" cy="2365598"/>
        </a:xfrm>
        <a:prstGeom prst="rect">
          <a:avLst/>
        </a:prstGeom>
        <a:solidFill>
          <a:srgbClr val="A6B7D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>
              <a:solidFill>
                <a:schemeClr val="tx1"/>
              </a:solidFill>
            </a:rPr>
            <a:t>Transazione</a:t>
          </a:r>
          <a:r>
            <a:rPr lang="en-US" sz="2200" kern="1200" dirty="0">
              <a:solidFill>
                <a:schemeClr val="tx1"/>
              </a:solidFill>
            </a:rPr>
            <a:t> </a:t>
          </a:r>
          <a:r>
            <a:rPr lang="en-US" sz="2200" kern="1200" dirty="0" err="1">
              <a:solidFill>
                <a:schemeClr val="tx1"/>
              </a:solidFill>
            </a:rPr>
            <a:t>implicita</a:t>
          </a:r>
          <a:r>
            <a:rPr lang="en-US" sz="2200" kern="1200" dirty="0">
              <a:solidFill>
                <a:schemeClr val="tx1"/>
              </a:solidFill>
            </a:rPr>
            <a:t> (</a:t>
          </a:r>
          <a:r>
            <a:rPr lang="en-US" sz="2200" kern="1200" dirty="0" err="1">
              <a:solidFill>
                <a:schemeClr val="tx1"/>
              </a:solidFill>
            </a:rPr>
            <a:t>autocommit</a:t>
          </a:r>
          <a:r>
            <a:rPr lang="en-US" sz="2200" kern="1200" dirty="0">
              <a:solidFill>
                <a:schemeClr val="tx1"/>
              </a:solidFill>
            </a:rPr>
            <a:t>)</a:t>
          </a:r>
          <a:endParaRPr lang="it-IT" sz="2200" kern="1200" dirty="0">
            <a:solidFill>
              <a:schemeClr val="tx1"/>
            </a:solidFill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solidFill>
                <a:schemeClr val="tx1"/>
              </a:solidFill>
            </a:rPr>
            <a:t>Ogni </a:t>
          </a:r>
          <a:r>
            <a:rPr lang="en-US" sz="1700" kern="1200" dirty="0" err="1">
              <a:solidFill>
                <a:schemeClr val="tx1"/>
              </a:solidFill>
            </a:rPr>
            <a:t>singola</a:t>
          </a:r>
          <a:r>
            <a:rPr lang="en-US" sz="1700" kern="1200" dirty="0">
              <a:solidFill>
                <a:schemeClr val="tx1"/>
              </a:solidFill>
            </a:rPr>
            <a:t> </a:t>
          </a:r>
          <a:r>
            <a:rPr lang="en-US" sz="1700" kern="1200" dirty="0" err="1">
              <a:solidFill>
                <a:schemeClr val="tx1"/>
              </a:solidFill>
            </a:rPr>
            <a:t>istruzione</a:t>
          </a:r>
          <a:r>
            <a:rPr lang="en-US" sz="1700" kern="1200" dirty="0">
              <a:solidFill>
                <a:schemeClr val="tx1"/>
              </a:solidFill>
            </a:rPr>
            <a:t> DML è </a:t>
          </a:r>
          <a:r>
            <a:rPr lang="en-US" sz="1700" kern="1200" dirty="0" err="1">
              <a:solidFill>
                <a:schemeClr val="tx1"/>
              </a:solidFill>
            </a:rPr>
            <a:t>una</a:t>
          </a:r>
          <a:r>
            <a:rPr lang="en-US" sz="1700" kern="1200" dirty="0">
              <a:solidFill>
                <a:schemeClr val="tx1"/>
              </a:solidFill>
            </a:rPr>
            <a:t> </a:t>
          </a:r>
          <a:r>
            <a:rPr lang="en-US" sz="1700" kern="1200" dirty="0" err="1">
              <a:solidFill>
                <a:schemeClr val="tx1"/>
              </a:solidFill>
            </a:rPr>
            <a:t>transazione</a:t>
          </a:r>
          <a:r>
            <a:rPr lang="en-US" sz="1700" kern="1200" dirty="0">
              <a:solidFill>
                <a:schemeClr val="tx1"/>
              </a:solidFill>
            </a:rPr>
            <a:t> a </a:t>
          </a:r>
          <a:r>
            <a:rPr lang="en-US" sz="1700" kern="1200" dirty="0" err="1">
              <a:solidFill>
                <a:schemeClr val="tx1"/>
              </a:solidFill>
            </a:rPr>
            <a:t>sè</a:t>
          </a:r>
          <a:endParaRPr lang="it-IT" sz="1700" kern="1200" dirty="0">
            <a:solidFill>
              <a:schemeClr val="tx1"/>
            </a:solidFill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solidFill>
                <a:schemeClr val="tx1"/>
              </a:solidFill>
            </a:rPr>
            <a:t>Se </a:t>
          </a:r>
          <a:r>
            <a:rPr lang="en-US" sz="1700" kern="1200" dirty="0" err="1">
              <a:solidFill>
                <a:schemeClr val="tx1"/>
              </a:solidFill>
            </a:rPr>
            <a:t>fallisce</a:t>
          </a:r>
          <a:r>
            <a:rPr lang="en-US" sz="1700" kern="1200" dirty="0">
              <a:solidFill>
                <a:schemeClr val="tx1"/>
              </a:solidFill>
            </a:rPr>
            <a:t>, </a:t>
          </a:r>
          <a:r>
            <a:rPr lang="en-US" sz="1700" kern="1200" dirty="0" err="1">
              <a:solidFill>
                <a:schemeClr val="tx1"/>
              </a:solidFill>
            </a:rPr>
            <a:t>viene</a:t>
          </a:r>
          <a:r>
            <a:rPr lang="en-US" sz="1700" kern="1200" dirty="0">
              <a:solidFill>
                <a:schemeClr val="tx1"/>
              </a:solidFill>
            </a:rPr>
            <a:t> </a:t>
          </a:r>
          <a:r>
            <a:rPr lang="en-US" sz="1700" kern="1200" dirty="0" err="1">
              <a:solidFill>
                <a:schemeClr val="tx1"/>
              </a:solidFill>
            </a:rPr>
            <a:t>annullata</a:t>
          </a:r>
          <a:r>
            <a:rPr lang="en-US" sz="1700" kern="1200" dirty="0">
              <a:solidFill>
                <a:schemeClr val="tx1"/>
              </a:solidFill>
            </a:rPr>
            <a:t> </a:t>
          </a:r>
          <a:r>
            <a:rPr lang="en-US" sz="1700" kern="1200" dirty="0" err="1">
              <a:solidFill>
                <a:schemeClr val="tx1"/>
              </a:solidFill>
            </a:rPr>
            <a:t>automaticamente</a:t>
          </a:r>
          <a:endParaRPr lang="en-US" sz="1700" kern="1200" dirty="0">
            <a:solidFill>
              <a:schemeClr val="tx1"/>
            </a:solidFill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 err="1">
              <a:solidFill>
                <a:schemeClr val="tx1"/>
              </a:solidFill>
            </a:rPr>
            <a:t>Comportamento</a:t>
          </a:r>
          <a:r>
            <a:rPr lang="en-US" sz="1700" kern="1200" dirty="0">
              <a:solidFill>
                <a:schemeClr val="tx1"/>
              </a:solidFill>
            </a:rPr>
            <a:t> di default di SQL Server</a:t>
          </a:r>
        </a:p>
      </dsp:txBody>
      <dsp:txXfrm>
        <a:off x="1010" y="761094"/>
        <a:ext cx="3942663" cy="2365598"/>
      </dsp:txXfrm>
    </dsp:sp>
    <dsp:sp modelId="{35B7C8D7-DF79-40B1-971A-AFFEB86FE0CB}">
      <dsp:nvSpPr>
        <dsp:cNvPr id="0" name=""/>
        <dsp:cNvSpPr/>
      </dsp:nvSpPr>
      <dsp:spPr>
        <a:xfrm>
          <a:off x="4337940" y="761094"/>
          <a:ext cx="3942663" cy="2365598"/>
        </a:xfrm>
        <a:prstGeom prst="rect">
          <a:avLst/>
        </a:prstGeom>
        <a:solidFill>
          <a:srgbClr val="A6B7D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>
              <a:solidFill>
                <a:schemeClr val="tx1"/>
              </a:solidFill>
            </a:rPr>
            <a:t>Transazione</a:t>
          </a:r>
          <a:r>
            <a:rPr lang="en-US" sz="2200" kern="1200" dirty="0">
              <a:solidFill>
                <a:schemeClr val="tx1"/>
              </a:solidFill>
            </a:rPr>
            <a:t> </a:t>
          </a:r>
          <a:r>
            <a:rPr lang="en-US" sz="2200" kern="1200" dirty="0" err="1">
              <a:solidFill>
                <a:schemeClr val="tx1"/>
              </a:solidFill>
            </a:rPr>
            <a:t>esplicita</a:t>
          </a:r>
          <a:endParaRPr lang="it-IT" sz="2200" kern="1200" dirty="0">
            <a:solidFill>
              <a:schemeClr val="tx1"/>
            </a:solidFill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it-IT" sz="1700" kern="1200" dirty="0">
            <a:solidFill>
              <a:schemeClr val="tx1"/>
            </a:solidFill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solidFill>
                <a:schemeClr val="tx1"/>
              </a:solidFill>
            </a:rPr>
            <a:t>BEGIN TRAN per </a:t>
          </a:r>
          <a:r>
            <a:rPr lang="en-US" sz="1700" kern="1200" dirty="0" err="1">
              <a:solidFill>
                <a:schemeClr val="tx1"/>
              </a:solidFill>
            </a:rPr>
            <a:t>avviare</a:t>
          </a:r>
          <a:endParaRPr lang="it-IT" sz="1700" kern="1200" dirty="0">
            <a:solidFill>
              <a:schemeClr val="tx1"/>
            </a:solidFill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solidFill>
                <a:schemeClr val="tx1"/>
              </a:solidFill>
            </a:rPr>
            <a:t>COMMIT per </a:t>
          </a:r>
          <a:r>
            <a:rPr lang="en-US" sz="1700" kern="1200" dirty="0" err="1">
              <a:solidFill>
                <a:schemeClr val="tx1"/>
              </a:solidFill>
            </a:rPr>
            <a:t>confermare</a:t>
          </a:r>
          <a:endParaRPr lang="en-US" sz="1700" kern="1200" dirty="0">
            <a:solidFill>
              <a:schemeClr val="tx1"/>
            </a:solidFill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solidFill>
                <a:schemeClr val="tx1"/>
              </a:solidFill>
            </a:rPr>
            <a:t>ROLLBACK per </a:t>
          </a:r>
          <a:r>
            <a:rPr lang="en-US" sz="1700" kern="1200" dirty="0" err="1">
              <a:solidFill>
                <a:schemeClr val="tx1"/>
              </a:solidFill>
            </a:rPr>
            <a:t>annullare</a:t>
          </a:r>
          <a:r>
            <a:rPr lang="en-US" sz="1700" kern="1200" dirty="0">
              <a:solidFill>
                <a:schemeClr val="tx1"/>
              </a:solidFill>
            </a:rPr>
            <a:t> </a:t>
          </a:r>
          <a:r>
            <a:rPr lang="en-US" sz="1700" kern="1200" dirty="0" err="1">
              <a:solidFill>
                <a:schemeClr val="tx1"/>
              </a:solidFill>
            </a:rPr>
            <a:t>tutto</a:t>
          </a:r>
          <a:endParaRPr lang="en-US" sz="1700" kern="1200" dirty="0">
            <a:solidFill>
              <a:schemeClr val="tx1"/>
            </a:solidFill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solidFill>
                <a:schemeClr val="tx1"/>
              </a:solidFill>
            </a:rPr>
            <a:t>Necessaria </a:t>
          </a:r>
          <a:r>
            <a:rPr lang="en-US" sz="1700" kern="1200" dirty="0" err="1">
              <a:solidFill>
                <a:schemeClr val="tx1"/>
              </a:solidFill>
            </a:rPr>
            <a:t>quando</a:t>
          </a:r>
          <a:r>
            <a:rPr lang="en-US" sz="1700" kern="1200" dirty="0">
              <a:solidFill>
                <a:schemeClr val="tx1"/>
              </a:solidFill>
            </a:rPr>
            <a:t> due o piu </a:t>
          </a:r>
          <a:r>
            <a:rPr lang="en-US" sz="1700" kern="1200" dirty="0" err="1">
              <a:solidFill>
                <a:schemeClr val="tx1"/>
              </a:solidFill>
            </a:rPr>
            <a:t>operazioni</a:t>
          </a:r>
          <a:r>
            <a:rPr lang="en-US" sz="1700" kern="1200" dirty="0">
              <a:solidFill>
                <a:schemeClr val="tx1"/>
              </a:solidFill>
            </a:rPr>
            <a:t> </a:t>
          </a:r>
          <a:r>
            <a:rPr lang="en-US" sz="1700" kern="1200" dirty="0" err="1">
              <a:solidFill>
                <a:schemeClr val="tx1"/>
              </a:solidFill>
            </a:rPr>
            <a:t>devono</a:t>
          </a:r>
          <a:r>
            <a:rPr lang="en-US" sz="1700" kern="1200" dirty="0">
              <a:solidFill>
                <a:schemeClr val="tx1"/>
              </a:solidFill>
            </a:rPr>
            <a:t> </a:t>
          </a:r>
          <a:r>
            <a:rPr lang="en-US" sz="1700" kern="1200" dirty="0" err="1">
              <a:solidFill>
                <a:schemeClr val="tx1"/>
              </a:solidFill>
            </a:rPr>
            <a:t>riuscire</a:t>
          </a:r>
          <a:r>
            <a:rPr lang="en-US" sz="1700" kern="1200" dirty="0">
              <a:solidFill>
                <a:schemeClr val="tx1"/>
              </a:solidFill>
            </a:rPr>
            <a:t> </a:t>
          </a:r>
          <a:r>
            <a:rPr lang="en-US" sz="1700" kern="1200" dirty="0" err="1">
              <a:solidFill>
                <a:schemeClr val="tx1"/>
              </a:solidFill>
            </a:rPr>
            <a:t>insieme</a:t>
          </a:r>
          <a:endParaRPr lang="en-US" sz="1700" kern="1200" dirty="0">
            <a:solidFill>
              <a:schemeClr val="tx1"/>
            </a:solidFill>
          </a:endParaRPr>
        </a:p>
      </dsp:txBody>
      <dsp:txXfrm>
        <a:off x="4337940" y="761094"/>
        <a:ext cx="3942663" cy="23655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248258A5-DC51-4C40-8133-EBDA4B5D97F7}" type="datetimeFigureOut">
              <a:rPr lang="it-IT" smtClean="0"/>
              <a:pPr/>
              <a:t>05/08/2026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4E5DA427-FE90-406E-9D90-D8AF6ED9F7F9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422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C3299855-277B-4364-AE49-729F5FF1E17A}" type="datetimeFigureOut">
              <a:rPr lang="it-IT" smtClean="0"/>
              <a:pPr/>
              <a:t>05/08/2026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5" rIns="91432" bIns="45715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</p:spPr>
        <p:txBody>
          <a:bodyPr vert="horz" lIns="91432" tIns="45715" rIns="91432" bIns="45715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7044E27A-C44E-4CBB-87AC-E383B3A8CE46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3077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Abbiamo visto come leggere, ma facilmente non ci basta leggere da una tabella soltanto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0349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8006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DML (manipolano i dati). La SELECT legge, le DML scrivono.</a:t>
            </a:r>
          </a:p>
          <a:p>
            <a:r>
              <a:rPr lang="it-IT" dirty="0"/>
              <a:t>E’ importante il concetto di atomicità della singola istruzione: se un INSERT fallisce a metà (per esempio per un vincolo), nessuna riga viene inserita. SQL Server non lascia mai i dati in uno stato "a metà".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Quando servono più operazioni atomiche insieme serve una transazione esplicita.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8188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1464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Perché è importante specificare le colonne</a:t>
            </a:r>
            <a:br>
              <a:rPr lang="it-IT" dirty="0"/>
            </a:br>
            <a:r>
              <a:rPr lang="it-IT" dirty="0"/>
              <a:t>Valori di default per colonne non indicate</a:t>
            </a:r>
          </a:p>
          <a:p>
            <a:r>
              <a:rPr lang="it-IT" dirty="0"/>
              <a:t>Ordine VALUES deve corrispondere a ordine delle colonne dichiarate, può essere diverso da ordine colonne in tabella.</a:t>
            </a:r>
            <a:br>
              <a:rPr lang="it-IT" dirty="0"/>
            </a:br>
            <a:br>
              <a:rPr lang="it-IT" dirty="0"/>
            </a:br>
            <a:r>
              <a:rPr lang="it-IT" dirty="0"/>
              <a:t>DEMO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7283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98CE0-5A1A-60A4-9AE9-B76BA56B7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8223EA7-5C5E-EDA8-C714-DFC5707F6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5C3071A-C036-BEF2-FAE3-567A699DD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INSERT VALUES e elenco valori massimo 1.000 righe nella clausola VALUES </a:t>
            </a:r>
          </a:p>
          <a:p>
            <a:r>
              <a:rPr lang="it-IT" dirty="0"/>
              <a:t>Per volumi maggiori, è meglio INSERT...SELECT o bulk </a:t>
            </a:r>
            <a:r>
              <a:rPr lang="it-IT" dirty="0" err="1"/>
              <a:t>insert</a:t>
            </a:r>
            <a:r>
              <a:rPr lang="it-IT" dirty="0"/>
              <a:t> </a:t>
            </a:r>
          </a:p>
          <a:p>
            <a:endParaRPr lang="it-IT" dirty="0"/>
          </a:p>
          <a:p>
            <a:r>
              <a:rPr lang="it-IT" dirty="0"/>
              <a:t>INSERT...SELECT è il cavallo di battaglia per popolare tabelle di </a:t>
            </a:r>
            <a:r>
              <a:rPr lang="it-IT" dirty="0" err="1"/>
              <a:t>staging</a:t>
            </a:r>
            <a:r>
              <a:rPr lang="it-IT" dirty="0"/>
              <a:t>, spostare dati tra ambienti, creare backup logici. La tabella di destinazione deve già esistere.</a:t>
            </a:r>
          </a:p>
          <a:p>
            <a:endParaRPr lang="it-IT" dirty="0"/>
          </a:p>
          <a:p>
            <a:r>
              <a:rPr lang="it-IT" dirty="0"/>
              <a:t>SELECT INTO è un caso speciale: crea la tabella al volo. Utile per debug e analisi rapida, ma attenzione: non copia indici, default, né </a:t>
            </a:r>
            <a:r>
              <a:rPr lang="it-IT" dirty="0" err="1"/>
              <a:t>identity</a:t>
            </a:r>
            <a:r>
              <a:rPr lang="it-IT" dirty="0"/>
              <a:t>. La tabella risultante è "nuda".</a:t>
            </a:r>
          </a:p>
          <a:p>
            <a:br>
              <a:rPr lang="it-IT" dirty="0"/>
            </a:br>
            <a:r>
              <a:rPr lang="it-IT" dirty="0"/>
              <a:t>DEMO</a:t>
            </a:r>
          </a:p>
          <a:p>
            <a:br>
              <a:rPr lang="it-IT" dirty="0"/>
            </a:br>
            <a:br>
              <a:rPr lang="it-IT" dirty="0"/>
            </a:br>
            <a:r>
              <a:rPr lang="it-IT" dirty="0"/>
              <a:t>DEMO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B2F74F6-5148-4A74-6370-0E5F336DE7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72800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E3242-BBED-F06E-2C41-6C5CA6DB6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91F0CCC-726A-685D-BC62-A845D24D24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2205B18-3D79-F9A6-D75F-FF3130742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Bulk </a:t>
            </a:r>
            <a:r>
              <a:rPr lang="it-IT" dirty="0" err="1"/>
              <a:t>insert</a:t>
            </a:r>
            <a:r>
              <a:rPr lang="it-IT" dirty="0"/>
              <a:t> lavora da file</a:t>
            </a:r>
          </a:p>
          <a:p>
            <a:r>
              <a:rPr lang="it-IT" dirty="0"/>
              <a:t>Utile per caricare volumi di dati da file esterni</a:t>
            </a:r>
            <a:br>
              <a:rPr lang="it-IT" dirty="0"/>
            </a:br>
            <a:r>
              <a:rPr lang="it-IT" dirty="0"/>
              <a:t>E’ molto rapida perché salta gran parte del </a:t>
            </a:r>
            <a:r>
              <a:rPr lang="it-IT" dirty="0" err="1"/>
              <a:t>logging</a:t>
            </a:r>
            <a:endParaRPr lang="it-IT" dirty="0"/>
          </a:p>
          <a:p>
            <a:r>
              <a:rPr lang="it-IT" dirty="0"/>
              <a:t>Blocca la tabella</a:t>
            </a:r>
            <a:br>
              <a:rPr lang="it-IT" dirty="0"/>
            </a:br>
            <a:br>
              <a:rPr lang="it-IT" dirty="0"/>
            </a:br>
            <a:r>
              <a:rPr lang="it-IT" dirty="0"/>
              <a:t>DEMO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7B24B79-1B5C-B109-239F-0D9B029184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4692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3 modi di recuperarlo</a:t>
            </a:r>
          </a:p>
          <a:p>
            <a:r>
              <a:rPr lang="it-IT" dirty="0"/>
              <a:t>C’è un quarto con output che vediamo dopo</a:t>
            </a:r>
          </a:p>
          <a:p>
            <a:r>
              <a:rPr lang="it-IT" dirty="0"/>
              <a:t>SCOPE_IDENTITY() unica garanzia, @@identity ultimo inserito (trigger)</a:t>
            </a:r>
          </a:p>
          <a:p>
            <a:r>
              <a:rPr lang="it-IT" dirty="0"/>
              <a:t>IDENT_CURRENT ultimo valore per quella tabella da qualsiasi sessione (pericoloso in concorrenza)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1721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19951-58CB-A6A4-C962-5AF641520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399363C-7E2B-0ECB-F759-00AF3CC74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A76B18B-03D7-3738-5E87-65C2C8596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89539D0-45BA-059D-AEE1-1F82DB0000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1225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31A78-DC9A-2DB7-E359-ACB293CA7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FB99312-08C3-D52F-DEF5-E89B3A1AF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C069501-3EAE-805E-8406-7262B8FDA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Importante </a:t>
            </a:r>
            <a:r>
              <a:rPr lang="it-IT" dirty="0" err="1"/>
              <a:t>where</a:t>
            </a:r>
            <a:br>
              <a:rPr lang="it-IT" dirty="0"/>
            </a:br>
            <a:br>
              <a:rPr lang="it-IT" dirty="0"/>
            </a:br>
            <a:r>
              <a:rPr lang="it-IT" dirty="0"/>
              <a:t>DEMO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ECFFF00-04AD-FAB1-ADA1-CBC208AE81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1102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69AB2-630C-70B4-097B-A2D7D630D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F60BE66-5849-A6E8-7824-BD2BCC2D89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CEA7C01-9EE8-2F5C-A74E-D0C3079AB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Importante </a:t>
            </a:r>
            <a:r>
              <a:rPr lang="it-IT" dirty="0" err="1"/>
              <a:t>where</a:t>
            </a:r>
            <a:br>
              <a:rPr lang="it-IT" dirty="0"/>
            </a:br>
            <a:br>
              <a:rPr lang="it-IT" dirty="0"/>
            </a:br>
            <a:r>
              <a:rPr lang="it-IT" dirty="0"/>
              <a:t>DEMO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3A42ABB-DC5C-AE0C-1EBB-1EE4D33FC4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486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F99E4-CD42-8A46-F38E-5DAAF8FDE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B699FA2-62EF-40AA-C866-E20C218445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3A9938A-8C51-A472-0A54-A7C18117A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D8FC706-0902-0830-0716-6D4048E123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2400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D0A80-32A0-E2C0-3FED-3CEE28F88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2668855-24DF-3FB6-361C-D6FDE506A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FF42E06-335F-ECCB-C381-27C74F284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Importante </a:t>
            </a:r>
            <a:r>
              <a:rPr lang="it-IT" dirty="0" err="1"/>
              <a:t>where</a:t>
            </a:r>
            <a:br>
              <a:rPr lang="it-IT" dirty="0"/>
            </a:br>
            <a:br>
              <a:rPr lang="it-IT" dirty="0"/>
            </a:br>
            <a:r>
              <a:rPr lang="it-IT" dirty="0"/>
              <a:t>DEMO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8EB8CE3-CB11-AEC1-0C30-6D021445E0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14290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92152-0C0C-A2D8-6022-52E70CCAC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2913E2C-5A5E-D931-0221-3EBAA9A0F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474365E-C391-1ED1-8214-B73C53EED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it-IT" dirty="0"/>
            </a:br>
            <a:br>
              <a:rPr lang="it-IT" dirty="0"/>
            </a:br>
            <a:r>
              <a:rPr lang="it-IT" dirty="0"/>
              <a:t>DEMO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B098EE1-44A3-06DD-E6D0-2A9A2B8C5E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94055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3DA9F-3D7A-F339-5DEB-27C884219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7F29B79-FDE5-9DC3-D9F5-23A2E470D0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EF4B1B7-CE9B-993A-F7C7-F314BCC74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A29066D-A6AD-73BE-2B9B-834962911E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2249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DC758-77D1-68A6-1B8A-930EE4A47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F5F8C56-FABF-DBBE-4481-E92DDC2D97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1340F00-3003-7096-4E3B-28374F680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Cosa dire:</a:t>
            </a:r>
            <a:r>
              <a:rPr lang="it-IT" dirty="0"/>
              <a:t> Questo è un pattern fondamentale per il mondo reale. Se lanciate un DELETE FROM su 10 milioni di righe, SQL Server:</a:t>
            </a:r>
          </a:p>
          <a:p>
            <a:r>
              <a:rPr lang="it-IT" dirty="0"/>
              <a:t>Prende un lock a livello di tabella (lock escalation)</a:t>
            </a:r>
          </a:p>
          <a:p>
            <a:r>
              <a:rPr lang="it-IT" dirty="0"/>
              <a:t>Il </a:t>
            </a:r>
            <a:r>
              <a:rPr lang="it-IT" dirty="0" err="1"/>
              <a:t>transaction</a:t>
            </a:r>
            <a:r>
              <a:rPr lang="it-IT" dirty="0"/>
              <a:t> log cresce enormemente</a:t>
            </a:r>
          </a:p>
          <a:p>
            <a:r>
              <a:rPr lang="it-IT" dirty="0"/>
              <a:t>Tutte le altre query sulla tabella si bloccano</a:t>
            </a:r>
          </a:p>
          <a:p>
            <a:endParaRPr lang="it-IT" dirty="0"/>
          </a:p>
          <a:p>
            <a:r>
              <a:rPr lang="it-IT" dirty="0"/>
              <a:t>Il pattern TOP + WHILE risolve tutti e tre i problemi: ogni batch tocca poche migliaia di righe, il lock viene rilasciato tra un'iterazione e l'altra, e il log viene troncato (se il recovery model lo consente).</a:t>
            </a:r>
          </a:p>
          <a:p>
            <a:r>
              <a:rPr lang="it-IT" dirty="0"/>
              <a:t>Mostrate il codice e spiegate il flusso:</a:t>
            </a:r>
          </a:p>
          <a:p>
            <a:r>
              <a:rPr lang="it-IT" dirty="0"/>
              <a:t>DELETE TOP (5000) — cancella al massimo 5000 righe</a:t>
            </a:r>
          </a:p>
          <a:p>
            <a:r>
              <a:rPr lang="it-IT" dirty="0"/>
              <a:t>@@ROWCOUNT — quante ne ha cancellate?</a:t>
            </a:r>
          </a:p>
          <a:p>
            <a:r>
              <a:rPr lang="it-IT" dirty="0"/>
              <a:t>Se &gt; 0, ripeti</a:t>
            </a:r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Idem per update</a:t>
            </a:r>
          </a:p>
          <a:p>
            <a:br>
              <a:rPr lang="it-IT" dirty="0"/>
            </a:br>
            <a:br>
              <a:rPr lang="it-IT" dirty="0"/>
            </a:br>
            <a:r>
              <a:rPr lang="it-IT" dirty="0"/>
              <a:t>DEMO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91CDADE-7BA2-2372-7860-0B36081982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35120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AA0C8-3E7C-AF23-1173-6500A82D4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14D220E-121A-1BA1-2F21-1FD9B9CE61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B1A77D5-D771-0FA2-1DB3-B764DD8BB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La clausola OUTPUT è una delle funzionalità più sottovalutate di T-SQL. Permette di "vedere" cosa la DML ha fatto, durante l'esecuzione stessa.</a:t>
            </a:r>
          </a:p>
          <a:p>
            <a:r>
              <a:rPr lang="it-IT" dirty="0"/>
              <a:t>Due tabelle virtuali:</a:t>
            </a:r>
          </a:p>
          <a:p>
            <a:r>
              <a:rPr lang="it-IT" dirty="0"/>
              <a:t>INSERTED: contiene i nuovi valori (valida per INSERT e UPDATE)</a:t>
            </a:r>
          </a:p>
          <a:p>
            <a:r>
              <a:rPr lang="it-IT" dirty="0"/>
              <a:t>DELETED: contiene i vecchi valori (valida per DELETE e UPDATE)</a:t>
            </a:r>
          </a:p>
          <a:p>
            <a:r>
              <a:rPr lang="it-IT" dirty="0"/>
              <a:t>Per un UPDATE, avete ENTRAMBE: i vecchi valori in DELETED, i nuovi in INSERTED.</a:t>
            </a:r>
          </a:p>
          <a:p>
            <a:r>
              <a:rPr lang="it-IT" dirty="0"/>
              <a:t>OUTPUT può restituire i risultati al client (utile per debug) oppure salvarli in una tabella con OUTPUT INTO — perfetto per audit log.</a:t>
            </a:r>
          </a:p>
          <a:p>
            <a:r>
              <a:rPr lang="it-IT" dirty="0"/>
              <a:t>Caso d'uso concreto: dopo un INSERT, volete sapere quale ID è stato assegnato. Con OUTPUT INSERTED.ID non serve neanche SCOPE_IDENTITY().</a:t>
            </a:r>
          </a:p>
          <a:p>
            <a:r>
              <a:rPr lang="it-IT" dirty="0"/>
              <a:t>Caso d'uso di audit: prima di eliminare dati obsoleti, li salvate automaticamente in una tabella di archivio con OUTPUT DELETED ... INTO.</a:t>
            </a:r>
          </a:p>
          <a:p>
            <a:br>
              <a:rPr lang="it-IT" dirty="0"/>
            </a:br>
            <a:br>
              <a:rPr lang="it-IT" dirty="0"/>
            </a:br>
            <a:r>
              <a:rPr lang="it-IT" dirty="0"/>
              <a:t>DEMO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CE80088-D88F-8D31-E7C8-332D8F4F66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49084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71345-F59B-3C4C-63B0-A732CE5C1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E937815-3090-3F0A-0CDD-F213284228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EE80FDF-28C7-C18A-3336-DD1C67338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 err="1"/>
              <a:t>Autocommit</a:t>
            </a:r>
            <a:r>
              <a:rPr lang="it-IT" b="1" dirty="0"/>
              <a:t> (default):</a:t>
            </a:r>
            <a:r>
              <a:rPr lang="it-IT" dirty="0"/>
              <a:t> ogni istruzione è una transazione a sé. Se eseguite un UPDATE e va a buon fine, i dati sono cambiati. Non c'è </a:t>
            </a:r>
            <a:r>
              <a:rPr lang="it-IT" dirty="0" err="1"/>
              <a:t>undo</a:t>
            </a:r>
            <a:r>
              <a:rPr lang="it-IT" dirty="0"/>
              <a:t>.</a:t>
            </a:r>
          </a:p>
          <a:p>
            <a:r>
              <a:rPr lang="it-IT" b="1" dirty="0"/>
              <a:t>Transazione esplicita:</a:t>
            </a:r>
            <a:r>
              <a:rPr lang="it-IT" dirty="0"/>
              <a:t> </a:t>
            </a:r>
            <a:r>
              <a:rPr lang="it-IT" dirty="0" err="1"/>
              <a:t>wrappate</a:t>
            </a:r>
            <a:r>
              <a:rPr lang="it-IT" dirty="0"/>
              <a:t> più istruzioni in BEGIN TRAN ... COMMIT. Se qualcosa va storto, potete fare ROLLBACK e tornare allo stato precedente.</a:t>
            </a:r>
          </a:p>
          <a:p>
            <a:r>
              <a:rPr lang="it-IT" dirty="0"/>
              <a:t>Questo pattern vi permette di verificare l'effetto prima di confermare. Spiegate che in produzione il </a:t>
            </a:r>
            <a:r>
              <a:rPr lang="it-IT" dirty="0" err="1"/>
              <a:t>commit</a:t>
            </a:r>
            <a:r>
              <a:rPr lang="it-IT" dirty="0"/>
              <a:t> dovrebbe essere automatico (non interattivo), ma in sviluppo è un salvavita.</a:t>
            </a:r>
            <a:br>
              <a:rPr lang="it-IT" dirty="0"/>
            </a:br>
            <a:br>
              <a:rPr lang="it-IT" dirty="0"/>
            </a:br>
            <a:r>
              <a:rPr lang="it-IT" dirty="0"/>
              <a:t>DEMO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6AB2A77-21CA-C227-8B48-49C468AA28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01079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1044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pertina-rossa"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70506" y="2139702"/>
            <a:ext cx="8192986" cy="5760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75000"/>
              </a:lnSpc>
              <a:spcBef>
                <a:spcPts val="0"/>
              </a:spcBef>
              <a:buNone/>
              <a:defRPr lang="it-IT" sz="4600" b="1" u="none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Titolo </a:t>
            </a:r>
          </a:p>
        </p:txBody>
      </p:sp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59699E87-37BE-B122-4218-F76CBA66B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0507" y="2751770"/>
            <a:ext cx="8193592" cy="467960"/>
          </a:xfrm>
        </p:spPr>
        <p:txBody>
          <a:bodyPr lIns="0" anchor="t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it-IT" dirty="0"/>
              <a:t>Sottotitolo</a:t>
            </a:r>
          </a:p>
        </p:txBody>
      </p: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3FB66C52-296B-8CB9-AD0D-935F8BDF72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4299882"/>
            <a:ext cx="8193592" cy="288000"/>
          </a:xfrm>
        </p:spPr>
        <p:txBody>
          <a:bodyPr lIns="0" anchor="b">
            <a:noAutofit/>
          </a:bodyPr>
          <a:lstStyle>
            <a:lvl1pPr marL="0" indent="0">
              <a:buNone/>
              <a:defRPr lang="it-IT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it-IT" dirty="0"/>
              <a:t>Relatore: Nome Cognome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F73984F-6480-A8BF-5D22-61F62806EB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  <p:sp>
        <p:nvSpPr>
          <p:cNvPr id="36" name="Segnaposto immagine 2">
            <a:extLst>
              <a:ext uri="{FF2B5EF4-FFF2-40B4-BE49-F238E27FC236}">
                <a16:creationId xmlns:a16="http://schemas.microsoft.com/office/drawing/2014/main" id="{73A4A78A-154B-0984-A223-48CE455A459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68000" y="540000"/>
            <a:ext cx="1879104" cy="576362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dirty="0"/>
              <a:t>Fare clic sull'icona per inserire un logo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3DE4E2A-5E65-84A5-F94E-D16C0AF09B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8313" y="4644139"/>
            <a:ext cx="2447925" cy="23177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it-IT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 marL="1828800" indent="0" algn="l">
              <a:buNone/>
              <a:defRPr lang="it-IT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it-IT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XX mese 202X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10205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11" userDrawn="1">
          <p15:clr>
            <a:srgbClr val="FBAE40"/>
          </p15:clr>
        </p15:guide>
        <p15:guide id="2" pos="5761">
          <p15:clr>
            <a:srgbClr val="FBAE40"/>
          </p15:clr>
        </p15:guide>
        <p15:guide id="3" orient="horz" pos="713" userDrawn="1">
          <p15:clr>
            <a:srgbClr val="FBAE40"/>
          </p15:clr>
        </p15:guide>
        <p15:guide id="4" orient="horz" pos="3026" userDrawn="1">
          <p15:clr>
            <a:srgbClr val="FBAE40"/>
          </p15:clr>
        </p15:guide>
        <p15:guide id="5" pos="296" userDrawn="1">
          <p15:clr>
            <a:srgbClr val="FBAE40"/>
          </p15:clr>
        </p15:guide>
        <p15:guide id="6" pos="546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0" cap="all" spc="-100" baseline="0">
                <a:latin typeface="+mj-lt"/>
                <a:cs typeface="Aharoni" panose="02010803020104030203" pitchFamily="2" charset="-79"/>
              </a:defRPr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+mj-lt"/>
              </a:defRPr>
            </a:lvl1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noFill/>
        </p:spPr>
        <p:txBody>
          <a:bodyPr vert="horz" lIns="72000" tIns="0" rIns="72000" bIns="0" rtlCol="0" anchor="ctr">
            <a:normAutofit/>
          </a:bodyPr>
          <a:lstStyle>
            <a:lvl1pPr>
              <a:defRPr lang="it-IT" sz="3200" spc="-100">
                <a:latin typeface="+mj-lt"/>
              </a:defRPr>
            </a:lvl1pPr>
          </a:lstStyle>
          <a:p>
            <a:pPr lvl="0"/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3297842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0286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 userDrawn="1"/>
        </p:nvSpPr>
        <p:spPr bwMode="auto">
          <a:xfrm>
            <a:off x="7920372" y="4785996"/>
            <a:ext cx="1008112" cy="330501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algn="ctr"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endParaRPr lang="it-IT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13151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 bian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096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uota grig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49730CC1-8448-454E-BAE4-E4BA381482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80" y="4876005"/>
            <a:ext cx="648000" cy="209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Vuota grigia">
    <p:bg>
      <p:bgPr>
        <a:solidFill>
          <a:srgbClr val="C2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51C3C6E-CAB6-4C30-9D30-1D07218E31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80" y="4876005"/>
            <a:ext cx="648000" cy="2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669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Vuota grig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3892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defRPr sz="2400"/>
            </a:lvl1pPr>
            <a:lvl2pPr>
              <a:lnSpc>
                <a:spcPct val="80000"/>
              </a:lnSpc>
              <a:spcAft>
                <a:spcPts val="600"/>
              </a:spcAft>
              <a:defRPr sz="2000"/>
            </a:lvl2pPr>
            <a:lvl3pPr>
              <a:lnSpc>
                <a:spcPct val="80000"/>
              </a:lnSpc>
              <a:spcAft>
                <a:spcPts val="600"/>
              </a:spcAft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7CE2DB01-18FE-B251-C2FD-A620A62AC64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651666" y="843558"/>
            <a:ext cx="4244280" cy="3888083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defRPr sz="2400"/>
            </a:lvl1pPr>
            <a:lvl2pPr>
              <a:lnSpc>
                <a:spcPct val="80000"/>
              </a:lnSpc>
              <a:spcAft>
                <a:spcPts val="600"/>
              </a:spcAft>
              <a:defRPr sz="2000"/>
            </a:lvl2pPr>
            <a:lvl3pPr>
              <a:lnSpc>
                <a:spcPct val="80000"/>
              </a:lnSpc>
              <a:spcAft>
                <a:spcPts val="600"/>
              </a:spcAft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</p:spTree>
    <p:extLst>
      <p:ext uri="{BB962C8B-B14F-4D97-AF65-F5344CB8AC3E}">
        <p14:creationId xmlns:p14="http://schemas.microsoft.com/office/powerpoint/2010/main" val="2557030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251520" y="843558"/>
            <a:ext cx="4245868" cy="679586"/>
          </a:xfr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251520" y="1631156"/>
            <a:ext cx="4245868" cy="3073831"/>
          </a:xfrm>
        </p:spPr>
        <p:txBody>
          <a:bodyPr/>
          <a:lstStyle>
            <a:lvl1pPr marL="268288" indent="-268288" defTabSz="792000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defRPr sz="2400"/>
            </a:lvl1pPr>
            <a:lvl2pPr marL="268288" indent="-268288" defTabSz="792000">
              <a:defRPr sz="2000"/>
            </a:lvl2pPr>
            <a:lvl3pPr marL="538163" indent="-182563" defTabSz="792000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defRPr sz="1800"/>
            </a:lvl3pPr>
            <a:lvl4pPr marL="625475" indent="0">
              <a:buNone/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2"/>
            <a:r>
              <a:rPr lang="it-IT" dirty="0"/>
              <a:t>Secondo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6" y="843558"/>
            <a:ext cx="4211451" cy="679586"/>
          </a:xfrm>
        </p:spPr>
        <p:txBody>
          <a:bodyPr anchor="t">
            <a:noAutofit/>
          </a:bodyPr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lang="it-IT" sz="24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 hasCustomPrompt="1"/>
          </p:nvPr>
        </p:nvSpPr>
        <p:spPr>
          <a:xfrm>
            <a:off x="4645026" y="1631156"/>
            <a:ext cx="4247455" cy="3100834"/>
          </a:xfrm>
        </p:spPr>
        <p:txBody>
          <a:bodyPr/>
          <a:lstStyle>
            <a:lvl1pPr marL="268288" indent="-268288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defRPr sz="2400"/>
            </a:lvl1pPr>
            <a:lvl2pPr marL="538163" indent="-182563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</p:txBody>
      </p:sp>
    </p:spTree>
    <p:extLst>
      <p:ext uri="{BB962C8B-B14F-4D97-AF65-F5344CB8AC3E}">
        <p14:creationId xmlns:p14="http://schemas.microsoft.com/office/powerpoint/2010/main" val="4276315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/>
          <p:cNvSpPr txBox="1">
            <a:spLocks/>
          </p:cNvSpPr>
          <p:nvPr userDrawn="1"/>
        </p:nvSpPr>
        <p:spPr>
          <a:xfrm>
            <a:off x="1828800" y="3600450"/>
            <a:ext cx="5486400" cy="425054"/>
          </a:xfrm>
          <a:prstGeom prst="rect">
            <a:avLst/>
          </a:prstGeom>
          <a:noFill/>
        </p:spPr>
        <p:txBody>
          <a:bodyPr vert="horz" lIns="72000" tIns="0" rIns="72000" bIns="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it-IT" sz="2000" b="1" kern="1200" cap="all" spc="-100" baseline="0">
                <a:solidFill>
                  <a:schemeClr val="accent2"/>
                </a:solidFill>
                <a:latin typeface="+mj-lt"/>
                <a:ea typeface="+mj-ea"/>
                <a:cs typeface="Aharoni" panose="02010803020104030203" pitchFamily="2" charset="-79"/>
              </a:defRPr>
            </a:lvl1pPr>
          </a:lstStyle>
          <a:p>
            <a:r>
              <a:rPr lang="it-IT" spc="0" dirty="0">
                <a:solidFill>
                  <a:srgbClr val="C20E1A"/>
                </a:solidFill>
              </a:rPr>
              <a:t>Fare clic per modificare lo stile del titolo</a:t>
            </a:r>
          </a:p>
        </p:txBody>
      </p:sp>
      <p:sp>
        <p:nvSpPr>
          <p:cNvPr id="4" name="Segnaposto immagine 2"/>
          <p:cNvSpPr>
            <a:spLocks noGrp="1"/>
          </p:cNvSpPr>
          <p:nvPr>
            <p:ph type="pic" idx="1"/>
          </p:nvPr>
        </p:nvSpPr>
        <p:spPr>
          <a:xfrm>
            <a:off x="1828800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5" name="Segnaposto testo 3"/>
          <p:cNvSpPr>
            <a:spLocks noGrp="1"/>
          </p:cNvSpPr>
          <p:nvPr>
            <p:ph type="body" sz="half" idx="2"/>
          </p:nvPr>
        </p:nvSpPr>
        <p:spPr>
          <a:xfrm>
            <a:off x="1828800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529843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8"/>
          <p:cNvSpPr>
            <a:spLocks noGrp="1"/>
          </p:cNvSpPr>
          <p:nvPr>
            <p:ph type="pic" sz="quarter" idx="10"/>
          </p:nvPr>
        </p:nvSpPr>
        <p:spPr>
          <a:xfrm>
            <a:off x="251606" y="843818"/>
            <a:ext cx="2880234" cy="218724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it-IT" dirty="0"/>
              <a:t>Fare clic sull'icona per inserire un'immagine</a:t>
            </a:r>
          </a:p>
        </p:txBody>
      </p:sp>
      <p:sp>
        <p:nvSpPr>
          <p:cNvPr id="4" name="Segnaposto contenuto 10"/>
          <p:cNvSpPr>
            <a:spLocks noGrp="1"/>
          </p:cNvSpPr>
          <p:nvPr>
            <p:ph sz="quarter" idx="11"/>
          </p:nvPr>
        </p:nvSpPr>
        <p:spPr>
          <a:xfrm>
            <a:off x="3419475" y="843558"/>
            <a:ext cx="5473700" cy="3780234"/>
          </a:xfrm>
        </p:spPr>
        <p:txBody>
          <a:bodyPr>
            <a:normAutofit/>
          </a:bodyPr>
          <a:lstStyle>
            <a:lvl1pPr>
              <a:buClr>
                <a:srgbClr val="C20E1A"/>
              </a:buClr>
              <a:defRPr sz="2400"/>
            </a:lvl1pPr>
            <a:lvl2pPr>
              <a:buClr>
                <a:srgbClr val="C20E1A"/>
              </a:buClr>
              <a:defRPr sz="2000"/>
            </a:lvl2pPr>
            <a:lvl3pPr>
              <a:buClr>
                <a:srgbClr val="C20E1A"/>
              </a:buClr>
              <a:defRPr sz="1800"/>
            </a:lvl3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</p:spTree>
    <p:extLst>
      <p:ext uri="{BB962C8B-B14F-4D97-AF65-F5344CB8AC3E}">
        <p14:creationId xmlns:p14="http://schemas.microsoft.com/office/powerpoint/2010/main" val="2085360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5"/>
          <p:cNvSpPr>
            <a:spLocks noGrp="1"/>
          </p:cNvSpPr>
          <p:nvPr>
            <p:ph type="pic" sz="quarter" idx="10"/>
          </p:nvPr>
        </p:nvSpPr>
        <p:spPr>
          <a:xfrm>
            <a:off x="250825" y="843558"/>
            <a:ext cx="5041901" cy="378068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contenuto 7"/>
          <p:cNvSpPr>
            <a:spLocks noGrp="1"/>
          </p:cNvSpPr>
          <p:nvPr>
            <p:ph sz="quarter" idx="11"/>
          </p:nvPr>
        </p:nvSpPr>
        <p:spPr>
          <a:xfrm>
            <a:off x="5472113" y="843558"/>
            <a:ext cx="3421062" cy="3753677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07775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2"/>
          <p:cNvSpPr>
            <a:spLocks noGrp="1"/>
          </p:cNvSpPr>
          <p:nvPr>
            <p:ph type="body" idx="1"/>
          </p:nvPr>
        </p:nvSpPr>
        <p:spPr>
          <a:xfrm>
            <a:off x="254980" y="2180035"/>
            <a:ext cx="8638195" cy="1125140"/>
          </a:xfrm>
        </p:spPr>
        <p:txBody>
          <a:bodyPr anchor="b"/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3399842"/>
            <a:ext cx="8686800" cy="1062621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300"/>
              </a:spcBef>
              <a:buNone/>
              <a:defRPr sz="4000" baseline="0">
                <a:solidFill>
                  <a:srgbClr val="C20E1A"/>
                </a:solidFill>
                <a:latin typeface="+mj-lt"/>
              </a:defRPr>
            </a:lvl1pPr>
            <a:lvl2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2pPr>
            <a:lvl3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3pPr>
            <a:lvl4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4pPr>
            <a:lvl5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183483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8" userDrawn="1">
          <p15:clr>
            <a:srgbClr val="FBAE40"/>
          </p15:clr>
        </p15:guide>
        <p15:guide id="2" pos="560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u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testo 5"/>
          <p:cNvSpPr>
            <a:spLocks noGrp="1"/>
          </p:cNvSpPr>
          <p:nvPr>
            <p:ph type="body" sz="quarter" idx="10" hasCustomPrompt="1"/>
          </p:nvPr>
        </p:nvSpPr>
        <p:spPr>
          <a:xfrm>
            <a:off x="683419" y="2004418"/>
            <a:ext cx="7777162" cy="1134665"/>
          </a:xfrm>
        </p:spPr>
        <p:txBody>
          <a:bodyPr anchor="ctr">
            <a:noAutofit/>
          </a:bodyPr>
          <a:lstStyle>
            <a:lvl1pPr marL="0" indent="0" algn="ctr">
              <a:buNone/>
              <a:defRPr sz="4000" baseline="0">
                <a:solidFill>
                  <a:srgbClr val="C20E1A"/>
                </a:solidFill>
                <a:latin typeface="+mj-lt"/>
              </a:defRPr>
            </a:lvl1pPr>
            <a:lvl2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2pPr>
            <a:lvl3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3pPr>
            <a:lvl4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4pPr>
            <a:lvl5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3377407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iusa-red"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  <a:noFill/>
        </p:spPr>
        <p:txBody>
          <a:bodyPr lIns="0" tIns="0" rIns="0" anchor="ctr" anchorCtr="0">
            <a:noAutofit/>
          </a:bodyPr>
          <a:lstStyle>
            <a:lvl1pPr algn="ctr">
              <a:defRPr sz="4000" b="1" i="0" u="none" spc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Aharoni" panose="02010803020104030203" pitchFamily="2" charset="-79"/>
              </a:defRPr>
            </a:lvl1pPr>
          </a:lstStyle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6211A20-8BD2-428E-B8D0-2B7CC38EC9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652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  <a:prstGeom prst="rect">
            <a:avLst/>
          </a:prstGeom>
          <a:noFill/>
        </p:spPr>
        <p:txBody>
          <a:bodyPr vert="horz" lIns="72000" tIns="0" rIns="72000" bIns="0" rtlCol="0" anchor="ctr">
            <a:normAutofit/>
          </a:bodyPr>
          <a:lstStyle/>
          <a:p>
            <a:pPr lvl="0"/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251520" y="789552"/>
            <a:ext cx="8640960" cy="3942438"/>
          </a:xfrm>
          <a:prstGeom prst="rect">
            <a:avLst/>
          </a:prstGeom>
        </p:spPr>
        <p:txBody>
          <a:bodyPr vert="horz" lIns="72000" tIns="45720" rIns="72000" bIns="45720" rtlCol="0">
            <a:normAutofit/>
          </a:bodyPr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  <p:sp>
        <p:nvSpPr>
          <p:cNvPr id="6" name="Rettangolo 5"/>
          <p:cNvSpPr/>
          <p:nvPr/>
        </p:nvSpPr>
        <p:spPr>
          <a:xfrm flipH="1">
            <a:off x="251520" y="0"/>
            <a:ext cx="8640960" cy="60471"/>
          </a:xfrm>
          <a:prstGeom prst="rect">
            <a:avLst/>
          </a:prstGeom>
          <a:solidFill>
            <a:srgbClr val="C20E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3B43FE0-31EE-4180-A175-2543E30BE8A6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677" r:id="rId2"/>
    <p:sldLayoutId id="2147483703" r:id="rId3"/>
    <p:sldLayoutId id="2147483710" r:id="rId4"/>
    <p:sldLayoutId id="2147483717" r:id="rId5"/>
    <p:sldLayoutId id="2147483708" r:id="rId6"/>
    <p:sldLayoutId id="2147483683" r:id="rId7"/>
    <p:sldLayoutId id="2147483721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8" r:id="rId15"/>
    <p:sldLayoutId id="2147483719" r:id="rId16"/>
    <p:sldLayoutId id="2147483720" r:id="rId17"/>
  </p:sldLayoutIdLst>
  <p:txStyles>
    <p:titleStyle>
      <a:lvl1pPr algn="l" defTabSz="914400" rtl="0" eaLnBrk="1" latinLnBrk="0" hangingPunct="1">
        <a:spcBef>
          <a:spcPct val="0"/>
        </a:spcBef>
        <a:buNone/>
        <a:defRPr lang="it-IT" sz="3200" b="0" kern="1200" cap="all" spc="-100" baseline="0" dirty="0">
          <a:solidFill>
            <a:srgbClr val="C20E1A"/>
          </a:solidFill>
          <a:latin typeface="+mj-lt"/>
          <a:ea typeface="+mj-ea"/>
          <a:cs typeface="Aharoni" panose="02010803020104030203" pitchFamily="2" charset="-79"/>
        </a:defRPr>
      </a:lvl1pPr>
    </p:titleStyle>
    <p:bodyStyle>
      <a:lvl1pPr marL="361950" indent="-36195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800" kern="1200" dirty="0" smtClean="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400" kern="1200" dirty="0" smtClean="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000" kern="1200" dirty="0" smtClean="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ottotitolo 6">
            <a:extLst>
              <a:ext uri="{FF2B5EF4-FFF2-40B4-BE49-F238E27FC236}">
                <a16:creationId xmlns:a16="http://schemas.microsoft.com/office/drawing/2014/main" id="{202B71B1-14B4-3B1A-B56D-A2CE7F9978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Operazioni DML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914F1CCD-6988-40EB-8723-4DA1221891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dirty="0"/>
              <a:t>INSERT, UPDATE, DELETE – modificare i dati in tabella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1E89FAF0-C089-69A2-9B3F-4856401EFA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Luca Murzio</a:t>
            </a: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94975818-5F77-CDA3-C7A8-B948528764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5536" y="376363"/>
            <a:ext cx="971249" cy="97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220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CF11E5-C10D-D44C-0194-64FF27C38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agenda</a:t>
            </a: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6BFF772B-8A15-9994-B0EE-F4836F067C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6789850"/>
              </p:ext>
            </p:extLst>
          </p:nvPr>
        </p:nvGraphicFramePr>
        <p:xfrm>
          <a:off x="250825" y="788988"/>
          <a:ext cx="8642350" cy="3943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40166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0A6515-4651-5E70-0EE4-A8AF7F7C9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OPERAZIONI DML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46A6CD5-F9D3-441B-A4EE-7C2CCEEA5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2"/>
            <a:ext cx="5220580" cy="3942438"/>
          </a:xfrm>
        </p:spPr>
        <p:txBody>
          <a:bodyPr/>
          <a:lstStyle/>
          <a:p>
            <a:pPr marL="0" indent="0">
              <a:buNone/>
            </a:pPr>
            <a:r>
              <a:rPr lang="it-IT" b="1" dirty="0"/>
              <a:t>DML </a:t>
            </a:r>
            <a:r>
              <a:rPr lang="it-IT" b="1" dirty="0">
                <a:sym typeface="Wingdings" panose="05000000000000000000" pitchFamily="2" charset="2"/>
              </a:rPr>
              <a:t> Data </a:t>
            </a:r>
            <a:r>
              <a:rPr lang="it-IT" b="1" dirty="0" err="1">
                <a:sym typeface="Wingdings" panose="05000000000000000000" pitchFamily="2" charset="2"/>
              </a:rPr>
              <a:t>Manipulation</a:t>
            </a:r>
            <a:r>
              <a:rPr lang="it-IT" b="1" dirty="0">
                <a:sym typeface="Wingdings" panose="05000000000000000000" pitchFamily="2" charset="2"/>
              </a:rPr>
              <a:t> Language</a:t>
            </a:r>
          </a:p>
          <a:p>
            <a:pPr marL="0" indent="0">
              <a:buNone/>
            </a:pPr>
            <a:r>
              <a:rPr lang="it-IT" dirty="0">
                <a:sym typeface="Wingdings" panose="05000000000000000000" pitchFamily="2" charset="2"/>
              </a:rPr>
              <a:t>Le istruzioni DML modificano i dati delle tabelle.</a:t>
            </a:r>
          </a:p>
          <a:p>
            <a:r>
              <a:rPr lang="it-IT" dirty="0">
                <a:sym typeface="Wingdings" panose="05000000000000000000" pitchFamily="2" charset="2"/>
              </a:rPr>
              <a:t>INSERT aggiunge righe</a:t>
            </a:r>
          </a:p>
          <a:p>
            <a:r>
              <a:rPr lang="it-IT" dirty="0">
                <a:sym typeface="Wingdings" panose="05000000000000000000" pitchFamily="2" charset="2"/>
              </a:rPr>
              <a:t>UPDATE modifica righe</a:t>
            </a:r>
          </a:p>
          <a:p>
            <a:r>
              <a:rPr lang="it-IT" dirty="0">
                <a:sym typeface="Wingdings" panose="05000000000000000000" pitchFamily="2" charset="2"/>
              </a:rPr>
              <a:t>DELETE rimuove righe</a:t>
            </a:r>
            <a:endParaRPr lang="it-IT" dirty="0"/>
          </a:p>
        </p:txBody>
      </p:sp>
      <p:graphicFrame>
        <p:nvGraphicFramePr>
          <p:cNvPr id="4" name="Diagramma 3">
            <a:extLst>
              <a:ext uri="{FF2B5EF4-FFF2-40B4-BE49-F238E27FC236}">
                <a16:creationId xmlns:a16="http://schemas.microsoft.com/office/drawing/2014/main" id="{EA799B29-FD02-992E-D6E8-898C7BD001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8703986"/>
              </p:ext>
            </p:extLst>
          </p:nvPr>
        </p:nvGraphicFramePr>
        <p:xfrm>
          <a:off x="5400092" y="653328"/>
          <a:ext cx="3672408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Elemento grafico 4" descr="Libro chiuso con riempimento a tinta unita">
            <a:extLst>
              <a:ext uri="{FF2B5EF4-FFF2-40B4-BE49-F238E27FC236}">
                <a16:creationId xmlns:a16="http://schemas.microsoft.com/office/drawing/2014/main" id="{69F7FAF4-DEAC-1CC3-60BE-6586E117ED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80224" y="403318"/>
            <a:ext cx="559116" cy="55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485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A880B918-0CF5-735A-BA31-CEE0BB487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spc="0" dirty="0"/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2760470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AC77C5-FFE7-8703-2B0B-FB0D072A6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 err="1"/>
              <a:t>Insert</a:t>
            </a:r>
            <a:r>
              <a:rPr lang="it-IT" dirty="0"/>
              <a:t> singola riga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2BC05E-E236-F8D2-BA82-2AD2FE8DDF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>
            <a:normAutofit/>
          </a:bodyPr>
          <a:lstStyle/>
          <a:p>
            <a:r>
              <a:rPr lang="en-US" dirty="0" err="1"/>
              <a:t>Specificare</a:t>
            </a:r>
            <a:r>
              <a:rPr lang="en-US" dirty="0"/>
              <a:t> la </a:t>
            </a:r>
            <a:r>
              <a:rPr lang="en-US" dirty="0" err="1"/>
              <a:t>lista</a:t>
            </a:r>
            <a:r>
              <a:rPr lang="en-US" dirty="0"/>
              <a:t> </a:t>
            </a:r>
            <a:r>
              <a:rPr lang="en-US" dirty="0" err="1"/>
              <a:t>colonne</a:t>
            </a:r>
            <a:endParaRPr lang="en-US" dirty="0"/>
          </a:p>
          <a:p>
            <a:pPr lvl="1"/>
            <a:r>
              <a:rPr lang="en-US" dirty="0" err="1"/>
              <a:t>Protezione</a:t>
            </a:r>
            <a:r>
              <a:rPr lang="en-US" dirty="0"/>
              <a:t> da </a:t>
            </a:r>
            <a:r>
              <a:rPr lang="en-US" dirty="0" err="1"/>
              <a:t>rotture</a:t>
            </a:r>
            <a:r>
              <a:rPr lang="en-US" dirty="0"/>
              <a:t> a </a:t>
            </a:r>
            <a:r>
              <a:rPr lang="en-US" dirty="0" err="1"/>
              <a:t>cambio</a:t>
            </a:r>
            <a:r>
              <a:rPr lang="en-US" dirty="0"/>
              <a:t> </a:t>
            </a:r>
            <a:r>
              <a:rPr lang="en-US" dirty="0" err="1"/>
              <a:t>tabella</a:t>
            </a:r>
            <a:endParaRPr lang="en-US" dirty="0"/>
          </a:p>
          <a:p>
            <a:pPr lvl="1"/>
            <a:r>
              <a:rPr lang="en-US" dirty="0"/>
              <a:t>Auto-</a:t>
            </a:r>
            <a:r>
              <a:rPr lang="en-US" dirty="0" err="1"/>
              <a:t>documentata</a:t>
            </a:r>
            <a:endParaRPr lang="en-US" dirty="0"/>
          </a:p>
          <a:p>
            <a:r>
              <a:rPr lang="en-US" dirty="0"/>
              <a:t>Colonna identity</a:t>
            </a:r>
          </a:p>
          <a:p>
            <a:r>
              <a:rPr lang="en-US" dirty="0"/>
              <a:t>Valori di default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750C3C-5F50-8289-E97A-5C5FC47EFF42}"/>
              </a:ext>
            </a:extLst>
          </p:cNvPr>
          <p:cNvSpPr txBox="1"/>
          <p:nvPr/>
        </p:nvSpPr>
        <p:spPr>
          <a:xfrm>
            <a:off x="4974504" y="1581640"/>
            <a:ext cx="3924436" cy="1908212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rmAutofit/>
          </a:bodyPr>
          <a:lstStyle/>
          <a:p>
            <a:pPr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</a:pPr>
            <a:r>
              <a:rPr lang="it-IT" dirty="0"/>
              <a:t>-- ✅ Corretto</a:t>
            </a:r>
          </a:p>
          <a:p>
            <a:pPr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</a:pPr>
            <a:r>
              <a:rPr lang="en-US" dirty="0">
                <a:solidFill>
                  <a:srgbClr val="C00000"/>
                </a:solidFill>
              </a:rPr>
              <a:t>INSERT INTO </a:t>
            </a:r>
            <a:r>
              <a:rPr lang="en-US" dirty="0" err="1">
                <a:solidFill>
                  <a:schemeClr val="bg1"/>
                </a:solidFill>
              </a:rPr>
              <a:t>ProductCategory</a:t>
            </a:r>
            <a:r>
              <a:rPr lang="en-US" dirty="0">
                <a:solidFill>
                  <a:schemeClr val="bg1"/>
                </a:solidFill>
              </a:rPr>
              <a:t> (Name)</a:t>
            </a:r>
          </a:p>
          <a:p>
            <a:pPr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</a:pPr>
            <a:r>
              <a:rPr lang="en-US" dirty="0">
                <a:solidFill>
                  <a:srgbClr val="C00000"/>
                </a:solidFill>
              </a:rPr>
              <a:t>VALUES </a:t>
            </a:r>
            <a:r>
              <a:rPr lang="en-US" dirty="0">
                <a:solidFill>
                  <a:schemeClr val="bg1"/>
                </a:solidFill>
              </a:rPr>
              <a:t>('</a:t>
            </a:r>
            <a:r>
              <a:rPr lang="en-US" dirty="0" err="1">
                <a:solidFill>
                  <a:schemeClr val="bg1"/>
                </a:solidFill>
              </a:rPr>
              <a:t>Accessori</a:t>
            </a:r>
            <a:r>
              <a:rPr lang="en-US" dirty="0">
                <a:solidFill>
                  <a:schemeClr val="bg1"/>
                </a:solidFill>
              </a:rPr>
              <a:t> custom’);</a:t>
            </a:r>
          </a:p>
          <a:p>
            <a:pPr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</a:pPr>
            <a:br>
              <a:rPr lang="en-US" dirty="0">
                <a:solidFill>
                  <a:schemeClr val="bg1"/>
                </a:solidFill>
              </a:rPr>
            </a:br>
            <a:r>
              <a:rPr lang="it-IT" dirty="0"/>
              <a:t>-- ❌ Da evitare</a:t>
            </a: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</a:pPr>
            <a:r>
              <a:rPr lang="en-US" dirty="0">
                <a:solidFill>
                  <a:srgbClr val="C00000"/>
                </a:solidFill>
              </a:rPr>
              <a:t>INSERT INTO </a:t>
            </a:r>
            <a:r>
              <a:rPr lang="en-US" dirty="0" err="1">
                <a:solidFill>
                  <a:schemeClr val="bg1"/>
                </a:solidFill>
              </a:rPr>
              <a:t>ProductCategory</a:t>
            </a: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</a:pPr>
            <a:r>
              <a:rPr lang="en-US" dirty="0">
                <a:solidFill>
                  <a:srgbClr val="C00000"/>
                </a:solidFill>
              </a:rPr>
              <a:t>VALUES </a:t>
            </a:r>
            <a:r>
              <a:rPr lang="en-US" dirty="0">
                <a:solidFill>
                  <a:schemeClr val="bg1"/>
                </a:solidFill>
              </a:rPr>
              <a:t>('</a:t>
            </a:r>
            <a:r>
              <a:rPr lang="en-US" dirty="0" err="1">
                <a:solidFill>
                  <a:schemeClr val="bg1"/>
                </a:solidFill>
              </a:rPr>
              <a:t>Accessori</a:t>
            </a:r>
            <a:r>
              <a:rPr lang="en-US" dirty="0">
                <a:solidFill>
                  <a:schemeClr val="bg1"/>
                </a:solidFill>
              </a:rPr>
              <a:t> custom');</a:t>
            </a:r>
          </a:p>
          <a:p>
            <a:pPr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Elemento grafico 4" descr="Programmatore (maschile) con riempimento a tinta unita">
            <a:extLst>
              <a:ext uri="{FF2B5EF4-FFF2-40B4-BE49-F238E27FC236}">
                <a16:creationId xmlns:a16="http://schemas.microsoft.com/office/drawing/2014/main" id="{687F8595-2EC5-6E75-1C61-369E558766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60431" y="2949792"/>
            <a:ext cx="411743" cy="44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08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185F9-A911-85CD-155F-FFA29D558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FB6360-D111-6D51-E039-631426D27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 err="1"/>
              <a:t>Insert</a:t>
            </a:r>
            <a:r>
              <a:rPr lang="it-IT" dirty="0"/>
              <a:t> multi-riga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1D8E34-FB7D-72DC-D512-0D0D3E82BC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6644" y="2454987"/>
            <a:ext cx="4244280" cy="8277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INSERT … SELECT</a:t>
            </a:r>
          </a:p>
          <a:p>
            <a:pPr marL="0" indent="0">
              <a:buNone/>
            </a:pPr>
            <a:r>
              <a:rPr lang="en-US" dirty="0"/>
              <a:t>Su </a:t>
            </a:r>
            <a:r>
              <a:rPr lang="en-US" dirty="0" err="1"/>
              <a:t>tabella</a:t>
            </a:r>
            <a:r>
              <a:rPr lang="en-US" dirty="0"/>
              <a:t> </a:t>
            </a:r>
            <a:r>
              <a:rPr lang="en-US" dirty="0" err="1"/>
              <a:t>già</a:t>
            </a:r>
            <a:r>
              <a:rPr lang="en-US" dirty="0"/>
              <a:t> </a:t>
            </a:r>
            <a:r>
              <a:rPr lang="en-US" dirty="0" err="1"/>
              <a:t>esistente</a:t>
            </a:r>
            <a:endParaRPr lang="en-US" dirty="0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A34E6F90-16E6-E9EE-1784-75590B466193}"/>
              </a:ext>
            </a:extLst>
          </p:cNvPr>
          <p:cNvGrpSpPr/>
          <p:nvPr/>
        </p:nvGrpSpPr>
        <p:grpSpPr>
          <a:xfrm>
            <a:off x="4463988" y="1887674"/>
            <a:ext cx="4032448" cy="1692188"/>
            <a:chOff x="246713" y="1878193"/>
            <a:chExt cx="4032448" cy="1692188"/>
          </a:xfrm>
        </p:grpSpPr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A5BAB763-1545-CFE0-6382-4C032CBDBC66}"/>
                </a:ext>
              </a:extLst>
            </p:cNvPr>
            <p:cNvSpPr txBox="1"/>
            <p:nvPr/>
          </p:nvSpPr>
          <p:spPr>
            <a:xfrm>
              <a:off x="246713" y="1878193"/>
              <a:ext cx="4032448" cy="1692188"/>
            </a:xfrm>
            <a:prstGeom prst="rect">
              <a:avLst/>
            </a:prstGeom>
            <a:solidFill>
              <a:schemeClr val="tx1"/>
            </a:solidFill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vert="horz" lIns="72000" tIns="45720" rIns="72000" bIns="45720" rtlCol="0">
              <a:normAutofit/>
            </a:bodyPr>
            <a:lstStyle/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r>
                <a:rPr lang="it-IT" dirty="0"/>
                <a:t>-- Inserimento con SELECT da altra query</a:t>
              </a:r>
              <a:endParaRPr lang="en-US" dirty="0">
                <a:solidFill>
                  <a:schemeClr val="bg1"/>
                </a:solidFill>
              </a:endParaRPr>
            </a:p>
            <a:p>
              <a:r>
                <a:rPr lang="en-US" sz="1600" dirty="0">
                  <a:solidFill>
                    <a:srgbClr val="C20E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INSERT INTO </a:t>
              </a:r>
              <a:r>
                <a:rPr lang="en-US" sz="1600" dirty="0" err="1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dbo.ProductBackup</a:t>
              </a:r>
              <a:endParaRPr lang="en-US" sz="1600" dirty="0">
                <a:solidFill>
                  <a:schemeClr val="bg1"/>
                </a:solidFill>
              </a:endParaRPr>
            </a:p>
            <a:p>
              <a:r>
                <a:rPr lang="en-US" sz="16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(Name, </a:t>
              </a:r>
              <a:r>
                <a:rPr lang="en-US" sz="1600" dirty="0" err="1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ListPrice</a:t>
              </a:r>
              <a:r>
                <a:rPr lang="en-US" sz="16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  <a:endParaRPr lang="en-US" sz="1600" dirty="0">
                <a:solidFill>
                  <a:schemeClr val="bg1"/>
                </a:solidFill>
              </a:endParaRPr>
            </a:p>
            <a:p>
              <a:r>
                <a:rPr lang="en-US" sz="1600" dirty="0">
                  <a:solidFill>
                    <a:srgbClr val="C20E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SELECT</a:t>
              </a:r>
              <a:r>
                <a:rPr lang="en-US" sz="1600" dirty="0">
                  <a:solidFill>
                    <a:srgbClr val="33333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sz="16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Name, </a:t>
              </a:r>
              <a:r>
                <a:rPr lang="en-US" sz="1600" dirty="0" err="1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ListPrice</a:t>
              </a:r>
              <a:endParaRPr lang="en-US" sz="1600" dirty="0">
                <a:solidFill>
                  <a:schemeClr val="bg1"/>
                </a:solidFill>
              </a:endParaRPr>
            </a:p>
            <a:p>
              <a:r>
                <a:rPr lang="en-US" sz="1600" dirty="0">
                  <a:solidFill>
                    <a:srgbClr val="C20E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FROM</a:t>
              </a:r>
              <a:r>
                <a:rPr lang="en-US" sz="1600" dirty="0">
                  <a:solidFill>
                    <a:srgbClr val="33333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sz="16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Product</a:t>
              </a:r>
              <a:endParaRPr lang="en-US" sz="1600" dirty="0">
                <a:solidFill>
                  <a:schemeClr val="bg1"/>
                </a:solidFill>
              </a:endParaRPr>
            </a:p>
            <a:p>
              <a:r>
                <a:rPr lang="en-US" sz="1600" dirty="0">
                  <a:solidFill>
                    <a:srgbClr val="C20E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WHERE</a:t>
              </a:r>
              <a:r>
                <a:rPr lang="en-US" sz="1600" dirty="0">
                  <a:solidFill>
                    <a:srgbClr val="33333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ListPrice</a:t>
              </a:r>
              <a:r>
                <a:rPr lang="en-US" sz="16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&gt; 100;</a:t>
              </a:r>
              <a:endParaRPr lang="en-US" sz="1600" dirty="0">
                <a:solidFill>
                  <a:schemeClr val="bg1"/>
                </a:solidFill>
              </a:endParaRPr>
            </a:p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endParaRPr lang="en-US" dirty="0">
                <a:solidFill>
                  <a:schemeClr val="bg1"/>
                </a:solidFill>
              </a:endParaRPr>
            </a:p>
          </p:txBody>
        </p:sp>
        <p:pic>
          <p:nvPicPr>
            <p:cNvPr id="5" name="Elemento grafico 4" descr="Programmatore (maschile) con riempimento a tinta unita">
              <a:extLst>
                <a:ext uri="{FF2B5EF4-FFF2-40B4-BE49-F238E27FC236}">
                  <a16:creationId xmlns:a16="http://schemas.microsoft.com/office/drawing/2014/main" id="{1AD35293-CD2C-D7AE-5E13-0E37DD44CC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75105" y="3001185"/>
              <a:ext cx="411743" cy="446348"/>
            </a:xfrm>
            <a:prstGeom prst="rect">
              <a:avLst/>
            </a:prstGeom>
          </p:spPr>
        </p:pic>
      </p:grp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B0D7B134-4ED5-6B84-C7C1-1518E5AB4822}"/>
              </a:ext>
            </a:extLst>
          </p:cNvPr>
          <p:cNvSpPr txBox="1">
            <a:spLocks/>
          </p:cNvSpPr>
          <p:nvPr/>
        </p:nvSpPr>
        <p:spPr>
          <a:xfrm>
            <a:off x="286644" y="3762506"/>
            <a:ext cx="4244280" cy="827743"/>
          </a:xfrm>
          <a:prstGeom prst="rect">
            <a:avLst/>
          </a:prstGeom>
        </p:spPr>
        <p:txBody>
          <a:bodyPr vert="horz" lIns="72000" tIns="45720" rIns="72000" bIns="45720" rtlCol="0">
            <a:normAutofit/>
          </a:bodyPr>
          <a:lstStyle>
            <a:lvl1pPr marL="361950" indent="-36195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>
                <a:srgbClr val="C20E1A"/>
              </a:buClr>
              <a:buFont typeface="Arial" panose="020B0604020202020204" pitchFamily="34" charset="0"/>
              <a:buChar char="•"/>
              <a:defRPr lang="it-IT"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rgbClr val="C20E1A"/>
              </a:buClr>
              <a:buFont typeface="Arial" panose="020B0604020202020204" pitchFamily="34" charset="0"/>
              <a:buChar char="•"/>
              <a:defRPr lang="it-IT"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rgbClr val="C20E1A"/>
              </a:buClr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SELECT INTO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Crea </a:t>
            </a:r>
            <a:r>
              <a:rPr lang="en-US" dirty="0" err="1"/>
              <a:t>tabella</a:t>
            </a:r>
            <a:r>
              <a:rPr lang="en-US" dirty="0"/>
              <a:t> al </a:t>
            </a:r>
            <a:r>
              <a:rPr lang="en-US" dirty="0" err="1"/>
              <a:t>volo</a:t>
            </a:r>
            <a:endParaRPr lang="en-US" dirty="0"/>
          </a:p>
        </p:txBody>
      </p: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17CDA800-7281-4C25-F585-9DA68D573172}"/>
              </a:ext>
            </a:extLst>
          </p:cNvPr>
          <p:cNvGrpSpPr/>
          <p:nvPr/>
        </p:nvGrpSpPr>
        <p:grpSpPr>
          <a:xfrm>
            <a:off x="4463988" y="3650413"/>
            <a:ext cx="4032448" cy="1116124"/>
            <a:chOff x="4530918" y="3472771"/>
            <a:chExt cx="4032448" cy="1116124"/>
          </a:xfrm>
        </p:grpSpPr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2B14CA68-7F81-08F6-6F23-3F9171DDD116}"/>
                </a:ext>
              </a:extLst>
            </p:cNvPr>
            <p:cNvSpPr txBox="1"/>
            <p:nvPr/>
          </p:nvSpPr>
          <p:spPr>
            <a:xfrm>
              <a:off x="4530918" y="3472771"/>
              <a:ext cx="4032448" cy="1116124"/>
            </a:xfrm>
            <a:prstGeom prst="rect">
              <a:avLst/>
            </a:prstGeom>
            <a:solidFill>
              <a:schemeClr val="tx1"/>
            </a:solidFill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vert="horz" lIns="72000" tIns="45720" rIns="72000" bIns="45720" rtlCol="0">
              <a:normAutofit/>
            </a:bodyPr>
            <a:lstStyle/>
            <a:p>
              <a:r>
                <a:rPr lang="en-US" sz="1600" dirty="0">
                  <a:solidFill>
                    <a:srgbClr val="C20E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SELECT</a:t>
              </a:r>
              <a:r>
                <a:rPr lang="en-US" sz="1600" dirty="0">
                  <a:solidFill>
                    <a:srgbClr val="33333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sz="16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Name, </a:t>
              </a:r>
              <a:r>
                <a:rPr lang="en-US" sz="1600" dirty="0" err="1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ListPrice</a:t>
              </a:r>
              <a:endParaRPr lang="en-US" sz="1600" dirty="0">
                <a:solidFill>
                  <a:schemeClr val="bg1"/>
                </a:solidFill>
              </a:endParaRPr>
            </a:p>
            <a:p>
              <a:r>
                <a:rPr lang="en-US" sz="1600" dirty="0">
                  <a:solidFill>
                    <a:srgbClr val="C20E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INTO</a:t>
              </a:r>
              <a:r>
                <a:rPr lang="en-US" sz="1600" dirty="0">
                  <a:solidFill>
                    <a:srgbClr val="33333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sz="16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#ProdottiCostosi</a:t>
              </a:r>
              <a:endParaRPr lang="en-US" sz="1600" dirty="0">
                <a:solidFill>
                  <a:schemeClr val="bg1"/>
                </a:solidFill>
              </a:endParaRPr>
            </a:p>
            <a:p>
              <a:r>
                <a:rPr lang="en-US" sz="1600" dirty="0">
                  <a:solidFill>
                    <a:srgbClr val="C20E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FROM</a:t>
              </a:r>
              <a:r>
                <a:rPr lang="en-US" sz="1600" dirty="0">
                  <a:solidFill>
                    <a:srgbClr val="33333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sz="16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Product</a:t>
              </a:r>
              <a:endParaRPr lang="en-US" sz="1600" dirty="0">
                <a:solidFill>
                  <a:schemeClr val="bg1"/>
                </a:solidFill>
              </a:endParaRPr>
            </a:p>
            <a:p>
              <a:r>
                <a:rPr lang="en-US" sz="1600" dirty="0">
                  <a:solidFill>
                    <a:srgbClr val="C20E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WHERE</a:t>
              </a:r>
              <a:r>
                <a:rPr lang="en-US" sz="1600" dirty="0">
                  <a:solidFill>
                    <a:srgbClr val="33333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ListPrice</a:t>
              </a:r>
              <a:r>
                <a:rPr lang="en-US" sz="16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&gt; 500;</a:t>
              </a:r>
              <a:endParaRPr lang="en-US" sz="1600" dirty="0">
                <a:solidFill>
                  <a:schemeClr val="bg1"/>
                </a:solidFill>
              </a:endParaRPr>
            </a:p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endParaRPr lang="en-US" dirty="0">
                <a:solidFill>
                  <a:schemeClr val="bg1"/>
                </a:solidFill>
              </a:endParaRPr>
            </a:p>
          </p:txBody>
        </p:sp>
        <p:pic>
          <p:nvPicPr>
            <p:cNvPr id="11" name="Elemento grafico 10" descr="Programmatore (maschile) con riempimento a tinta unita">
              <a:extLst>
                <a:ext uri="{FF2B5EF4-FFF2-40B4-BE49-F238E27FC236}">
                  <a16:creationId xmlns:a16="http://schemas.microsoft.com/office/drawing/2014/main" id="{AD6A83D5-5603-0AC9-0B3E-CA1FB2C646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059310" y="4076571"/>
              <a:ext cx="411743" cy="446348"/>
            </a:xfrm>
            <a:prstGeom prst="rect">
              <a:avLst/>
            </a:prstGeom>
          </p:spPr>
        </p:pic>
      </p:grp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1652EDA6-4B22-D610-4F1F-D73F0F37208D}"/>
              </a:ext>
            </a:extLst>
          </p:cNvPr>
          <p:cNvGrpSpPr/>
          <p:nvPr/>
        </p:nvGrpSpPr>
        <p:grpSpPr>
          <a:xfrm>
            <a:off x="4463988" y="711112"/>
            <a:ext cx="4032448" cy="1140880"/>
            <a:chOff x="8332341" y="818643"/>
            <a:chExt cx="4032448" cy="1140880"/>
          </a:xfrm>
        </p:grpSpPr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5490F6CE-27B7-10AE-0747-368F5133331E}"/>
                </a:ext>
              </a:extLst>
            </p:cNvPr>
            <p:cNvSpPr txBox="1"/>
            <p:nvPr/>
          </p:nvSpPr>
          <p:spPr>
            <a:xfrm>
              <a:off x="8332341" y="818643"/>
              <a:ext cx="4032448" cy="1140880"/>
            </a:xfrm>
            <a:prstGeom prst="rect">
              <a:avLst/>
            </a:prstGeom>
            <a:solidFill>
              <a:schemeClr val="tx1"/>
            </a:solidFill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vert="horz" lIns="72000" tIns="45720" rIns="72000" bIns="45720" rtlCol="0">
              <a:normAutofit/>
            </a:bodyPr>
            <a:lstStyle/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r>
                <a:rPr lang="it-IT" dirty="0"/>
                <a:t>-- Inserimento multi riga (max 1000 righe)</a:t>
              </a:r>
            </a:p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r>
                <a:rPr lang="en-US" dirty="0">
                  <a:solidFill>
                    <a:srgbClr val="C00000"/>
                  </a:solidFill>
                </a:rPr>
                <a:t>INSERT INTO </a:t>
              </a:r>
              <a:r>
                <a:rPr lang="en-US" dirty="0" err="1">
                  <a:solidFill>
                    <a:schemeClr val="bg1"/>
                  </a:solidFill>
                </a:rPr>
                <a:t>ProductCategory</a:t>
              </a:r>
              <a:r>
                <a:rPr lang="en-US" dirty="0">
                  <a:solidFill>
                    <a:schemeClr val="bg1"/>
                  </a:solidFill>
                </a:rPr>
                <a:t> (Name)</a:t>
              </a:r>
            </a:p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r>
                <a:rPr lang="en-US" dirty="0">
                  <a:solidFill>
                    <a:srgbClr val="C00000"/>
                  </a:solidFill>
                </a:rPr>
                <a:t>VALUES </a:t>
              </a:r>
              <a:r>
                <a:rPr lang="en-US" dirty="0">
                  <a:solidFill>
                    <a:schemeClr val="bg1"/>
                  </a:solidFill>
                </a:rPr>
                <a:t>(‘Cat </a:t>
              </a:r>
              <a:r>
                <a:rPr lang="en-US">
                  <a:solidFill>
                    <a:schemeClr val="bg1"/>
                  </a:solidFill>
                </a:rPr>
                <a:t>A’), (‘</a:t>
              </a:r>
              <a:r>
                <a:rPr lang="en-US" dirty="0">
                  <a:solidFill>
                    <a:schemeClr val="bg1"/>
                  </a:solidFill>
                </a:rPr>
                <a:t>Cat </a:t>
              </a:r>
              <a:r>
                <a:rPr lang="en-US">
                  <a:solidFill>
                    <a:schemeClr val="bg1"/>
                  </a:solidFill>
                </a:rPr>
                <a:t>B’), (‘</a:t>
              </a:r>
              <a:r>
                <a:rPr lang="en-US" dirty="0">
                  <a:solidFill>
                    <a:schemeClr val="bg1"/>
                  </a:solidFill>
                </a:rPr>
                <a:t>Cat C’);</a:t>
              </a:r>
            </a:p>
          </p:txBody>
        </p:sp>
        <p:pic>
          <p:nvPicPr>
            <p:cNvPr id="13" name="Elemento grafico 12" descr="Programmatore (maschile) con riempimento a tinta unita">
              <a:extLst>
                <a:ext uri="{FF2B5EF4-FFF2-40B4-BE49-F238E27FC236}">
                  <a16:creationId xmlns:a16="http://schemas.microsoft.com/office/drawing/2014/main" id="{B5A0D259-300B-EB42-290B-EF1F9C8DA65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873169" y="1446608"/>
              <a:ext cx="411743" cy="446348"/>
            </a:xfrm>
            <a:prstGeom prst="rect">
              <a:avLst/>
            </a:prstGeom>
          </p:spPr>
        </p:pic>
      </p:grpSp>
      <p:sp>
        <p:nvSpPr>
          <p:cNvPr id="18" name="Segnaposto contenuto 2">
            <a:extLst>
              <a:ext uri="{FF2B5EF4-FFF2-40B4-BE49-F238E27FC236}">
                <a16:creationId xmlns:a16="http://schemas.microsoft.com/office/drawing/2014/main" id="{050DE27C-FF10-2F0D-7BB3-EB4D543E82A9}"/>
              </a:ext>
            </a:extLst>
          </p:cNvPr>
          <p:cNvSpPr txBox="1">
            <a:spLocks/>
          </p:cNvSpPr>
          <p:nvPr/>
        </p:nvSpPr>
        <p:spPr>
          <a:xfrm>
            <a:off x="286644" y="850266"/>
            <a:ext cx="4244280" cy="827743"/>
          </a:xfrm>
          <a:prstGeom prst="rect">
            <a:avLst/>
          </a:prstGeom>
        </p:spPr>
        <p:txBody>
          <a:bodyPr vert="horz" lIns="72000" tIns="45720" rIns="72000" bIns="45720" rtlCol="0">
            <a:normAutofit/>
          </a:bodyPr>
          <a:lstStyle>
            <a:lvl1pPr marL="361950" indent="-36195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>
                <a:srgbClr val="C20E1A"/>
              </a:buClr>
              <a:buFont typeface="Arial" panose="020B0604020202020204" pitchFamily="34" charset="0"/>
              <a:buChar char="•"/>
              <a:defRPr lang="it-IT"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rgbClr val="C20E1A"/>
              </a:buClr>
              <a:buFont typeface="Arial" panose="020B0604020202020204" pitchFamily="34" charset="0"/>
              <a:buChar char="•"/>
              <a:defRPr lang="it-IT"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rgbClr val="C20E1A"/>
              </a:buClr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INSERT VALUES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Massimo 1000 </a:t>
            </a:r>
            <a:r>
              <a:rPr lang="en-US" dirty="0" err="1"/>
              <a:t>valori</a:t>
            </a:r>
            <a:endParaRPr lang="en-US" dirty="0"/>
          </a:p>
        </p:txBody>
      </p:sp>
      <p:pic>
        <p:nvPicPr>
          <p:cNvPr id="19" name="Picture 8">
            <a:extLst>
              <a:ext uri="{FF2B5EF4-FFF2-40B4-BE49-F238E27FC236}">
                <a16:creationId xmlns:a16="http://schemas.microsoft.com/office/drawing/2014/main" id="{3766B00E-B652-41E0-14AF-7B0C4CF2A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59532" y="1885238"/>
            <a:ext cx="3248025" cy="5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>
            <a:extLst>
              <a:ext uri="{FF2B5EF4-FFF2-40B4-BE49-F238E27FC236}">
                <a16:creationId xmlns:a16="http://schemas.microsoft.com/office/drawing/2014/main" id="{2253BE5C-5727-4F67-2FF1-F41A22B55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59531" y="3551287"/>
            <a:ext cx="3248025" cy="5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8045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803EF-7943-AB4D-5B28-C84FD5D13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457DDD-8A05-D0EF-6793-478520B99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Bulk </a:t>
            </a:r>
            <a:r>
              <a:rPr lang="it-IT" dirty="0" err="1"/>
              <a:t>insert</a:t>
            </a:r>
            <a:r>
              <a:rPr lang="it-IT" dirty="0"/>
              <a:t> – Caricamento massivo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BB4DB9-5644-CBC2-9044-A5B9C5F2A2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>
            <a:normAutofit/>
          </a:bodyPr>
          <a:lstStyle/>
          <a:p>
            <a:r>
              <a:rPr lang="en-US" dirty="0"/>
              <a:t>Per </a:t>
            </a:r>
            <a:r>
              <a:rPr lang="en-US" dirty="0" err="1"/>
              <a:t>caricare</a:t>
            </a:r>
            <a:r>
              <a:rPr lang="en-US" dirty="0"/>
              <a:t> volume di </a:t>
            </a:r>
            <a:r>
              <a:rPr lang="en-US" dirty="0" err="1"/>
              <a:t>dati</a:t>
            </a:r>
            <a:r>
              <a:rPr lang="en-US" dirty="0"/>
              <a:t> da file </a:t>
            </a:r>
            <a:r>
              <a:rPr lang="en-US" dirty="0" err="1"/>
              <a:t>esterni</a:t>
            </a:r>
            <a:r>
              <a:rPr lang="en-US" dirty="0"/>
              <a:t>.</a:t>
            </a:r>
          </a:p>
          <a:p>
            <a:r>
              <a:rPr lang="en-US" dirty="0"/>
              <a:t>Molto </a:t>
            </a:r>
            <a:r>
              <a:rPr lang="en-US" dirty="0" err="1"/>
              <a:t>rapida</a:t>
            </a:r>
            <a:endParaRPr lang="en-US" dirty="0"/>
          </a:p>
          <a:p>
            <a:r>
              <a:rPr lang="en-US" dirty="0"/>
              <a:t>Blocca la </a:t>
            </a:r>
            <a:r>
              <a:rPr lang="en-US" dirty="0" err="1"/>
              <a:t>tabella</a:t>
            </a:r>
            <a:endParaRPr lang="en-US" dirty="0"/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8B678F1F-284F-9636-4E71-9635A0C9A7FD}"/>
              </a:ext>
            </a:extLst>
          </p:cNvPr>
          <p:cNvGrpSpPr/>
          <p:nvPr/>
        </p:nvGrpSpPr>
        <p:grpSpPr>
          <a:xfrm>
            <a:off x="5112060" y="1248603"/>
            <a:ext cx="3924436" cy="2646294"/>
            <a:chOff x="4968044" y="843907"/>
            <a:chExt cx="3924436" cy="2646294"/>
          </a:xfrm>
        </p:grpSpPr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2044AA77-3F79-CAF6-CDCC-A4E61B437993}"/>
                </a:ext>
              </a:extLst>
            </p:cNvPr>
            <p:cNvSpPr txBox="1"/>
            <p:nvPr/>
          </p:nvSpPr>
          <p:spPr>
            <a:xfrm>
              <a:off x="4968044" y="843907"/>
              <a:ext cx="3924436" cy="2646294"/>
            </a:xfrm>
            <a:prstGeom prst="rect">
              <a:avLst/>
            </a:prstGeom>
            <a:solidFill>
              <a:schemeClr val="tx1"/>
            </a:solidFill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vert="horz" lIns="72000" tIns="45720" rIns="72000" bIns="45720" rtlCol="0">
              <a:normAutofit lnSpcReduction="10000"/>
            </a:bodyPr>
            <a:lstStyle/>
            <a:p>
              <a:r>
                <a:rPr lang="en-US" dirty="0">
                  <a:solidFill>
                    <a:srgbClr val="C20E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BULK INSERT </a:t>
              </a:r>
              <a:r>
                <a:rPr lang="en-US" dirty="0" err="1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dbo.StagingProdotti</a:t>
              </a:r>
              <a:endParaRPr lang="en-US" dirty="0">
                <a:solidFill>
                  <a:schemeClr val="bg1"/>
                </a:solidFill>
              </a:endParaRPr>
            </a:p>
            <a:p>
              <a:r>
                <a:rPr lang="en-US" dirty="0">
                  <a:solidFill>
                    <a:srgbClr val="C20E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FROM</a:t>
              </a:r>
              <a:r>
                <a:rPr lang="en-US" dirty="0">
                  <a:solidFill>
                    <a:srgbClr val="33333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'C:\Data\prodotti.csv'</a:t>
              </a:r>
              <a:endParaRPr lang="en-US" dirty="0">
                <a:solidFill>
                  <a:schemeClr val="bg1"/>
                </a:solidFill>
              </a:endParaRPr>
            </a:p>
            <a:p>
              <a:r>
                <a:rPr lang="en-US" dirty="0">
                  <a:solidFill>
                    <a:srgbClr val="C20E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WITH</a:t>
              </a:r>
              <a:r>
                <a:rPr lang="en-US" dirty="0">
                  <a:solidFill>
                    <a:srgbClr val="33333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</a:t>
              </a:r>
              <a:endParaRPr lang="en-US" dirty="0">
                <a:solidFill>
                  <a:schemeClr val="bg1"/>
                </a:solidFill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FIELDTERMINATOR = ';',</a:t>
              </a:r>
              <a:endParaRPr lang="en-US" dirty="0">
                <a:solidFill>
                  <a:schemeClr val="bg1"/>
                </a:solidFill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ROWTERMINATOR   = '\n',</a:t>
              </a:r>
              <a:endParaRPr lang="en-US" dirty="0">
                <a:solidFill>
                  <a:schemeClr val="bg1"/>
                </a:solidFill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FIRSTROW        = 2,</a:t>
              </a:r>
              <a:endParaRPr lang="en-US" dirty="0">
                <a:solidFill>
                  <a:schemeClr val="bg1"/>
                </a:solidFill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CODEPAGE        = '65001',</a:t>
              </a:r>
              <a:endParaRPr lang="en-US" dirty="0">
                <a:solidFill>
                  <a:schemeClr val="bg1"/>
                </a:solidFill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TABLOCK</a:t>
              </a:r>
              <a:endParaRPr lang="en-US" dirty="0">
                <a:solidFill>
                  <a:schemeClr val="bg1"/>
                </a:solidFill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);</a:t>
              </a:r>
              <a:endParaRPr lang="en-US" dirty="0">
                <a:solidFill>
                  <a:schemeClr val="bg1"/>
                </a:solidFill>
              </a:endParaRPr>
            </a:p>
            <a:p>
              <a:pPr>
                <a:lnSpc>
                  <a:spcPct val="80000"/>
                </a:lnSpc>
                <a:spcAft>
                  <a:spcPts val="300"/>
                </a:spcAft>
                <a:buClr>
                  <a:srgbClr val="C20E1A"/>
                </a:buClr>
              </a:pPr>
              <a:endParaRPr lang="en-US" dirty="0">
                <a:solidFill>
                  <a:schemeClr val="bg1"/>
                </a:solidFill>
              </a:endParaRPr>
            </a:p>
          </p:txBody>
        </p:sp>
        <p:pic>
          <p:nvPicPr>
            <p:cNvPr id="5" name="Elemento grafico 4" descr="Programmatore (maschile) con riempimento a tinta unita">
              <a:extLst>
                <a:ext uri="{FF2B5EF4-FFF2-40B4-BE49-F238E27FC236}">
                  <a16:creationId xmlns:a16="http://schemas.microsoft.com/office/drawing/2014/main" id="{3D6BC047-1534-BE02-9693-C045D2819A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76191" y="2895786"/>
              <a:ext cx="411743" cy="446348"/>
            </a:xfrm>
            <a:prstGeom prst="rect">
              <a:avLst/>
            </a:prstGeom>
          </p:spPr>
        </p:pic>
      </p:grp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69570F9D-6922-D93A-A3B0-71DFA23B21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439860"/>
              </p:ext>
            </p:extLst>
          </p:nvPr>
        </p:nvGraphicFramePr>
        <p:xfrm>
          <a:off x="411442" y="2731742"/>
          <a:ext cx="4392488" cy="215940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36322">
                  <a:extLst>
                    <a:ext uri="{9D8B030D-6E8A-4147-A177-3AD203B41FA5}">
                      <a16:colId xmlns:a16="http://schemas.microsoft.com/office/drawing/2014/main" val="2673586551"/>
                    </a:ext>
                  </a:extLst>
                </a:gridCol>
                <a:gridCol w="2356166">
                  <a:extLst>
                    <a:ext uri="{9D8B030D-6E8A-4147-A177-3AD203B41FA5}">
                      <a16:colId xmlns:a16="http://schemas.microsoft.com/office/drawing/2014/main" val="3882987929"/>
                    </a:ext>
                  </a:extLst>
                </a:gridCol>
              </a:tblGrid>
              <a:tr h="3829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Opzione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 err="1">
                          <a:solidFill>
                            <a:srgbClr val="FFFFFF"/>
                          </a:solidFill>
                        </a:rPr>
                        <a:t>Descrizione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686337"/>
                  </a:ext>
                </a:extLst>
              </a:tr>
              <a:tr h="3571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FIRSTROW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Salta la riga di intestazione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9316728"/>
                  </a:ext>
                </a:extLst>
              </a:tr>
              <a:tr h="3450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TABLOCK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Lock di tabella: molto piu veloce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0582870"/>
                  </a:ext>
                </a:extLst>
              </a:tr>
              <a:tr h="3606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BATCHSIZE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Commit ogni N righe (default: tutto)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0729796"/>
                  </a:ext>
                </a:extLst>
              </a:tr>
              <a:tr h="3829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ERRORFILE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Righe rifiutate salvate su 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3967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05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5044B7-08DC-75FD-C879-7CA887B50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IDENTITY E SCOPE_IDENTITY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D88ECD9-6B36-CD33-6FAC-571274182C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8460940" cy="38880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 err="1"/>
              <a:t>Insert</a:t>
            </a:r>
            <a:r>
              <a:rPr lang="it-IT" dirty="0"/>
              <a:t> su tabelle con </a:t>
            </a:r>
            <a:r>
              <a:rPr lang="it-IT" dirty="0" err="1"/>
              <a:t>autoincrementale</a:t>
            </a:r>
            <a:r>
              <a:rPr lang="it-IT" dirty="0"/>
              <a:t> richiedono recupero ID inserito</a:t>
            </a:r>
          </a:p>
          <a:p>
            <a:pPr marL="0" indent="0">
              <a:buNone/>
            </a:pPr>
            <a:endParaRPr lang="it-IT" dirty="0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AA96D94E-4E2D-0777-41B7-2BD22EAB6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313263"/>
              </p:ext>
            </p:extLst>
          </p:nvPr>
        </p:nvGraphicFramePr>
        <p:xfrm>
          <a:off x="1433990" y="2046268"/>
          <a:ext cx="6096000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5496658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9594764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50791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 err="1">
                          <a:solidFill>
                            <a:srgbClr val="FFFFFF"/>
                          </a:solidFill>
                        </a:rPr>
                        <a:t>Funzione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95228" marR="95228" marT="47614" marB="47614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Scope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95228" marR="95228" marT="47614" marB="47614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 err="1">
                          <a:solidFill>
                            <a:srgbClr val="FFFFFF"/>
                          </a:solidFill>
                        </a:rPr>
                        <a:t>Sicura</a:t>
                      </a: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?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95228" marR="95228" marT="47614" marB="47614"/>
                </a:tc>
                <a:extLst>
                  <a:ext uri="{0D108BD9-81ED-4DB2-BD59-A6C34878D82A}">
                    <a16:rowId xmlns:a16="http://schemas.microsoft.com/office/drawing/2014/main" val="412988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8A745"/>
                          </a:solidFill>
                        </a:rPr>
                        <a:t>SCOPE_IDENTITY()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95228" marR="95228" marT="47614" marB="4761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Stesso scope</a:t>
                      </a:r>
                      <a:endParaRPr lang="en-US" sz="140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95228" marR="95228" marT="47614" marB="4761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28A745"/>
                          </a:solidFill>
                        </a:rPr>
                        <a:t>SI</a:t>
                      </a:r>
                      <a:endParaRPr lang="en-US" sz="140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95228" marR="95228" marT="47614" marB="47614" anchor="ctr"/>
                </a:tc>
                <a:extLst>
                  <a:ext uri="{0D108BD9-81ED-4DB2-BD59-A6C34878D82A}">
                    <a16:rowId xmlns:a16="http://schemas.microsoft.com/office/drawing/2014/main" val="3289113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@@IDENTITY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95228" marR="95228" marT="47614" marB="4761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Ultima identity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</a:rPr>
                        <a:t>globale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95228" marR="95228" marT="47614" marB="4761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C3545"/>
                          </a:solidFill>
                        </a:rPr>
                        <a:t>NO — trigger!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95228" marR="95228" marT="47614" marB="47614" anchor="ctr"/>
                </a:tc>
                <a:extLst>
                  <a:ext uri="{0D108BD9-81ED-4DB2-BD59-A6C34878D82A}">
                    <a16:rowId xmlns:a16="http://schemas.microsoft.com/office/drawing/2014/main" val="1133789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IDENT_CURRENT</a:t>
                      </a:r>
                      <a:endParaRPr lang="en-US" sz="14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marL="95228" marR="95228" marT="47614" marB="4761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err="1">
                          <a:solidFill>
                            <a:srgbClr val="000000"/>
                          </a:solidFill>
                        </a:rPr>
                        <a:t>Qualsiasi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</a:rPr>
                        <a:t>sessione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95228" marR="95228" marT="47614" marB="4761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C3545"/>
                          </a:solidFill>
                        </a:rPr>
                        <a:t>NO — </a:t>
                      </a:r>
                      <a:r>
                        <a:rPr lang="en-US" sz="1400" dirty="0" err="1">
                          <a:solidFill>
                            <a:srgbClr val="DC3545"/>
                          </a:solidFill>
                        </a:rPr>
                        <a:t>concorrenza</a:t>
                      </a:r>
                      <a:r>
                        <a:rPr lang="en-US" sz="1400" dirty="0">
                          <a:solidFill>
                            <a:srgbClr val="DC3545"/>
                          </a:solidFill>
                        </a:rPr>
                        <a:t>!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95228" marR="95228" marT="47614" marB="47614" anchor="ctr"/>
                </a:tc>
                <a:extLst>
                  <a:ext uri="{0D108BD9-81ED-4DB2-BD59-A6C34878D82A}">
                    <a16:rowId xmlns:a16="http://schemas.microsoft.com/office/drawing/2014/main" val="2652938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2133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596E5-6E0D-AC27-01D5-818C970C0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A4C3B255-CFDE-B1EC-7040-FC574B68B0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spc="0" dirty="0"/>
              <a:t>update</a:t>
            </a:r>
          </a:p>
        </p:txBody>
      </p:sp>
    </p:spTree>
    <p:extLst>
      <p:ext uri="{BB962C8B-B14F-4D97-AF65-F5344CB8AC3E}">
        <p14:creationId xmlns:p14="http://schemas.microsoft.com/office/powerpoint/2010/main" val="1952511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E70F7-97F4-6681-7F15-14F7629AD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33A463-F2F1-739B-230A-924651652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Update – sintassi base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93FEEA7-6C76-CF04-3FCC-88DAA81445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>
            <a:normAutofit/>
          </a:bodyPr>
          <a:lstStyle/>
          <a:p>
            <a:r>
              <a:rPr lang="en-US" dirty="0" err="1"/>
              <a:t>Aggiorna</a:t>
            </a:r>
            <a:r>
              <a:rPr lang="en-US" dirty="0"/>
              <a:t> </a:t>
            </a:r>
            <a:r>
              <a:rPr lang="en-US" dirty="0" err="1"/>
              <a:t>righe</a:t>
            </a:r>
            <a:r>
              <a:rPr lang="en-US" dirty="0"/>
              <a:t> rispetto a </a:t>
            </a:r>
            <a:r>
              <a:rPr lang="en-US" dirty="0" err="1"/>
              <a:t>filtri</a:t>
            </a:r>
            <a:endParaRPr lang="en-US" dirty="0"/>
          </a:p>
          <a:p>
            <a:r>
              <a:rPr lang="en-US" dirty="0"/>
              <a:t>WHERE clausa necessaria</a:t>
            </a:r>
          </a:p>
          <a:p>
            <a:r>
              <a:rPr lang="en-US" dirty="0"/>
              <a:t>@@ROWCOUNT </a:t>
            </a:r>
            <a:r>
              <a:rPr lang="en-US" dirty="0" err="1"/>
              <a:t>righe</a:t>
            </a:r>
            <a:r>
              <a:rPr lang="en-US" dirty="0"/>
              <a:t> </a:t>
            </a:r>
            <a:r>
              <a:rPr lang="en-US" dirty="0" err="1"/>
              <a:t>aggiornate</a:t>
            </a:r>
            <a:endParaRPr lang="en-US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3B4E088-7C7D-4DAA-8D7A-3AA62721C804}"/>
              </a:ext>
            </a:extLst>
          </p:cNvPr>
          <p:cNvSpPr txBox="1"/>
          <p:nvPr/>
        </p:nvSpPr>
        <p:spPr>
          <a:xfrm>
            <a:off x="4848716" y="843907"/>
            <a:ext cx="3924436" cy="1908212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Production.Product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ListPrice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1499.99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‘Test';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Elemento grafico 4" descr="Programmatore (maschile) con riempimento a tinta unita">
            <a:extLst>
              <a:ext uri="{FF2B5EF4-FFF2-40B4-BE49-F238E27FC236}">
                <a16:creationId xmlns:a16="http://schemas.microsoft.com/office/drawing/2014/main" id="{E353BA27-C436-3C65-5CD8-B2E6C8638C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44408" y="2183285"/>
            <a:ext cx="411743" cy="446348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9A7892B9-91D2-CD4A-FEA1-6A95A09AAA9C}"/>
              </a:ext>
            </a:extLst>
          </p:cNvPr>
          <p:cNvSpPr/>
          <p:nvPr/>
        </p:nvSpPr>
        <p:spPr bwMode="auto">
          <a:xfrm>
            <a:off x="376305" y="4083918"/>
            <a:ext cx="8391390" cy="68407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noFill/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r>
              <a:rPr lang="it-IT" sz="2400" dirty="0"/>
              <a:t>	 Update senza </a:t>
            </a:r>
            <a:r>
              <a:rPr lang="it-IT" sz="2400" dirty="0" err="1"/>
              <a:t>where</a:t>
            </a:r>
            <a:r>
              <a:rPr lang="it-IT" sz="2400" dirty="0"/>
              <a:t> non dà errori e aggiorna tutte le righe</a:t>
            </a:r>
          </a:p>
        </p:txBody>
      </p:sp>
      <p:pic>
        <p:nvPicPr>
          <p:cNvPr id="7" name="Elemento grafico 6" descr="Avviso con riempimento a tinta unita">
            <a:extLst>
              <a:ext uri="{FF2B5EF4-FFF2-40B4-BE49-F238E27FC236}">
                <a16:creationId xmlns:a16="http://schemas.microsoft.com/office/drawing/2014/main" id="{C9D7F553-4C4D-ACD4-D070-62080896BE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1560" y="4191959"/>
            <a:ext cx="467993" cy="4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709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E121F-F571-9FC2-0C63-3BCB33122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DD292C-39B8-4442-81D0-A1930CE07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Update con from e join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9776379-4A6E-26FC-AFB8-568006B2F9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Permette</a:t>
            </a: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aggiornare</a:t>
            </a: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tabella</a:t>
            </a: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base ai </a:t>
            </a:r>
            <a:r>
              <a:rPr lang="en-US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</a:t>
            </a: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un'altra</a:t>
            </a: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tabella</a:t>
            </a:r>
            <a:endParaRPr lang="en-US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54494DE-7333-D592-C079-DE241649EC8A}"/>
              </a:ext>
            </a:extLst>
          </p:cNvPr>
          <p:cNvSpPr txBox="1"/>
          <p:nvPr/>
        </p:nvSpPr>
        <p:spPr>
          <a:xfrm>
            <a:off x="4848716" y="843906"/>
            <a:ext cx="3924436" cy="2771960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rm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p.ListPrice</a:t>
            </a: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6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p.ListPrice</a:t>
            </a: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*1.10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Product p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</a:t>
            </a:r>
            <a:r>
              <a:rPr lang="en-US" sz="16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ProductSubcategory</a:t>
            </a: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6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p.ProductSubcategoryID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= </a:t>
            </a:r>
            <a:r>
              <a:rPr lang="en-US" sz="16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s.ProductSubcategoryID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s.Name</a:t>
            </a: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'Mountain Bikes';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5" name="Elemento grafico 4" descr="Programmatore (maschile) con riempimento a tinta unita">
            <a:extLst>
              <a:ext uri="{FF2B5EF4-FFF2-40B4-BE49-F238E27FC236}">
                <a16:creationId xmlns:a16="http://schemas.microsoft.com/office/drawing/2014/main" id="{A68D7C5E-3301-A378-D3DF-7CB4A09213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3992" y="3075806"/>
            <a:ext cx="411743" cy="446348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1FE5DB60-C931-339D-BABC-7F0F82DC42F7}"/>
              </a:ext>
            </a:extLst>
          </p:cNvPr>
          <p:cNvSpPr/>
          <p:nvPr/>
        </p:nvSpPr>
        <p:spPr bwMode="auto">
          <a:xfrm>
            <a:off x="376305" y="4083918"/>
            <a:ext cx="8391390" cy="68407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noFill/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r>
              <a:rPr lang="it-IT" sz="2400" dirty="0"/>
              <a:t>	 Se join produce duplicati update non è deterministico</a:t>
            </a:r>
          </a:p>
        </p:txBody>
      </p:sp>
      <p:pic>
        <p:nvPicPr>
          <p:cNvPr id="7" name="Elemento grafico 6" descr="Avviso con riempimento a tinta unita">
            <a:extLst>
              <a:ext uri="{FF2B5EF4-FFF2-40B4-BE49-F238E27FC236}">
                <a16:creationId xmlns:a16="http://schemas.microsoft.com/office/drawing/2014/main" id="{50B78952-6D7C-A6AF-69CB-F8A225A7C8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1560" y="4191959"/>
            <a:ext cx="467993" cy="4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616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1EE3A-A367-504B-48F5-6D0AB419D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DA4E2B7A-5954-885A-22C4-EF6A5C771B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spc="0" dirty="0"/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3368843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24DA5-2FA0-F6C5-1B81-5782C645C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1D10B7-1FF8-D396-7974-F45ACB3F9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delete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5960807-12D9-81B6-A13D-C728B06810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>
            <a:normAutofit/>
          </a:bodyPr>
          <a:lstStyle/>
          <a:p>
            <a:r>
              <a:rPr lang="en-US" dirty="0"/>
              <a:t>Delete semplice</a:t>
            </a:r>
          </a:p>
          <a:p>
            <a:r>
              <a:rPr lang="en-US" dirty="0"/>
              <a:t>Delete da query </a:t>
            </a:r>
          </a:p>
          <a:p>
            <a:r>
              <a:rPr lang="en-US" dirty="0"/>
              <a:t>WHERE clausa necessaria</a:t>
            </a:r>
          </a:p>
          <a:p>
            <a:r>
              <a:rPr lang="en-US" dirty="0"/>
              <a:t>@@ROWCOUNT </a:t>
            </a:r>
            <a:r>
              <a:rPr lang="en-US" dirty="0" err="1"/>
              <a:t>righe</a:t>
            </a:r>
            <a:r>
              <a:rPr lang="en-US" dirty="0"/>
              <a:t> eliminate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FCE4B19-4AD1-13A0-378D-E17855F506CD}"/>
              </a:ext>
            </a:extLst>
          </p:cNvPr>
          <p:cNvSpPr txBox="1"/>
          <p:nvPr/>
        </p:nvSpPr>
        <p:spPr>
          <a:xfrm>
            <a:off x="4848716" y="627534"/>
            <a:ext cx="3924436" cy="3096343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Delete semplice</a:t>
            </a:r>
            <a:br>
              <a:rPr lang="en-US" sz="16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6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</a:t>
            </a:r>
            <a:r>
              <a:rPr lang="en-US" sz="16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Production.Product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6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‘Test’;</a:t>
            </a:r>
            <a:b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b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Delete From</a:t>
            </a:r>
            <a:b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6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</a:t>
            </a: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Product p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</a:t>
            </a:r>
            <a:r>
              <a:rPr lang="en-US" sz="16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ProductSubcategory</a:t>
            </a: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p.ProductSubcategoryID</a:t>
            </a: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6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s.ProductSubcategoryID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s.Name</a:t>
            </a: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'Mountain Bikes';</a:t>
            </a:r>
            <a:endParaRPr lang="en-US" sz="1600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Elemento grafico 4" descr="Programmatore (maschile) con riempimento a tinta unita">
            <a:extLst>
              <a:ext uri="{FF2B5EF4-FFF2-40B4-BE49-F238E27FC236}">
                <a16:creationId xmlns:a16="http://schemas.microsoft.com/office/drawing/2014/main" id="{D5CB0FD0-7645-6BBE-6FA3-CB4004A5FF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4114" y="3111810"/>
            <a:ext cx="411743" cy="446348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C652EDAB-E2D9-2D42-4B97-8E072ED2EC60}"/>
              </a:ext>
            </a:extLst>
          </p:cNvPr>
          <p:cNvSpPr/>
          <p:nvPr/>
        </p:nvSpPr>
        <p:spPr bwMode="auto">
          <a:xfrm>
            <a:off x="376305" y="4083918"/>
            <a:ext cx="8391390" cy="68407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noFill/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r>
              <a:rPr lang="it-IT" sz="2400" dirty="0"/>
              <a:t>	 Delete senza </a:t>
            </a:r>
            <a:r>
              <a:rPr lang="it-IT" sz="2400" dirty="0" err="1"/>
              <a:t>where</a:t>
            </a:r>
            <a:r>
              <a:rPr lang="it-IT" sz="2400" dirty="0"/>
              <a:t> non dà errori e elimina tutte le righe</a:t>
            </a:r>
          </a:p>
        </p:txBody>
      </p:sp>
      <p:pic>
        <p:nvPicPr>
          <p:cNvPr id="7" name="Elemento grafico 6" descr="Avviso con riempimento a tinta unita">
            <a:extLst>
              <a:ext uri="{FF2B5EF4-FFF2-40B4-BE49-F238E27FC236}">
                <a16:creationId xmlns:a16="http://schemas.microsoft.com/office/drawing/2014/main" id="{B8EC1AC3-F05C-2921-1F6F-CFB9470361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1560" y="4191959"/>
            <a:ext cx="467993" cy="4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089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532BB-90B4-29D4-4BE2-33CA6477F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B1A1CB-D312-769E-A7CD-12E746784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Delete vs </a:t>
            </a:r>
            <a:r>
              <a:rPr lang="it-IT" dirty="0" err="1"/>
              <a:t>truncate</a:t>
            </a:r>
            <a:endParaRPr lang="it-IT" dirty="0"/>
          </a:p>
        </p:txBody>
      </p:sp>
      <p:graphicFrame>
        <p:nvGraphicFramePr>
          <p:cNvPr id="7" name="Segnaposto contenuto 6">
            <a:extLst>
              <a:ext uri="{FF2B5EF4-FFF2-40B4-BE49-F238E27FC236}">
                <a16:creationId xmlns:a16="http://schemas.microsoft.com/office/drawing/2014/main" id="{7FBABF7F-3AAD-9D67-F499-816354406D3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50496254"/>
              </p:ext>
            </p:extLst>
          </p:nvPr>
        </p:nvGraphicFramePr>
        <p:xfrm>
          <a:off x="521202" y="1275606"/>
          <a:ext cx="8101596" cy="2595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0532">
                  <a:extLst>
                    <a:ext uri="{9D8B030D-6E8A-4147-A177-3AD203B41FA5}">
                      <a16:colId xmlns:a16="http://schemas.microsoft.com/office/drawing/2014/main" val="3153061104"/>
                    </a:ext>
                  </a:extLst>
                </a:gridCol>
                <a:gridCol w="2700532">
                  <a:extLst>
                    <a:ext uri="{9D8B030D-6E8A-4147-A177-3AD203B41FA5}">
                      <a16:colId xmlns:a16="http://schemas.microsoft.com/office/drawing/2014/main" val="3706221673"/>
                    </a:ext>
                  </a:extLst>
                </a:gridCol>
                <a:gridCol w="2700532">
                  <a:extLst>
                    <a:ext uri="{9D8B030D-6E8A-4147-A177-3AD203B41FA5}">
                      <a16:colId xmlns:a16="http://schemas.microsoft.com/office/drawing/2014/main" val="26715096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+mn-lt"/>
                        </a:rPr>
                        <a:t>DELETE</a:t>
                      </a:r>
                      <a:endParaRPr lang="en-US" sz="18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+mn-lt"/>
                        </a:rPr>
                        <a:t>TRUNCATE</a:t>
                      </a:r>
                      <a:endParaRPr lang="en-US" sz="18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2132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+mn-lt"/>
                        </a:rPr>
                        <a:t>Tipo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</a:rPr>
                        <a:t>DML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</a:rPr>
                        <a:t>DDL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7067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+mn-lt"/>
                        </a:rPr>
                        <a:t>WHERE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8A745"/>
                          </a:solidFill>
                          <a:latin typeface="+mn-lt"/>
                        </a:rPr>
                        <a:t>Si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DC3545"/>
                          </a:solidFill>
                          <a:latin typeface="+mn-lt"/>
                        </a:rPr>
                        <a:t>No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4447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+mn-lt"/>
                        </a:rPr>
                        <a:t>Logging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</a:rPr>
                        <a:t>Riga per riga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</a:rPr>
                        <a:t>Solo deallocazione pagine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0390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+mn-lt"/>
                        </a:rPr>
                        <a:t>Trigger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8A745"/>
                          </a:solidFill>
                          <a:latin typeface="+mn-lt"/>
                        </a:rPr>
                        <a:t>Si, li attiva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DC3545"/>
                          </a:solidFill>
                          <a:latin typeface="+mn-lt"/>
                        </a:rPr>
                        <a:t>No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120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+mn-lt"/>
                        </a:rPr>
                        <a:t>Identity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</a:rPr>
                        <a:t>Non resetta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</a:rPr>
                        <a:t>Resetta al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+mn-lt"/>
                        </a:rPr>
                        <a:t>valore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</a:rPr>
                        <a:t> iniziale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5663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+mn-lt"/>
                        </a:rPr>
                        <a:t>Velocita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+mn-lt"/>
                        </a:rPr>
                        <a:t>Piu lenta su grandi volumi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8A745"/>
                          </a:solidFill>
                          <a:latin typeface="+mn-lt"/>
                        </a:rPr>
                        <a:t>Molto veloce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1839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2034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28963-7BAC-ED8C-994A-BE5173BF0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0918E5C4-B791-77F6-3F02-1FA785EBD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dirty="0"/>
              <a:t>BEST PRACTICES E CHECKLIST</a:t>
            </a:r>
            <a:endParaRPr lang="it-IT" sz="3800" spc="0" dirty="0"/>
          </a:p>
        </p:txBody>
      </p:sp>
    </p:spTree>
    <p:extLst>
      <p:ext uri="{BB962C8B-B14F-4D97-AF65-F5344CB8AC3E}">
        <p14:creationId xmlns:p14="http://schemas.microsoft.com/office/powerpoint/2010/main" val="1242373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4B4B8-3F49-5CB2-EB93-119DFB16E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9050D6-3620-6120-962F-58F985CDF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DML IN BATCH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3351DA-78CE-9CE6-F9D5-CC4CFFCE0A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DELETE/UPDATE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milioni</a:t>
            </a:r>
            <a:r>
              <a:rPr lang="en-US" dirty="0"/>
              <a:t> di </a:t>
            </a:r>
            <a:r>
              <a:rPr lang="en-US" dirty="0" err="1"/>
              <a:t>righe</a:t>
            </a:r>
            <a:endParaRPr lang="en-US" dirty="0"/>
          </a:p>
          <a:p>
            <a:pPr lvl="1"/>
            <a:r>
              <a:rPr lang="en-US" dirty="0"/>
              <a:t>Lock escalation</a:t>
            </a:r>
          </a:p>
          <a:p>
            <a:pPr lvl="1"/>
            <a:r>
              <a:rPr lang="en-US" dirty="0" err="1"/>
              <a:t>Blocco</a:t>
            </a:r>
            <a:r>
              <a:rPr lang="en-US" dirty="0"/>
              <a:t> </a:t>
            </a:r>
            <a:r>
              <a:rPr lang="en-US" dirty="0" err="1"/>
              <a:t>tabella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r>
              <a:rPr lang="en-US" b="1" dirty="0" err="1"/>
              <a:t>Soluzione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dirty="0" err="1"/>
              <a:t>Operare</a:t>
            </a:r>
            <a:r>
              <a:rPr lang="en-US" dirty="0"/>
              <a:t> a batch con TOP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/>
              <a:t>Vantaggi</a:t>
            </a:r>
            <a:r>
              <a:rPr lang="en-US" b="1" dirty="0"/>
              <a:t>:</a:t>
            </a:r>
          </a:p>
          <a:p>
            <a:r>
              <a:rPr lang="en-US" dirty="0"/>
              <a:t>Lock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brevi</a:t>
            </a:r>
            <a:endParaRPr lang="en-US" dirty="0"/>
          </a:p>
          <a:p>
            <a:r>
              <a:rPr lang="en-US" dirty="0"/>
              <a:t>Non </a:t>
            </a:r>
            <a:r>
              <a:rPr lang="en-US" dirty="0" err="1"/>
              <a:t>crea</a:t>
            </a:r>
            <a:r>
              <a:rPr lang="en-US" dirty="0"/>
              <a:t> </a:t>
            </a:r>
            <a:r>
              <a:rPr lang="en-US" dirty="0" err="1"/>
              <a:t>problemi</a:t>
            </a:r>
            <a:r>
              <a:rPr lang="en-US" dirty="0"/>
              <a:t> di </a:t>
            </a:r>
            <a:r>
              <a:rPr lang="en-US" dirty="0" err="1"/>
              <a:t>concorrenza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tabella</a:t>
            </a:r>
            <a:endParaRPr lang="en-US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9915F42-7CFC-5614-ED43-41DCFA70BABE}"/>
              </a:ext>
            </a:extLst>
          </p:cNvPr>
          <p:cNvSpPr txBox="1"/>
          <p:nvPr/>
        </p:nvSpPr>
        <p:spPr>
          <a:xfrm>
            <a:off x="4974504" y="1581640"/>
            <a:ext cx="3924436" cy="2322258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rmAutofit fontScale="92500" lnSpcReduction="20000"/>
          </a:bodyPr>
          <a:lstStyle/>
          <a:p>
            <a:r>
              <a:rPr lang="en-US" dirty="0">
                <a:solidFill>
                  <a:srgbClr val="C2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@batch INT = 1;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rgbClr val="C2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@batch &gt; 0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rgbClr val="C2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dirty="0">
              <a:solidFill>
                <a:srgbClr val="C20E1A"/>
              </a:solidFill>
            </a:endParaRPr>
          </a:p>
          <a:p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>
                <a:solidFill>
                  <a:srgbClr val="C2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TOP 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(5000)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>
                <a:solidFill>
                  <a:srgbClr val="C2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dbo.LogArchivio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>
                <a:solidFill>
                  <a:srgbClr val="C2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DataLog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'2023-01-01';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>
                <a:solidFill>
                  <a:srgbClr val="C2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@batch = @@ROWCOUNT;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rgbClr val="C2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Elemento grafico 4" descr="Programmatore (maschile) con riempimento a tinta unita">
            <a:extLst>
              <a:ext uri="{FF2B5EF4-FFF2-40B4-BE49-F238E27FC236}">
                <a16:creationId xmlns:a16="http://schemas.microsoft.com/office/drawing/2014/main" id="{7F5EDF91-8A0A-C0B6-9B60-777F66EB84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80737" y="3363838"/>
            <a:ext cx="411743" cy="44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227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87A9C-EC52-07B0-0183-D58CBD37A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DCC88E-9D21-8221-B219-8BAF5725F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Output – cattura righe modificate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97908EE-F751-6BEB-FCCE-402228AEAE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536504" cy="388808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Cattura</a:t>
            </a:r>
            <a:r>
              <a:rPr lang="en-US" dirty="0"/>
              <a:t> </a:t>
            </a:r>
            <a:r>
              <a:rPr lang="en-US" dirty="0" err="1"/>
              <a:t>righe</a:t>
            </a:r>
            <a:r>
              <a:rPr lang="en-US" dirty="0"/>
              <a:t> </a:t>
            </a:r>
            <a:r>
              <a:rPr lang="en-US" dirty="0" err="1"/>
              <a:t>modificate</a:t>
            </a:r>
            <a:r>
              <a:rPr lang="en-US" dirty="0"/>
              <a:t> da </a:t>
            </a:r>
            <a:r>
              <a:rPr lang="en-US" dirty="0" err="1"/>
              <a:t>una</a:t>
            </a:r>
            <a:r>
              <a:rPr lang="en-US" dirty="0"/>
              <a:t> DML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 err="1"/>
              <a:t>Tabelle</a:t>
            </a:r>
            <a:r>
              <a:rPr lang="en-US" b="1" dirty="0"/>
              <a:t> </a:t>
            </a:r>
            <a:r>
              <a:rPr lang="en-US" b="1" dirty="0" err="1"/>
              <a:t>virtuali</a:t>
            </a:r>
            <a:r>
              <a:rPr lang="en-US" b="1" dirty="0"/>
              <a:t> </a:t>
            </a:r>
            <a:r>
              <a:rPr lang="en-US" b="1" dirty="0" err="1"/>
              <a:t>disponibili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dirty="0"/>
              <a:t>Inserted </a:t>
            </a:r>
            <a:r>
              <a:rPr lang="en-US" dirty="0">
                <a:sym typeface="Wingdings" panose="05000000000000000000" pitchFamily="2" charset="2"/>
              </a:rPr>
              <a:t> per INSERT e UPDATE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Deleted </a:t>
            </a:r>
            <a:r>
              <a:rPr lang="en-US" dirty="0">
                <a:sym typeface="Wingdings" panose="05000000000000000000" pitchFamily="2" charset="2"/>
              </a:rPr>
              <a:t> per DELETE e UPDATE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Dove </a:t>
            </a:r>
            <a:r>
              <a:rPr lang="en-US" b="1" dirty="0" err="1"/>
              <a:t>si</a:t>
            </a:r>
            <a:r>
              <a:rPr lang="en-US" b="1" dirty="0"/>
              <a:t> </a:t>
            </a:r>
            <a:r>
              <a:rPr lang="en-US" b="1" dirty="0" err="1"/>
              <a:t>usa</a:t>
            </a:r>
            <a:r>
              <a:rPr lang="en-US" b="1" dirty="0"/>
              <a:t>:</a:t>
            </a:r>
          </a:p>
          <a:p>
            <a:r>
              <a:rPr lang="en-US" dirty="0"/>
              <a:t>Audit di log</a:t>
            </a:r>
          </a:p>
          <a:p>
            <a:r>
              <a:rPr lang="en-US" dirty="0"/>
              <a:t>Recupero Identity</a:t>
            </a:r>
          </a:p>
          <a:p>
            <a:r>
              <a:rPr lang="en-US" dirty="0"/>
              <a:t>Debug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9E3BA4B-773B-D681-B3FF-CB7E3860BB1A}"/>
              </a:ext>
            </a:extLst>
          </p:cNvPr>
          <p:cNvSpPr txBox="1"/>
          <p:nvPr/>
        </p:nvSpPr>
        <p:spPr>
          <a:xfrm>
            <a:off x="4974504" y="843907"/>
            <a:ext cx="3924436" cy="3708063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rmAutofit/>
          </a:bodyPr>
          <a:lstStyle/>
          <a:p>
            <a:r>
              <a:rPr lang="en-US" sz="1700" dirty="0">
                <a:solidFill>
                  <a:schemeClr val="bg1"/>
                </a:solidFill>
                <a:ea typeface="Consolas" pitchFamily="34" charset="-122"/>
                <a:cs typeface="Consolas" pitchFamily="34" charset="-120"/>
              </a:rPr>
              <a:t>-- Insert con output</a:t>
            </a:r>
          </a:p>
          <a:p>
            <a:r>
              <a:rPr lang="en-US" sz="1700" dirty="0">
                <a:solidFill>
                  <a:srgbClr val="C00000"/>
                </a:solidFill>
                <a:ea typeface="Consolas" pitchFamily="34" charset="-122"/>
                <a:cs typeface="Consolas" pitchFamily="34" charset="-120"/>
              </a:rPr>
              <a:t>INSERT INTO </a:t>
            </a:r>
            <a:r>
              <a:rPr lang="en-US" sz="1700" dirty="0" err="1">
                <a:solidFill>
                  <a:schemeClr val="bg1"/>
                </a:solidFill>
                <a:ea typeface="Consolas" pitchFamily="34" charset="-122"/>
                <a:cs typeface="Consolas" pitchFamily="34" charset="-120"/>
              </a:rPr>
              <a:t>dbo.Ordini</a:t>
            </a:r>
            <a:r>
              <a:rPr lang="en-US" sz="1700" dirty="0">
                <a:solidFill>
                  <a:schemeClr val="bg1"/>
                </a:solidFill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700" dirty="0" err="1">
                <a:solidFill>
                  <a:schemeClr val="bg1"/>
                </a:solidFill>
                <a:ea typeface="Consolas" pitchFamily="34" charset="-122"/>
                <a:cs typeface="Consolas" pitchFamily="34" charset="-120"/>
              </a:rPr>
              <a:t>ClienteID</a:t>
            </a:r>
            <a:r>
              <a:rPr lang="en-US" sz="1700" dirty="0">
                <a:solidFill>
                  <a:schemeClr val="bg1"/>
                </a:solidFill>
                <a:ea typeface="Consolas" pitchFamily="34" charset="-122"/>
                <a:cs typeface="Consolas" pitchFamily="34" charset="-120"/>
              </a:rPr>
              <a:t>)</a:t>
            </a:r>
            <a:endParaRPr lang="en-US" sz="1700" dirty="0">
              <a:solidFill>
                <a:schemeClr val="bg1"/>
              </a:solidFill>
            </a:endParaRPr>
          </a:p>
          <a:p>
            <a:r>
              <a:rPr lang="en-US" sz="1700" dirty="0">
                <a:solidFill>
                  <a:srgbClr val="C00000"/>
                </a:solidFill>
                <a:ea typeface="Consolas" pitchFamily="34" charset="-122"/>
                <a:cs typeface="Consolas" pitchFamily="34" charset="-120"/>
              </a:rPr>
              <a:t>OUTPUT</a:t>
            </a:r>
            <a:r>
              <a:rPr lang="en-US" sz="1700" dirty="0">
                <a:solidFill>
                  <a:schemeClr val="bg1"/>
                </a:solidFill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 err="1">
                <a:solidFill>
                  <a:srgbClr val="00B050"/>
                </a:solidFill>
                <a:ea typeface="Consolas" pitchFamily="34" charset="-122"/>
                <a:cs typeface="Consolas" pitchFamily="34" charset="-120"/>
              </a:rPr>
              <a:t>INSERTED</a:t>
            </a:r>
            <a:r>
              <a:rPr lang="en-US" sz="1700" dirty="0" err="1">
                <a:solidFill>
                  <a:schemeClr val="bg1"/>
                </a:solidFill>
                <a:ea typeface="Consolas" pitchFamily="34" charset="-122"/>
                <a:cs typeface="Consolas" pitchFamily="34" charset="-120"/>
              </a:rPr>
              <a:t>.OrdineID</a:t>
            </a:r>
            <a:r>
              <a:rPr lang="en-US" sz="1700" dirty="0">
                <a:solidFill>
                  <a:schemeClr val="bg1"/>
                </a:solidFill>
                <a:ea typeface="Consolas" pitchFamily="34" charset="-122"/>
                <a:cs typeface="Consolas" pitchFamily="34" charset="-120"/>
              </a:rPr>
              <a:t>,</a:t>
            </a:r>
            <a:endParaRPr lang="en-US" sz="1700" dirty="0">
              <a:solidFill>
                <a:schemeClr val="bg1"/>
              </a:solidFill>
            </a:endParaRPr>
          </a:p>
          <a:p>
            <a:r>
              <a:rPr lang="en-US" sz="1700" dirty="0">
                <a:solidFill>
                  <a:schemeClr val="bg1"/>
                </a:solidFill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700" dirty="0" err="1">
                <a:solidFill>
                  <a:srgbClr val="00B050"/>
                </a:solidFill>
                <a:ea typeface="Consolas" pitchFamily="34" charset="-122"/>
                <a:cs typeface="Consolas" pitchFamily="34" charset="-120"/>
              </a:rPr>
              <a:t>INSERTED</a:t>
            </a:r>
            <a:r>
              <a:rPr lang="en-US" sz="1700" dirty="0" err="1">
                <a:solidFill>
                  <a:schemeClr val="bg1"/>
                </a:solidFill>
                <a:ea typeface="Consolas" pitchFamily="34" charset="-122"/>
                <a:cs typeface="Consolas" pitchFamily="34" charset="-120"/>
              </a:rPr>
              <a:t>.DataOrdine</a:t>
            </a:r>
            <a:endParaRPr lang="en-US" sz="1700" dirty="0">
              <a:solidFill>
                <a:schemeClr val="bg1"/>
              </a:solidFill>
            </a:endParaRPr>
          </a:p>
          <a:p>
            <a:r>
              <a:rPr lang="en-US" sz="1700" dirty="0">
                <a:solidFill>
                  <a:srgbClr val="C00000"/>
                </a:solidFill>
                <a:ea typeface="Consolas" pitchFamily="34" charset="-122"/>
                <a:cs typeface="Consolas" pitchFamily="34" charset="-120"/>
              </a:rPr>
              <a:t>VALUES</a:t>
            </a:r>
            <a:r>
              <a:rPr lang="en-US" sz="1700" dirty="0">
                <a:solidFill>
                  <a:schemeClr val="bg1"/>
                </a:solidFill>
                <a:ea typeface="Consolas" pitchFamily="34" charset="-122"/>
                <a:cs typeface="Consolas" pitchFamily="34" charset="-120"/>
              </a:rPr>
              <a:t> (42);</a:t>
            </a:r>
            <a:endParaRPr lang="en-US" sz="1700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-- Delete con output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rgbClr val="C00000"/>
                </a:solidFill>
                <a:ea typeface="Consolas" pitchFamily="34" charset="-122"/>
                <a:cs typeface="Consolas" pitchFamily="34" charset="-120"/>
              </a:rPr>
              <a:t>DELETE FROM </a:t>
            </a:r>
            <a:r>
              <a:rPr lang="en-US" sz="1600" dirty="0" err="1">
                <a:solidFill>
                  <a:schemeClr val="bg1"/>
                </a:solidFill>
                <a:ea typeface="Consolas" pitchFamily="34" charset="-122"/>
                <a:cs typeface="Consolas" pitchFamily="34" charset="-120"/>
              </a:rPr>
              <a:t>dbo.ProdottiObsoleti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rgbClr val="C00000"/>
                </a:solidFill>
                <a:ea typeface="Consolas" pitchFamily="34" charset="-122"/>
                <a:cs typeface="Consolas" pitchFamily="34" charset="-120"/>
              </a:rPr>
              <a:t>OUTPUT</a:t>
            </a:r>
            <a:r>
              <a:rPr lang="en-US" sz="1600" dirty="0">
                <a:solidFill>
                  <a:schemeClr val="bg1"/>
                </a:solidFill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 err="1">
                <a:solidFill>
                  <a:srgbClr val="00B050"/>
                </a:solidFill>
                <a:ea typeface="Consolas" pitchFamily="34" charset="-122"/>
                <a:cs typeface="Consolas" pitchFamily="34" charset="-120"/>
              </a:rPr>
              <a:t>DELETED</a:t>
            </a:r>
            <a:r>
              <a:rPr lang="en-US" sz="1600" dirty="0" err="1">
                <a:solidFill>
                  <a:schemeClr val="bg1"/>
                </a:solidFill>
                <a:ea typeface="Consolas" pitchFamily="34" charset="-122"/>
                <a:cs typeface="Consolas" pitchFamily="34" charset="-120"/>
              </a:rPr>
              <a:t>.ProductID</a:t>
            </a:r>
            <a:r>
              <a:rPr lang="en-US" sz="1600" dirty="0">
                <a:solidFill>
                  <a:schemeClr val="bg1"/>
                </a:solidFill>
                <a:ea typeface="Consolas" pitchFamily="34" charset="-122"/>
                <a:cs typeface="Consolas" pitchFamily="34" charset="-120"/>
              </a:rPr>
              <a:t>,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600" dirty="0" err="1">
                <a:solidFill>
                  <a:srgbClr val="00B050"/>
                </a:solidFill>
                <a:ea typeface="Consolas" pitchFamily="34" charset="-122"/>
                <a:cs typeface="Consolas" pitchFamily="34" charset="-120"/>
              </a:rPr>
              <a:t>DELETED</a:t>
            </a:r>
            <a:r>
              <a:rPr lang="en-US" sz="1600" dirty="0" err="1">
                <a:solidFill>
                  <a:schemeClr val="bg1"/>
                </a:solidFill>
                <a:ea typeface="Consolas" pitchFamily="34" charset="-122"/>
                <a:cs typeface="Consolas" pitchFamily="34" charset="-120"/>
              </a:rPr>
              <a:t>.Name</a:t>
            </a:r>
            <a:r>
              <a:rPr lang="en-US" sz="1600" dirty="0">
                <a:solidFill>
                  <a:schemeClr val="bg1"/>
                </a:solidFill>
                <a:ea typeface="Consolas" pitchFamily="34" charset="-122"/>
                <a:cs typeface="Consolas" pitchFamily="34" charset="-120"/>
              </a:rPr>
              <a:t>,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  <a:ea typeface="Consolas" pitchFamily="34" charset="-122"/>
                <a:cs typeface="Consolas" pitchFamily="34" charset="-120"/>
              </a:rPr>
              <a:t>                GETDATE() AS </a:t>
            </a:r>
            <a:r>
              <a:rPr lang="en-US" sz="1600" dirty="0" err="1">
                <a:solidFill>
                  <a:schemeClr val="bg1"/>
                </a:solidFill>
                <a:ea typeface="Consolas" pitchFamily="34" charset="-122"/>
                <a:cs typeface="Consolas" pitchFamily="34" charset="-120"/>
              </a:rPr>
              <a:t>DataEliminazione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rgbClr val="C00000"/>
                </a:solidFill>
                <a:ea typeface="Consolas" pitchFamily="34" charset="-122"/>
                <a:cs typeface="Consolas" pitchFamily="34" charset="-120"/>
              </a:rPr>
              <a:t>INTO</a:t>
            </a:r>
            <a:r>
              <a:rPr lang="en-US" sz="1600" dirty="0">
                <a:solidFill>
                  <a:schemeClr val="bg1"/>
                </a:solidFill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 err="1">
                <a:solidFill>
                  <a:schemeClr val="bg1"/>
                </a:solidFill>
                <a:ea typeface="Consolas" pitchFamily="34" charset="-122"/>
                <a:cs typeface="Consolas" pitchFamily="34" charset="-120"/>
              </a:rPr>
              <a:t>dbo.AuditEliminazioni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rgbClr val="C00000"/>
                </a:solidFill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600" dirty="0">
                <a:solidFill>
                  <a:schemeClr val="bg1"/>
                </a:solidFill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 err="1">
                <a:solidFill>
                  <a:schemeClr val="bg1"/>
                </a:solidFill>
                <a:ea typeface="Consolas" pitchFamily="34" charset="-122"/>
                <a:cs typeface="Consolas" pitchFamily="34" charset="-120"/>
              </a:rPr>
              <a:t>DiscontinuedDate</a:t>
            </a:r>
            <a:r>
              <a:rPr lang="en-US" sz="1600" dirty="0">
                <a:solidFill>
                  <a:schemeClr val="bg1"/>
                </a:solidFill>
                <a:ea typeface="Consolas" pitchFamily="34" charset="-122"/>
                <a:cs typeface="Consolas" pitchFamily="34" charset="-120"/>
              </a:rPr>
              <a:t> &lt; '2020-01-01';</a:t>
            </a:r>
            <a:endParaRPr lang="en-US" sz="1600" dirty="0">
              <a:solidFill>
                <a:schemeClr val="bg1"/>
              </a:solidFill>
            </a:endParaRPr>
          </a:p>
          <a:p>
            <a:pPr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Elemento grafico 4" descr="Programmatore (maschile) con riempimento a tinta unita">
            <a:extLst>
              <a:ext uri="{FF2B5EF4-FFF2-40B4-BE49-F238E27FC236}">
                <a16:creationId xmlns:a16="http://schemas.microsoft.com/office/drawing/2014/main" id="{03322A7E-AFE5-1A1B-6A43-054105B404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24428" y="3975906"/>
            <a:ext cx="411743" cy="44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256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BBF72-EFE0-83B1-16AC-AD2EC2E64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BE2CD6-DFE4-8C8E-5194-3D4DA88C4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TRANSAZIONE IMPLICITA VS ESPLICITA</a:t>
            </a:r>
          </a:p>
        </p:txBody>
      </p:sp>
      <p:graphicFrame>
        <p:nvGraphicFramePr>
          <p:cNvPr id="10" name="Segnaposto contenuto 9">
            <a:extLst>
              <a:ext uri="{FF2B5EF4-FFF2-40B4-BE49-F238E27FC236}">
                <a16:creationId xmlns:a16="http://schemas.microsoft.com/office/drawing/2014/main" id="{339D4127-C276-F73D-0E39-AB95F4C777D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5763516"/>
              </p:ext>
            </p:extLst>
          </p:nvPr>
        </p:nvGraphicFramePr>
        <p:xfrm>
          <a:off x="431192" y="807554"/>
          <a:ext cx="8281615" cy="3887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Elemento grafico 10" descr="Libro chiuso con riempimento a tinta unita">
            <a:extLst>
              <a:ext uri="{FF2B5EF4-FFF2-40B4-BE49-F238E27FC236}">
                <a16:creationId xmlns:a16="http://schemas.microsoft.com/office/drawing/2014/main" id="{951934FF-3604-1658-0E85-11DDD4A393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500" y="1347614"/>
            <a:ext cx="559116" cy="559116"/>
          </a:xfrm>
          <a:prstGeom prst="rect">
            <a:avLst/>
          </a:prstGeom>
        </p:spPr>
      </p:pic>
      <p:pic>
        <p:nvPicPr>
          <p:cNvPr id="12" name="Elemento grafico 11" descr="Libro chiuso con riempimento a tinta unita">
            <a:extLst>
              <a:ext uri="{FF2B5EF4-FFF2-40B4-BE49-F238E27FC236}">
                <a16:creationId xmlns:a16="http://schemas.microsoft.com/office/drawing/2014/main" id="{81F65273-53B3-DD0E-8400-24C7328533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63988" y="1347614"/>
            <a:ext cx="559116" cy="55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289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CEB3E2-2A3F-351C-4F81-304C9B6C0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checklist</a:t>
            </a: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B67D8B25-D8A9-3A93-8ADC-C1EC97F254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9958830"/>
              </p:ext>
            </p:extLst>
          </p:nvPr>
        </p:nvGraphicFramePr>
        <p:xfrm>
          <a:off x="359532" y="1239602"/>
          <a:ext cx="8424936" cy="286275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65778">
                  <a:extLst>
                    <a:ext uri="{9D8B030D-6E8A-4147-A177-3AD203B41FA5}">
                      <a16:colId xmlns:a16="http://schemas.microsoft.com/office/drawing/2014/main" val="775866638"/>
                    </a:ext>
                  </a:extLst>
                </a:gridCol>
                <a:gridCol w="7459158">
                  <a:extLst>
                    <a:ext uri="{9D8B030D-6E8A-4147-A177-3AD203B41FA5}">
                      <a16:colId xmlns:a16="http://schemas.microsoft.com/office/drawing/2014/main" val="2377615157"/>
                    </a:ext>
                  </a:extLst>
                </a:gridCol>
              </a:tblGrid>
              <a:tr h="389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#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Concetto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3276714678"/>
                  </a:ext>
                </a:extLst>
              </a:tr>
              <a:tr h="42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1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 err="1"/>
                        <a:t>Insert</a:t>
                      </a:r>
                      <a:r>
                        <a:rPr lang="it-IT" sz="1800" dirty="0"/>
                        <a:t> specificare lista colonne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2693386679"/>
                  </a:ext>
                </a:extLst>
              </a:tr>
              <a:tr h="3822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2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UPDATE/DELETE necessaria la WHERE per non agire su intera tabella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378474845"/>
                  </a:ext>
                </a:extLst>
              </a:tr>
              <a:tr h="42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3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SCOPE_IDENTITY() per lettura ID generato </a:t>
                      </a:r>
                      <a:r>
                        <a:rPr lang="it-IT" sz="1800" dirty="0" err="1"/>
                        <a:t>autoincrementale</a:t>
                      </a:r>
                      <a:endParaRPr lang="it-IT" sz="1800" dirty="0"/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3568214551"/>
                  </a:ext>
                </a:extLst>
              </a:tr>
              <a:tr h="398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/>
                        <a:t>4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Operazioni in batch su grandi volumi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3372481749"/>
                  </a:ext>
                </a:extLst>
              </a:tr>
              <a:tr h="42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/>
                        <a:t>5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Output per tracciare modifiche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1153661363"/>
                  </a:ext>
                </a:extLst>
              </a:tr>
              <a:tr h="42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6 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Transazione esplicita per tenere insieme operazioni DML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19664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4814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6F19C-A660-27C5-550D-F6DD10123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16FA2CE1-A017-53FC-3E8E-1CCC0708E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spc="0" dirty="0"/>
              <a:t>Fine modulo 1 – Fondamenti linguaggio SQL</a:t>
            </a:r>
          </a:p>
        </p:txBody>
      </p:sp>
    </p:spTree>
    <p:extLst>
      <p:ext uri="{BB962C8B-B14F-4D97-AF65-F5344CB8AC3E}">
        <p14:creationId xmlns:p14="http://schemas.microsoft.com/office/powerpoint/2010/main" val="34638567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119d383a77d69c9fe4b65d6ff37d099a55e5bbd"/>
</p:tagLst>
</file>

<file path=ppt/theme/theme1.xml><?xml version="1.0" encoding="utf-8"?>
<a:theme xmlns:a="http://schemas.openxmlformats.org/drawingml/2006/main" name="Sistemi">
  <a:themeElements>
    <a:clrScheme name="SISTEMI">
      <a:dk1>
        <a:sysClr val="windowText" lastClr="000000"/>
      </a:dk1>
      <a:lt1>
        <a:sysClr val="window" lastClr="FFFFFF"/>
      </a:lt1>
      <a:dk2>
        <a:srgbClr val="505460"/>
      </a:dk2>
      <a:lt2>
        <a:srgbClr val="FFFFFF"/>
      </a:lt2>
      <a:accent1>
        <a:srgbClr val="3A537E"/>
      </a:accent1>
      <a:accent2>
        <a:srgbClr val="AC1A2F"/>
      </a:accent2>
      <a:accent3>
        <a:srgbClr val="033D83"/>
      </a:accent3>
      <a:accent4>
        <a:srgbClr val="773E90"/>
      </a:accent4>
      <a:accent5>
        <a:srgbClr val="0092AE"/>
      </a:accent5>
      <a:accent6>
        <a:srgbClr val="FED03C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rgbClr val="A71930"/>
          </a:solidFill>
          <a:round/>
          <a:headEnd/>
          <a:tailEnd/>
        </a:ln>
        <a:effectLst/>
      </a:spPr>
      <a:bodyPr lIns="17999" tIns="10799" rIns="17999" bIns="10799" rtlCol="0" anchor="ctr"/>
      <a:lstStyle>
        <a:defPPr algn="ctr" eaLnBrk="0" hangingPunct="0">
          <a:lnSpc>
            <a:spcPct val="80000"/>
          </a:lnSpc>
          <a:spcBef>
            <a:spcPct val="20000"/>
          </a:spcBef>
          <a:buClr>
            <a:srgbClr val="A71930"/>
          </a:buClr>
          <a:defRPr sz="1600" b="1" dirty="0">
            <a:effectLst>
              <a:outerShdw blurRad="38100" dist="38100" dir="2700000" algn="tl">
                <a:srgbClr val="C0C0C0"/>
              </a:outerShdw>
            </a:effectLst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23343</TotalTime>
  <Words>1588</Words>
  <Application>Microsoft Office PowerPoint</Application>
  <PresentationFormat>Presentazione su schermo (16:9)</PresentationFormat>
  <Paragraphs>289</Paragraphs>
  <Slides>20</Slides>
  <Notes>19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6" baseType="lpstr">
      <vt:lpstr>Arial</vt:lpstr>
      <vt:lpstr>Arial Narrow</vt:lpstr>
      <vt:lpstr>Calibri</vt:lpstr>
      <vt:lpstr>Consolas</vt:lpstr>
      <vt:lpstr>Wingdings</vt:lpstr>
      <vt:lpstr>Sistemi</vt:lpstr>
      <vt:lpstr>Presentazione standard di PowerPoint</vt:lpstr>
      <vt:lpstr>agenda</vt:lpstr>
      <vt:lpstr>OPERAZIONI DML</vt:lpstr>
      <vt:lpstr>INSERT</vt:lpstr>
      <vt:lpstr>Insert singola riga</vt:lpstr>
      <vt:lpstr>Insert multi-riga</vt:lpstr>
      <vt:lpstr>Bulk insert – Caricamento massivo</vt:lpstr>
      <vt:lpstr>IDENTITY E SCOPE_IDENTITY</vt:lpstr>
      <vt:lpstr>update</vt:lpstr>
      <vt:lpstr>Update – sintassi base </vt:lpstr>
      <vt:lpstr>Update con from e join</vt:lpstr>
      <vt:lpstr>delete</vt:lpstr>
      <vt:lpstr>delete</vt:lpstr>
      <vt:lpstr>Delete vs truncate</vt:lpstr>
      <vt:lpstr>BEST PRACTICES E CHECKLIST</vt:lpstr>
      <vt:lpstr>DML IN BATCH</vt:lpstr>
      <vt:lpstr>Output – cattura righe modificate</vt:lpstr>
      <vt:lpstr>TRANSAZIONE IMPLICITA VS ESPLICITA</vt:lpstr>
      <vt:lpstr>checklist</vt:lpstr>
      <vt:lpstr>Fine modulo 1 – Fondamenti linguaggio SQL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Risultati aziendali e novità organizzative</dc:title>
  <dc:creator>Manuela.Pellegrino@sistemi.com</dc:creator>
  <cp:lastModifiedBy>Murzio Luca</cp:lastModifiedBy>
  <cp:revision>1469</cp:revision>
  <cp:lastPrinted>2026-03-23T15:16:51Z</cp:lastPrinted>
  <dcterms:created xsi:type="dcterms:W3CDTF">2013-03-01T10:25:06Z</dcterms:created>
  <dcterms:modified xsi:type="dcterms:W3CDTF">2026-08-05T13:02:34Z</dcterms:modified>
</cp:coreProperties>
</file>