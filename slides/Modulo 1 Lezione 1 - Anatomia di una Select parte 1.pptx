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3"/>
  </p:notesMasterIdLst>
  <p:handoutMasterIdLst>
    <p:handoutMasterId r:id="rId14"/>
  </p:handoutMasterIdLst>
  <p:sldIdLst>
    <p:sldId id="398" r:id="rId2"/>
    <p:sldId id="396" r:id="rId3"/>
    <p:sldId id="408" r:id="rId4"/>
    <p:sldId id="395" r:id="rId5"/>
    <p:sldId id="399" r:id="rId6"/>
    <p:sldId id="400" r:id="rId7"/>
    <p:sldId id="404" r:id="rId8"/>
    <p:sldId id="405" r:id="rId9"/>
    <p:sldId id="402" r:id="rId10"/>
    <p:sldId id="403" r:id="rId11"/>
    <p:sldId id="417" r:id="rId12"/>
  </p:sldIdLst>
  <p:sldSz cx="9144000" cy="5143500" type="screen16x9"/>
  <p:notesSz cx="6797675" cy="9928225"/>
  <p:custDataLst>
    <p:tags r:id="rId15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E1A"/>
    <a:srgbClr val="FFFFCC"/>
    <a:srgbClr val="8C8C8C"/>
    <a:srgbClr val="AC1A2F"/>
    <a:srgbClr val="E30613"/>
    <a:srgbClr val="D3D3D3"/>
    <a:srgbClr val="33CC33"/>
    <a:srgbClr val="FFCCFF"/>
    <a:srgbClr val="0000FF"/>
    <a:srgbClr val="83B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E9C19A-A60F-49B5-8454-D5502F53DA21}" v="6" dt="2026-04-09T16:16:05.1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91" autoAdjust="0"/>
    <p:restoredTop sz="75182" autoAdjust="0"/>
  </p:normalViewPr>
  <p:slideViewPr>
    <p:cSldViewPr showGuides="1">
      <p:cViewPr varScale="1">
        <p:scale>
          <a:sx n="109" d="100"/>
          <a:sy n="109" d="100"/>
        </p:scale>
        <p:origin x="1878" y="102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04-09T16:16:05.107" v="6575" actId="207"/>
      <pc:docMkLst>
        <pc:docMk/>
      </pc:docMkLst>
      <pc:sldChg chg="addSp delSp modSp mod modAnim modNotes modNotesTx">
        <pc:chgData name="Murzio Luca" userId="62ead766-6eaf-4057-bb25-25909a8c13e9" providerId="ADAL" clId="{3FA68CEF-BA90-4830-B164-02BEB71A7E1D}" dt="2026-04-08T13:12:18.392" v="6315" actId="20577"/>
        <pc:sldMkLst>
          <pc:docMk/>
          <pc:sldMk cId="785026775" sldId="395"/>
        </pc:sldMkLst>
        <pc:spChg chg="mod">
          <ac:chgData name="Murzio Luca" userId="62ead766-6eaf-4057-bb25-25909a8c13e9" providerId="ADAL" clId="{3FA68CEF-BA90-4830-B164-02BEB71A7E1D}" dt="2026-03-20T14:48:00.938" v="1477" actId="313"/>
          <ac:spMkLst>
            <pc:docMk/>
            <pc:sldMk cId="785026775" sldId="395"/>
            <ac:spMk id="2" creationId="{EC90C396-D641-B065-A9FE-A87C9C2ED6E1}"/>
          </ac:spMkLst>
        </pc:spChg>
        <pc:spChg chg="add mod">
          <ac:chgData name="Murzio Luca" userId="62ead766-6eaf-4057-bb25-25909a8c13e9" providerId="ADAL" clId="{3FA68CEF-BA90-4830-B164-02BEB71A7E1D}" dt="2026-03-23T15:58:15.868" v="3109" actId="122"/>
          <ac:spMkLst>
            <pc:docMk/>
            <pc:sldMk cId="785026775" sldId="395"/>
            <ac:spMk id="6" creationId="{31B13DB1-A7B3-E5E6-C3B4-22A3E95082A5}"/>
          </ac:spMkLst>
        </pc:spChg>
        <pc:spChg chg="add mod">
          <ac:chgData name="Murzio Luca" userId="62ead766-6eaf-4057-bb25-25909a8c13e9" providerId="ADAL" clId="{3FA68CEF-BA90-4830-B164-02BEB71A7E1D}" dt="2026-03-23T15:58:22.734" v="3111" actId="404"/>
          <ac:spMkLst>
            <pc:docMk/>
            <pc:sldMk cId="785026775" sldId="395"/>
            <ac:spMk id="7" creationId="{437FBF44-A51A-44F4-A7AA-3360AE80546B}"/>
          </ac:spMkLst>
        </pc:spChg>
        <pc:spChg chg="add mod ord">
          <ac:chgData name="Murzio Luca" userId="62ead766-6eaf-4057-bb25-25909a8c13e9" providerId="ADAL" clId="{3FA68CEF-BA90-4830-B164-02BEB71A7E1D}" dt="2026-03-23T15:59:09.211" v="3133" actId="1038"/>
          <ac:spMkLst>
            <pc:docMk/>
            <pc:sldMk cId="785026775" sldId="395"/>
            <ac:spMk id="58" creationId="{2B2A3784-9D29-4F4C-10EB-FE1187BA2364}"/>
          </ac:spMkLst>
        </pc:spChg>
        <pc:spChg chg="add mod ord">
          <ac:chgData name="Murzio Luca" userId="62ead766-6eaf-4057-bb25-25909a8c13e9" providerId="ADAL" clId="{3FA68CEF-BA90-4830-B164-02BEB71A7E1D}" dt="2026-03-20T15:38:43.712" v="1897" actId="14100"/>
          <ac:spMkLst>
            <pc:docMk/>
            <pc:sldMk cId="785026775" sldId="395"/>
            <ac:spMk id="59" creationId="{E247C3E7-5E3C-01A6-173A-E96BF9DBF9E0}"/>
          </ac:spMkLst>
        </pc:spChg>
        <pc:spChg chg="add mod ord">
          <ac:chgData name="Murzio Luca" userId="62ead766-6eaf-4057-bb25-25909a8c13e9" providerId="ADAL" clId="{3FA68CEF-BA90-4830-B164-02BEB71A7E1D}" dt="2026-03-23T16:01:01" v="3202" actId="207"/>
          <ac:spMkLst>
            <pc:docMk/>
            <pc:sldMk cId="785026775" sldId="395"/>
            <ac:spMk id="60" creationId="{E36B70FF-AF8A-4160-96C2-33F5F2FA4B2D}"/>
          </ac:spMkLst>
        </pc:spChg>
        <pc:spChg chg="add mod ord">
          <ac:chgData name="Murzio Luca" userId="62ead766-6eaf-4057-bb25-25909a8c13e9" providerId="ADAL" clId="{3FA68CEF-BA90-4830-B164-02BEB71A7E1D}" dt="2026-03-20T15:38:38.406" v="1896" actId="14100"/>
          <ac:spMkLst>
            <pc:docMk/>
            <pc:sldMk cId="785026775" sldId="395"/>
            <ac:spMk id="61" creationId="{7E8F465A-BE54-FA3E-0716-3A0AFE76CB4B}"/>
          </ac:spMkLst>
        </pc:spChg>
        <pc:graphicFrameChg chg="add mod modGraphic">
          <ac:chgData name="Murzio Luca" userId="62ead766-6eaf-4057-bb25-25909a8c13e9" providerId="ADAL" clId="{3FA68CEF-BA90-4830-B164-02BEB71A7E1D}" dt="2026-03-23T15:59:09.211" v="3133" actId="1038"/>
          <ac:graphicFrameMkLst>
            <pc:docMk/>
            <pc:sldMk cId="785026775" sldId="395"/>
            <ac:graphicFrameMk id="4" creationId="{5934AA44-7DF8-BD27-6D28-3B4E71BD85F0}"/>
          </ac:graphicFrameMkLst>
        </pc:graphicFrameChg>
        <pc:graphicFrameChg chg="add mod modGraphic">
          <ac:chgData name="Murzio Luca" userId="62ead766-6eaf-4057-bb25-25909a8c13e9" providerId="ADAL" clId="{3FA68CEF-BA90-4830-B164-02BEB71A7E1D}" dt="2026-03-20T15:38:32.132" v="1894" actId="1037"/>
          <ac:graphicFrameMkLst>
            <pc:docMk/>
            <pc:sldMk cId="785026775" sldId="395"/>
            <ac:graphicFrameMk id="5" creationId="{30B3BF27-35B7-25A2-05EB-25CAFACE6864}"/>
          </ac:graphicFrameMkLst>
        </pc:graphicFrameChg>
        <pc:picChg chg="add mod">
          <ac:chgData name="Murzio Luca" userId="62ead766-6eaf-4057-bb25-25909a8c13e9" providerId="ADAL" clId="{3FA68CEF-BA90-4830-B164-02BEB71A7E1D}" dt="2026-03-23T15:59:09.211" v="3133" actId="1038"/>
          <ac:picMkLst>
            <pc:docMk/>
            <pc:sldMk cId="785026775" sldId="395"/>
            <ac:picMk id="14" creationId="{3BA316F5-5599-9103-C5F1-1E929C5AE210}"/>
          </ac:picMkLst>
        </pc:picChg>
        <pc:picChg chg="add mod">
          <ac:chgData name="Murzio Luca" userId="62ead766-6eaf-4057-bb25-25909a8c13e9" providerId="ADAL" clId="{3FA68CEF-BA90-4830-B164-02BEB71A7E1D}" dt="2026-03-23T15:59:09.211" v="3133" actId="1038"/>
          <ac:picMkLst>
            <pc:docMk/>
            <pc:sldMk cId="785026775" sldId="395"/>
            <ac:picMk id="16" creationId="{C9F7123A-8D6E-8F53-5542-68B4ECAE7115}"/>
          </ac:picMkLst>
        </pc:picChg>
        <pc:picChg chg="add mod">
          <ac:chgData name="Murzio Luca" userId="62ead766-6eaf-4057-bb25-25909a8c13e9" providerId="ADAL" clId="{3FA68CEF-BA90-4830-B164-02BEB71A7E1D}" dt="2026-03-23T15:59:09.211" v="3133" actId="1038"/>
          <ac:picMkLst>
            <pc:docMk/>
            <pc:sldMk cId="785026775" sldId="395"/>
            <ac:picMk id="18" creationId="{B1213446-6845-2D2E-BF12-10D518BFCDDF}"/>
          </ac:picMkLst>
        </pc:picChg>
        <pc:picChg chg="add mod">
          <ac:chgData name="Murzio Luca" userId="62ead766-6eaf-4057-bb25-25909a8c13e9" providerId="ADAL" clId="{3FA68CEF-BA90-4830-B164-02BEB71A7E1D}" dt="2026-03-23T15:59:09.211" v="3133" actId="1038"/>
          <ac:picMkLst>
            <pc:docMk/>
            <pc:sldMk cId="785026775" sldId="395"/>
            <ac:picMk id="20" creationId="{BE269BBE-3B4D-44FB-BC6B-27E01972DF7E}"/>
          </ac:picMkLst>
        </pc:picChg>
        <pc:picChg chg="add mod">
          <ac:chgData name="Murzio Luca" userId="62ead766-6eaf-4057-bb25-25909a8c13e9" providerId="ADAL" clId="{3FA68CEF-BA90-4830-B164-02BEB71A7E1D}" dt="2026-03-23T15:59:09.211" v="3133" actId="1038"/>
          <ac:picMkLst>
            <pc:docMk/>
            <pc:sldMk cId="785026775" sldId="395"/>
            <ac:picMk id="22" creationId="{1C73C06E-C383-1801-9FC8-7735B05C8C85}"/>
          </ac:picMkLst>
        </pc:picChg>
        <pc:picChg chg="add mod">
          <ac:chgData name="Murzio Luca" userId="62ead766-6eaf-4057-bb25-25909a8c13e9" providerId="ADAL" clId="{3FA68CEF-BA90-4830-B164-02BEB71A7E1D}" dt="2026-03-23T15:59:09.211" v="3133" actId="1038"/>
          <ac:picMkLst>
            <pc:docMk/>
            <pc:sldMk cId="785026775" sldId="395"/>
            <ac:picMk id="24" creationId="{DAC8FC30-D0E1-24E3-EE54-431B2B24274A}"/>
          </ac:picMkLst>
        </pc:picChg>
        <pc:picChg chg="add mod">
          <ac:chgData name="Murzio Luca" userId="62ead766-6eaf-4057-bb25-25909a8c13e9" providerId="ADAL" clId="{3FA68CEF-BA90-4830-B164-02BEB71A7E1D}" dt="2026-03-23T15:59:09.211" v="3133" actId="1038"/>
          <ac:picMkLst>
            <pc:docMk/>
            <pc:sldMk cId="785026775" sldId="395"/>
            <ac:picMk id="26" creationId="{5E14DFC6-5E6D-ABBC-6B12-0A7A7592CB78}"/>
          </ac:picMkLst>
        </pc:picChg>
        <pc:picChg chg="add mod">
          <ac:chgData name="Murzio Luca" userId="62ead766-6eaf-4057-bb25-25909a8c13e9" providerId="ADAL" clId="{3FA68CEF-BA90-4830-B164-02BEB71A7E1D}" dt="2026-03-20T15:38:32.132" v="1894" actId="1037"/>
          <ac:picMkLst>
            <pc:docMk/>
            <pc:sldMk cId="785026775" sldId="395"/>
            <ac:picMk id="28" creationId="{73C49661-20B3-EA49-DC9A-197DFF369038}"/>
          </ac:picMkLst>
        </pc:picChg>
        <pc:picChg chg="add mod">
          <ac:chgData name="Murzio Luca" userId="62ead766-6eaf-4057-bb25-25909a8c13e9" providerId="ADAL" clId="{3FA68CEF-BA90-4830-B164-02BEB71A7E1D}" dt="2026-03-20T15:38:32.132" v="1894" actId="1037"/>
          <ac:picMkLst>
            <pc:docMk/>
            <pc:sldMk cId="785026775" sldId="395"/>
            <ac:picMk id="30" creationId="{5B9001B2-A263-6625-8C7C-EF733170A204}"/>
          </ac:picMkLst>
        </pc:picChg>
        <pc:picChg chg="add mod">
          <ac:chgData name="Murzio Luca" userId="62ead766-6eaf-4057-bb25-25909a8c13e9" providerId="ADAL" clId="{3FA68CEF-BA90-4830-B164-02BEB71A7E1D}" dt="2026-03-20T15:38:32.132" v="1894" actId="1037"/>
          <ac:picMkLst>
            <pc:docMk/>
            <pc:sldMk cId="785026775" sldId="395"/>
            <ac:picMk id="34" creationId="{2FF24E32-E61E-F56B-DACE-28511C816DFC}"/>
          </ac:picMkLst>
        </pc:picChg>
        <pc:picChg chg="add mod">
          <ac:chgData name="Murzio Luca" userId="62ead766-6eaf-4057-bb25-25909a8c13e9" providerId="ADAL" clId="{3FA68CEF-BA90-4830-B164-02BEB71A7E1D}" dt="2026-03-20T15:38:32.132" v="1894" actId="1037"/>
          <ac:picMkLst>
            <pc:docMk/>
            <pc:sldMk cId="785026775" sldId="395"/>
            <ac:picMk id="36" creationId="{FCF1C2B0-E901-2F28-9E33-FC6FF5DD4628}"/>
          </ac:picMkLst>
        </pc:picChg>
        <pc:picChg chg="add mod">
          <ac:chgData name="Murzio Luca" userId="62ead766-6eaf-4057-bb25-25909a8c13e9" providerId="ADAL" clId="{3FA68CEF-BA90-4830-B164-02BEB71A7E1D}" dt="2026-03-20T15:38:32.132" v="1894" actId="1037"/>
          <ac:picMkLst>
            <pc:docMk/>
            <pc:sldMk cId="785026775" sldId="395"/>
            <ac:picMk id="38" creationId="{716162A4-E9AF-CAC3-C60C-18F2BE933448}"/>
          </ac:picMkLst>
        </pc:picChg>
        <pc:picChg chg="add mod">
          <ac:chgData name="Murzio Luca" userId="62ead766-6eaf-4057-bb25-25909a8c13e9" providerId="ADAL" clId="{3FA68CEF-BA90-4830-B164-02BEB71A7E1D}" dt="2026-03-20T15:38:32.132" v="1894" actId="1037"/>
          <ac:picMkLst>
            <pc:docMk/>
            <pc:sldMk cId="785026775" sldId="395"/>
            <ac:picMk id="40" creationId="{692800D7-3D91-DDA8-3242-7CD3688BC011}"/>
          </ac:picMkLst>
        </pc:picChg>
        <pc:picChg chg="add mod">
          <ac:chgData name="Murzio Luca" userId="62ead766-6eaf-4057-bb25-25909a8c13e9" providerId="ADAL" clId="{3FA68CEF-BA90-4830-B164-02BEB71A7E1D}" dt="2026-03-20T15:38:32.132" v="1894" actId="1037"/>
          <ac:picMkLst>
            <pc:docMk/>
            <pc:sldMk cId="785026775" sldId="395"/>
            <ac:picMk id="42" creationId="{1B905073-DC1B-2A4D-E5D9-54329D671630}"/>
          </ac:picMkLst>
        </pc:picChg>
        <pc:cxnChg chg="add mod">
          <ac:chgData name="Murzio Luca" userId="62ead766-6eaf-4057-bb25-25909a8c13e9" providerId="ADAL" clId="{3FA68CEF-BA90-4830-B164-02BEB71A7E1D}" dt="2026-03-20T14:02:17.741" v="1062" actId="1036"/>
          <ac:cxnSpMkLst>
            <pc:docMk/>
            <pc:sldMk cId="785026775" sldId="395"/>
            <ac:cxnSpMk id="9" creationId="{1055D9C2-1BF5-5751-A747-3D18FDD29AEE}"/>
          </ac:cxnSpMkLst>
        </pc:cxnChg>
      </pc:sldChg>
      <pc:sldChg chg="addSp delSp modSp mod modNotesTx">
        <pc:chgData name="Murzio Luca" userId="62ead766-6eaf-4057-bb25-25909a8c13e9" providerId="ADAL" clId="{3FA68CEF-BA90-4830-B164-02BEB71A7E1D}" dt="2026-04-08T13:11:11.677" v="6310" actId="20577"/>
        <pc:sldMkLst>
          <pc:docMk/>
          <pc:sldMk cId="1742129704" sldId="396"/>
        </pc:sldMkLst>
        <pc:spChg chg="mod">
          <ac:chgData name="Murzio Luca" userId="62ead766-6eaf-4057-bb25-25909a8c13e9" providerId="ADAL" clId="{3FA68CEF-BA90-4830-B164-02BEB71A7E1D}" dt="2026-03-20T11:05:26.679" v="652" actId="207"/>
          <ac:spMkLst>
            <pc:docMk/>
            <pc:sldMk cId="1742129704" sldId="396"/>
            <ac:spMk id="2" creationId="{9BCF11E5-C10D-D44C-0194-64FF27C388AC}"/>
          </ac:spMkLst>
        </pc:spChg>
        <pc:graphicFrameChg chg="add mod modGraphic">
          <ac:chgData name="Murzio Luca" userId="62ead766-6eaf-4057-bb25-25909a8c13e9" providerId="ADAL" clId="{3FA68CEF-BA90-4830-B164-02BEB71A7E1D}" dt="2026-04-03T07:53:51.698" v="6146" actId="20577"/>
          <ac:graphicFrameMkLst>
            <pc:docMk/>
            <pc:sldMk cId="1742129704" sldId="396"/>
            <ac:graphicFrameMk id="5" creationId="{6BFF772B-8A15-9994-B0EE-F4836F067C6E}"/>
          </ac:graphicFrameMkLst>
        </pc:graphicFrameChg>
      </pc:sldChg>
      <pc:sldChg chg="modSp del mod ord">
        <pc:chgData name="Murzio Luca" userId="62ead766-6eaf-4057-bb25-25909a8c13e9" providerId="ADAL" clId="{3FA68CEF-BA90-4830-B164-02BEB71A7E1D}" dt="2026-04-08T13:18:11.984" v="6490" actId="47"/>
        <pc:sldMkLst>
          <pc:docMk/>
          <pc:sldMk cId="2760470487" sldId="397"/>
        </pc:sldMkLst>
      </pc:sldChg>
      <pc:sldChg chg="addSp delSp modSp mod setBg modNotesTx">
        <pc:chgData name="Murzio Luca" userId="62ead766-6eaf-4057-bb25-25909a8c13e9" providerId="ADAL" clId="{3FA68CEF-BA90-4830-B164-02BEB71A7E1D}" dt="2026-04-08T13:03:56.627" v="6207" actId="20577"/>
        <pc:sldMkLst>
          <pc:docMk/>
          <pc:sldMk cId="2453220132" sldId="398"/>
        </pc:sldMkLst>
        <pc:spChg chg="mod">
          <ac:chgData name="Murzio Luca" userId="62ead766-6eaf-4057-bb25-25909a8c13e9" providerId="ADAL" clId="{3FA68CEF-BA90-4830-B164-02BEB71A7E1D}" dt="2026-04-08T13:03:56.627" v="6207" actId="20577"/>
          <ac:spMkLst>
            <pc:docMk/>
            <pc:sldMk cId="2453220132" sldId="398"/>
            <ac:spMk id="7" creationId="{202B71B1-14B4-3B1A-B56D-A2CE7F9978E6}"/>
          </ac:spMkLst>
        </pc:spChg>
        <pc:spChg chg="mod">
          <ac:chgData name="Murzio Luca" userId="62ead766-6eaf-4057-bb25-25909a8c13e9" providerId="ADAL" clId="{3FA68CEF-BA90-4830-B164-02BEB71A7E1D}" dt="2026-03-20T10:35:19.705" v="61" actId="20577"/>
          <ac:spMkLst>
            <pc:docMk/>
            <pc:sldMk cId="2453220132" sldId="398"/>
            <ac:spMk id="8" creationId="{914F1CCD-6988-40EB-8723-4DA122189198}"/>
          </ac:spMkLst>
        </pc:spChg>
        <pc:picChg chg="add mod">
          <ac:chgData name="Murzio Luca" userId="62ead766-6eaf-4057-bb25-25909a8c13e9" providerId="ADAL" clId="{3FA68CEF-BA90-4830-B164-02BEB71A7E1D}" dt="2026-03-23T10:26:25.396" v="1996" actId="1076"/>
          <ac:picMkLst>
            <pc:docMk/>
            <pc:sldMk cId="2453220132" sldId="398"/>
            <ac:picMk id="4" creationId="{94975818-5F77-CDA3-C7A8-B948528764E0}"/>
          </ac:picMkLst>
        </pc:picChg>
      </pc:sldChg>
      <pc:sldChg chg="addSp delSp modSp new mod modNotesTx">
        <pc:chgData name="Murzio Luca" userId="62ead766-6eaf-4057-bb25-25909a8c13e9" providerId="ADAL" clId="{3FA68CEF-BA90-4830-B164-02BEB71A7E1D}" dt="2026-04-08T13:13:50.997" v="6431" actId="20577"/>
        <pc:sldMkLst>
          <pc:docMk/>
          <pc:sldMk cId="55841807" sldId="399"/>
        </pc:sldMkLst>
        <pc:spChg chg="mod">
          <ac:chgData name="Murzio Luca" userId="62ead766-6eaf-4057-bb25-25909a8c13e9" providerId="ADAL" clId="{3FA68CEF-BA90-4830-B164-02BEB71A7E1D}" dt="2026-03-20T15:00:34.793" v="1679" actId="207"/>
          <ac:spMkLst>
            <pc:docMk/>
            <pc:sldMk cId="55841807" sldId="399"/>
            <ac:spMk id="2" creationId="{C3CB3ADD-C3A7-622D-EF25-67E5F292A821}"/>
          </ac:spMkLst>
        </pc:spChg>
        <pc:spChg chg="mod">
          <ac:chgData name="Murzio Luca" userId="62ead766-6eaf-4057-bb25-25909a8c13e9" providerId="ADAL" clId="{3FA68CEF-BA90-4830-B164-02BEB71A7E1D}" dt="2026-03-20T14:54:00.167" v="1639" actId="20577"/>
          <ac:spMkLst>
            <pc:docMk/>
            <pc:sldMk cId="55841807" sldId="399"/>
            <ac:spMk id="3" creationId="{5EC2FB72-2E68-35B2-DE2E-826162C12B0D}"/>
          </ac:spMkLst>
        </pc:spChg>
        <pc:spChg chg="add mod">
          <ac:chgData name="Murzio Luca" userId="62ead766-6eaf-4057-bb25-25909a8c13e9" providerId="ADAL" clId="{3FA68CEF-BA90-4830-B164-02BEB71A7E1D}" dt="2026-03-24T11:17:27.873" v="4556" actId="1076"/>
          <ac:spMkLst>
            <pc:docMk/>
            <pc:sldMk cId="55841807" sldId="399"/>
            <ac:spMk id="5" creationId="{43003706-D65A-6FE6-6AC9-E76B3BA6C126}"/>
          </ac:spMkLst>
        </pc:spChg>
        <pc:picChg chg="add mod">
          <ac:chgData name="Murzio Luca" userId="62ead766-6eaf-4057-bb25-25909a8c13e9" providerId="ADAL" clId="{3FA68CEF-BA90-4830-B164-02BEB71A7E1D}" dt="2026-03-24T11:16:13.018" v="4542" actId="1036"/>
          <ac:picMkLst>
            <pc:docMk/>
            <pc:sldMk cId="55841807" sldId="399"/>
            <ac:picMk id="7" creationId="{8AF3DB59-9AA6-6FE8-814C-2AC75CE5FC6B}"/>
          </ac:picMkLst>
        </pc:picChg>
      </pc:sldChg>
      <pc:sldChg chg="addSp delSp modSp new mod modClrScheme chgLayout modNotesTx">
        <pc:chgData name="Murzio Luca" userId="62ead766-6eaf-4057-bb25-25909a8c13e9" providerId="ADAL" clId="{3FA68CEF-BA90-4830-B164-02BEB71A7E1D}" dt="2026-04-08T13:13:45.941" v="6426" actId="20577"/>
        <pc:sldMkLst>
          <pc:docMk/>
          <pc:sldMk cId="3034292770" sldId="400"/>
        </pc:sldMkLst>
        <pc:spChg chg="mod">
          <ac:chgData name="Murzio Luca" userId="62ead766-6eaf-4057-bb25-25909a8c13e9" providerId="ADAL" clId="{3FA68CEF-BA90-4830-B164-02BEB71A7E1D}" dt="2026-03-20T15:26:27.631" v="1843" actId="26606"/>
          <ac:spMkLst>
            <pc:docMk/>
            <pc:sldMk cId="3034292770" sldId="400"/>
            <ac:spMk id="2" creationId="{C4A75248-5618-AF3F-F07C-AB61A1A1A1E3}"/>
          </ac:spMkLst>
        </pc:spChg>
        <pc:spChg chg="mod">
          <ac:chgData name="Murzio Luca" userId="62ead766-6eaf-4057-bb25-25909a8c13e9" providerId="ADAL" clId="{3FA68CEF-BA90-4830-B164-02BEB71A7E1D}" dt="2026-03-24T10:08:19.467" v="3563" actId="20577"/>
          <ac:spMkLst>
            <pc:docMk/>
            <pc:sldMk cId="3034292770" sldId="400"/>
            <ac:spMk id="3" creationId="{CA133FD5-B0CB-B2F4-B5BC-6552E23B3288}"/>
          </ac:spMkLst>
        </pc:spChg>
        <pc:graphicFrameChg chg="add mod modGraphic">
          <ac:chgData name="Murzio Luca" userId="62ead766-6eaf-4057-bb25-25909a8c13e9" providerId="ADAL" clId="{3FA68CEF-BA90-4830-B164-02BEB71A7E1D}" dt="2026-03-24T10:17:04.488" v="3691" actId="12385"/>
          <ac:graphicFrameMkLst>
            <pc:docMk/>
            <pc:sldMk cId="3034292770" sldId="400"/>
            <ac:graphicFrameMk id="4" creationId="{8A0444D1-5487-816A-9EFB-30021AF421B0}"/>
          </ac:graphicFrameMkLst>
        </pc:graphicFrameChg>
      </pc:sldChg>
      <pc:sldChg chg="addSp delSp modSp new mod modClrScheme chgLayout">
        <pc:chgData name="Murzio Luca" userId="62ead766-6eaf-4057-bb25-25909a8c13e9" providerId="ADAL" clId="{3FA68CEF-BA90-4830-B164-02BEB71A7E1D}" dt="2026-03-24T11:16:46.638" v="4546" actId="1076"/>
        <pc:sldMkLst>
          <pc:docMk/>
          <pc:sldMk cId="4259039672" sldId="402"/>
        </pc:sldMkLst>
        <pc:spChg chg="mod">
          <ac:chgData name="Murzio Luca" userId="62ead766-6eaf-4057-bb25-25909a8c13e9" providerId="ADAL" clId="{3FA68CEF-BA90-4830-B164-02BEB71A7E1D}" dt="2026-03-20T16:22:23.339" v="1941" actId="26606"/>
          <ac:spMkLst>
            <pc:docMk/>
            <pc:sldMk cId="4259039672" sldId="402"/>
            <ac:spMk id="2" creationId="{EE7812E9-50DC-7D84-E3B6-E5F91DF0C41F}"/>
          </ac:spMkLst>
        </pc:spChg>
        <pc:spChg chg="mod">
          <ac:chgData name="Murzio Luca" userId="62ead766-6eaf-4057-bb25-25909a8c13e9" providerId="ADAL" clId="{3FA68CEF-BA90-4830-B164-02BEB71A7E1D}" dt="2026-03-23T13:34:45.680" v="2572" actId="1076"/>
          <ac:spMkLst>
            <pc:docMk/>
            <pc:sldMk cId="4259039672" sldId="402"/>
            <ac:spMk id="3" creationId="{CBD40AB3-8509-AB0A-5B71-D2402A40A2F4}"/>
          </ac:spMkLst>
        </pc:spChg>
        <pc:spChg chg="add mod">
          <ac:chgData name="Murzio Luca" userId="62ead766-6eaf-4057-bb25-25909a8c13e9" providerId="ADAL" clId="{3FA68CEF-BA90-4830-B164-02BEB71A7E1D}" dt="2026-03-24T11:16:42.177" v="4545" actId="1076"/>
          <ac:spMkLst>
            <pc:docMk/>
            <pc:sldMk cId="4259039672" sldId="402"/>
            <ac:spMk id="6" creationId="{7BF9B7D8-B404-1255-5C2D-4198787CAAFE}"/>
          </ac:spMkLst>
        </pc:spChg>
        <pc:picChg chg="add mod">
          <ac:chgData name="Murzio Luca" userId="62ead766-6eaf-4057-bb25-25909a8c13e9" providerId="ADAL" clId="{3FA68CEF-BA90-4830-B164-02BEB71A7E1D}" dt="2026-03-24T11:16:46.638" v="4546" actId="1076"/>
          <ac:picMkLst>
            <pc:docMk/>
            <pc:sldMk cId="4259039672" sldId="402"/>
            <ac:picMk id="4" creationId="{9449B7D0-42FE-2B97-5454-6C7089BCDD3F}"/>
          </ac:picMkLst>
        </pc:picChg>
      </pc:sldChg>
      <pc:sldChg chg="addSp delSp modSp new mod modClrScheme chgLayout modNotesTx">
        <pc:chgData name="Murzio Luca" userId="62ead766-6eaf-4057-bb25-25909a8c13e9" providerId="ADAL" clId="{3FA68CEF-BA90-4830-B164-02BEB71A7E1D}" dt="2026-03-24T10:31:03.140" v="4152" actId="20577"/>
        <pc:sldMkLst>
          <pc:docMk/>
          <pc:sldMk cId="1476396478" sldId="403"/>
        </pc:sldMkLst>
        <pc:spChg chg="mod">
          <ac:chgData name="Murzio Luca" userId="62ead766-6eaf-4057-bb25-25909a8c13e9" providerId="ADAL" clId="{3FA68CEF-BA90-4830-B164-02BEB71A7E1D}" dt="2026-03-24T10:10:02.398" v="3574" actId="26606"/>
          <ac:spMkLst>
            <pc:docMk/>
            <pc:sldMk cId="1476396478" sldId="403"/>
            <ac:spMk id="2" creationId="{9A4B64EA-3A14-EF7D-F64C-C7DC464EEB7D}"/>
          </ac:spMkLst>
        </pc:spChg>
        <pc:spChg chg="mod">
          <ac:chgData name="Murzio Luca" userId="62ead766-6eaf-4057-bb25-25909a8c13e9" providerId="ADAL" clId="{3FA68CEF-BA90-4830-B164-02BEB71A7E1D}" dt="2026-03-24T10:13:08.222" v="3685" actId="6549"/>
          <ac:spMkLst>
            <pc:docMk/>
            <pc:sldMk cId="1476396478" sldId="403"/>
            <ac:spMk id="4" creationId="{F2D2B25D-B62D-97B1-EB23-BFBFA69DE600}"/>
          </ac:spMkLst>
        </pc:spChg>
        <pc:graphicFrameChg chg="add mod ord modGraphic">
          <ac:chgData name="Murzio Luca" userId="62ead766-6eaf-4057-bb25-25909a8c13e9" providerId="ADAL" clId="{3FA68CEF-BA90-4830-B164-02BEB71A7E1D}" dt="2026-03-24T10:17:10.051" v="3692" actId="12385"/>
          <ac:graphicFrameMkLst>
            <pc:docMk/>
            <pc:sldMk cId="1476396478" sldId="403"/>
            <ac:graphicFrameMk id="7" creationId="{562E7722-AC22-B330-2E65-5A21919130F7}"/>
          </ac:graphicFrameMkLst>
        </pc:graphicFrameChg>
      </pc:sldChg>
      <pc:sldChg chg="addSp delSp modSp new mod modNotesTx">
        <pc:chgData name="Murzio Luca" userId="62ead766-6eaf-4057-bb25-25909a8c13e9" providerId="ADAL" clId="{3FA68CEF-BA90-4830-B164-02BEB71A7E1D}" dt="2026-04-09T16:16:05.107" v="6575" actId="207"/>
        <pc:sldMkLst>
          <pc:docMk/>
          <pc:sldMk cId="3330975531" sldId="404"/>
        </pc:sldMkLst>
        <pc:spChg chg="mod">
          <ac:chgData name="Murzio Luca" userId="62ead766-6eaf-4057-bb25-25909a8c13e9" providerId="ADAL" clId="{3FA68CEF-BA90-4830-B164-02BEB71A7E1D}" dt="2026-03-23T15:41:03.405" v="2914" actId="26606"/>
          <ac:spMkLst>
            <pc:docMk/>
            <pc:sldMk cId="3330975531" sldId="404"/>
            <ac:spMk id="2" creationId="{1F2DAB73-9F6A-A340-9C0E-58C7AE0AF67C}"/>
          </ac:spMkLst>
        </pc:spChg>
        <pc:graphicFrameChg chg="add mod modGraphic">
          <ac:chgData name="Murzio Luca" userId="62ead766-6eaf-4057-bb25-25909a8c13e9" providerId="ADAL" clId="{3FA68CEF-BA90-4830-B164-02BEB71A7E1D}" dt="2026-04-09T16:16:05.107" v="6575" actId="207"/>
          <ac:graphicFrameMkLst>
            <pc:docMk/>
            <pc:sldMk cId="3330975531" sldId="404"/>
            <ac:graphicFrameMk id="7" creationId="{15E6D43A-FE2A-6E37-1BC8-0EBC3E8ABF75}"/>
          </ac:graphicFrameMkLst>
        </pc:graphicFrameChg>
        <pc:picChg chg="add mod">
          <ac:chgData name="Murzio Luca" userId="62ead766-6eaf-4057-bb25-25909a8c13e9" providerId="ADAL" clId="{3FA68CEF-BA90-4830-B164-02BEB71A7E1D}" dt="2026-03-23T15:44:03.811" v="2934" actId="1037"/>
          <ac:picMkLst>
            <pc:docMk/>
            <pc:sldMk cId="3330975531" sldId="404"/>
            <ac:picMk id="6" creationId="{856B8171-EDC9-AD18-A92B-E5E7388A752E}"/>
          </ac:picMkLst>
        </pc:picChg>
        <pc:picChg chg="add mod ord">
          <ac:chgData name="Murzio Luca" userId="62ead766-6eaf-4057-bb25-25909a8c13e9" providerId="ADAL" clId="{3FA68CEF-BA90-4830-B164-02BEB71A7E1D}" dt="2026-03-23T16:14:56.340" v="3237" actId="1076"/>
          <ac:picMkLst>
            <pc:docMk/>
            <pc:sldMk cId="3330975531" sldId="404"/>
            <ac:picMk id="9" creationId="{2DAB8D60-F0D5-A849-FACF-65CBC3C2B7EC}"/>
          </ac:picMkLst>
        </pc:picChg>
        <pc:picChg chg="add mod">
          <ac:chgData name="Murzio Luca" userId="62ead766-6eaf-4057-bb25-25909a8c13e9" providerId="ADAL" clId="{3FA68CEF-BA90-4830-B164-02BEB71A7E1D}" dt="2026-03-23T16:14:59.135" v="3238" actId="1076"/>
          <ac:picMkLst>
            <pc:docMk/>
            <pc:sldMk cId="3330975531" sldId="404"/>
            <ac:picMk id="10" creationId="{6C798BEE-AB87-5EE2-05B4-03079B7ABA7C}"/>
          </ac:picMkLst>
        </pc:picChg>
      </pc:sldChg>
      <pc:sldChg chg="addSp delSp modSp new mod modNotesTx">
        <pc:chgData name="Murzio Luca" userId="62ead766-6eaf-4057-bb25-25909a8c13e9" providerId="ADAL" clId="{3FA68CEF-BA90-4830-B164-02BEB71A7E1D}" dt="2026-04-08T13:17:41.284" v="6489" actId="20577"/>
        <pc:sldMkLst>
          <pc:docMk/>
          <pc:sldMk cId="2625071894" sldId="405"/>
        </pc:sldMkLst>
        <pc:spChg chg="mod">
          <ac:chgData name="Murzio Luca" userId="62ead766-6eaf-4057-bb25-25909a8c13e9" providerId="ADAL" clId="{3FA68CEF-BA90-4830-B164-02BEB71A7E1D}" dt="2026-03-23T15:45:38.750" v="3064" actId="27636"/>
          <ac:spMkLst>
            <pc:docMk/>
            <pc:sldMk cId="2625071894" sldId="405"/>
            <ac:spMk id="2" creationId="{D27F1BFE-8502-B677-AD25-C99D1F052F65}"/>
          </ac:spMkLst>
        </pc:spChg>
        <pc:picChg chg="add mod">
          <ac:chgData name="Murzio Luca" userId="62ead766-6eaf-4057-bb25-25909a8c13e9" providerId="ADAL" clId="{3FA68CEF-BA90-4830-B164-02BEB71A7E1D}" dt="2026-04-03T11:56:39.084" v="6193" actId="1076"/>
          <ac:picMkLst>
            <pc:docMk/>
            <pc:sldMk cId="2625071894" sldId="405"/>
            <ac:picMk id="1026" creationId="{854A9AEB-6D75-D86E-E7D9-04A3AFDB8F8C}"/>
          </ac:picMkLst>
        </pc:picChg>
      </pc:sldChg>
      <pc:sldChg chg="addSp delSp modSp new del mod ord">
        <pc:chgData name="Murzio Luca" userId="62ead766-6eaf-4057-bb25-25909a8c13e9" providerId="ADAL" clId="{3FA68CEF-BA90-4830-B164-02BEB71A7E1D}" dt="2026-04-08T13:18:11.984" v="6490" actId="47"/>
        <pc:sldMkLst>
          <pc:docMk/>
          <pc:sldMk cId="57708598" sldId="406"/>
        </pc:sldMkLst>
      </pc:sldChg>
      <pc:sldChg chg="addSp delSp modSp new del mod modClrScheme chgLayout">
        <pc:chgData name="Murzio Luca" userId="62ead766-6eaf-4057-bb25-25909a8c13e9" providerId="ADAL" clId="{3FA68CEF-BA90-4830-B164-02BEB71A7E1D}" dt="2026-04-08T13:18:11.984" v="6490" actId="47"/>
        <pc:sldMkLst>
          <pc:docMk/>
          <pc:sldMk cId="1669330150" sldId="407"/>
        </pc:sldMkLst>
      </pc:sldChg>
      <pc:sldChg chg="modSp add mod">
        <pc:chgData name="Murzio Luca" userId="62ead766-6eaf-4057-bb25-25909a8c13e9" providerId="ADAL" clId="{3FA68CEF-BA90-4830-B164-02BEB71A7E1D}" dt="2026-03-24T10:58:11.991" v="4325" actId="20577"/>
        <pc:sldMkLst>
          <pc:docMk/>
          <pc:sldMk cId="1551648104" sldId="408"/>
        </pc:sldMkLst>
        <pc:spChg chg="mod">
          <ac:chgData name="Murzio Luca" userId="62ead766-6eaf-4057-bb25-25909a8c13e9" providerId="ADAL" clId="{3FA68CEF-BA90-4830-B164-02BEB71A7E1D}" dt="2026-03-24T10:58:11.991" v="4325" actId="20577"/>
          <ac:spMkLst>
            <pc:docMk/>
            <pc:sldMk cId="1551648104" sldId="408"/>
            <ac:spMk id="4" creationId="{C2BB37E7-77AF-C8D6-F265-7720BD50A7D3}"/>
          </ac:spMkLst>
        </pc:spChg>
      </pc:sldChg>
      <pc:sldChg chg="addSp delSp modSp new del mod">
        <pc:chgData name="Murzio Luca" userId="62ead766-6eaf-4057-bb25-25909a8c13e9" providerId="ADAL" clId="{3FA68CEF-BA90-4830-B164-02BEB71A7E1D}" dt="2026-04-08T13:18:11.984" v="6490" actId="47"/>
        <pc:sldMkLst>
          <pc:docMk/>
          <pc:sldMk cId="3527962205" sldId="409"/>
        </pc:sldMkLst>
      </pc:sldChg>
      <pc:sldChg chg="modSp add del mod">
        <pc:chgData name="Murzio Luca" userId="62ead766-6eaf-4057-bb25-25909a8c13e9" providerId="ADAL" clId="{3FA68CEF-BA90-4830-B164-02BEB71A7E1D}" dt="2026-04-08T13:18:11.984" v="6490" actId="47"/>
        <pc:sldMkLst>
          <pc:docMk/>
          <pc:sldMk cId="4206903187" sldId="410"/>
        </pc:sldMkLst>
      </pc:sldChg>
      <pc:sldChg chg="addSp delSp modSp new del mod ord">
        <pc:chgData name="Murzio Luca" userId="62ead766-6eaf-4057-bb25-25909a8c13e9" providerId="ADAL" clId="{3FA68CEF-BA90-4830-B164-02BEB71A7E1D}" dt="2026-04-08T13:18:11.984" v="6490" actId="47"/>
        <pc:sldMkLst>
          <pc:docMk/>
          <pc:sldMk cId="1280367679" sldId="411"/>
        </pc:sldMkLst>
      </pc:sldChg>
      <pc:sldChg chg="addSp delSp modSp new del mod modNotesTx">
        <pc:chgData name="Murzio Luca" userId="62ead766-6eaf-4057-bb25-25909a8c13e9" providerId="ADAL" clId="{3FA68CEF-BA90-4830-B164-02BEB71A7E1D}" dt="2026-04-08T13:18:11.984" v="6490" actId="47"/>
        <pc:sldMkLst>
          <pc:docMk/>
          <pc:sldMk cId="58410821" sldId="412"/>
        </pc:sldMkLst>
      </pc:sldChg>
      <pc:sldChg chg="addSp delSp modSp new del mod">
        <pc:chgData name="Murzio Luca" userId="62ead766-6eaf-4057-bb25-25909a8c13e9" providerId="ADAL" clId="{3FA68CEF-BA90-4830-B164-02BEB71A7E1D}" dt="2026-04-08T13:18:11.984" v="6490" actId="47"/>
        <pc:sldMkLst>
          <pc:docMk/>
          <pc:sldMk cId="1705640221" sldId="413"/>
        </pc:sldMkLst>
      </pc:sldChg>
      <pc:sldChg chg="modSp add del mod">
        <pc:chgData name="Murzio Luca" userId="62ead766-6eaf-4057-bb25-25909a8c13e9" providerId="ADAL" clId="{3FA68CEF-BA90-4830-B164-02BEB71A7E1D}" dt="2026-04-08T13:18:11.984" v="6490" actId="47"/>
        <pc:sldMkLst>
          <pc:docMk/>
          <pc:sldMk cId="2963634028" sldId="414"/>
        </pc:sldMkLst>
      </pc:sldChg>
      <pc:sldChg chg="addSp delSp modSp new del mod ord">
        <pc:chgData name="Murzio Luca" userId="62ead766-6eaf-4057-bb25-25909a8c13e9" providerId="ADAL" clId="{3FA68CEF-BA90-4830-B164-02BEB71A7E1D}" dt="2026-04-08T13:18:11.984" v="6490" actId="47"/>
        <pc:sldMkLst>
          <pc:docMk/>
          <pc:sldMk cId="1742307113" sldId="415"/>
        </pc:sldMkLst>
      </pc:sldChg>
      <pc:sldChg chg="addSp delSp modSp new del mod modClrScheme chgLayout">
        <pc:chgData name="Murzio Luca" userId="62ead766-6eaf-4057-bb25-25909a8c13e9" providerId="ADAL" clId="{3FA68CEF-BA90-4830-B164-02BEB71A7E1D}" dt="2026-04-08T13:18:11.984" v="6490" actId="47"/>
        <pc:sldMkLst>
          <pc:docMk/>
          <pc:sldMk cId="3914539074" sldId="416"/>
        </pc:sldMkLst>
      </pc:sldChg>
      <pc:sldChg chg="modSp add mod">
        <pc:chgData name="Murzio Luca" userId="62ead766-6eaf-4057-bb25-25909a8c13e9" providerId="ADAL" clId="{3FA68CEF-BA90-4830-B164-02BEB71A7E1D}" dt="2026-04-08T13:18:44.892" v="6570" actId="20577"/>
        <pc:sldMkLst>
          <pc:docMk/>
          <pc:sldMk cId="3463856726" sldId="417"/>
        </pc:sldMkLst>
        <pc:spChg chg="mod">
          <ac:chgData name="Murzio Luca" userId="62ead766-6eaf-4057-bb25-25909a8c13e9" providerId="ADAL" clId="{3FA68CEF-BA90-4830-B164-02BEB71A7E1D}" dt="2026-04-08T13:18:44.892" v="6570" actId="20577"/>
          <ac:spMkLst>
            <pc:docMk/>
            <pc:sldMk cId="3463856726" sldId="417"/>
            <ac:spMk id="4" creationId="{16FA2CE1-A017-53FC-3E8E-1CCC0708EAA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1F62B-6749-4127-BF33-B948C18E53A1}" type="doc">
      <dgm:prSet loTypeId="urn:microsoft.com/office/officeart/2005/8/layout/p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2FB198A0-1714-4D5D-8656-E075BCF10151}">
      <dgm:prSet phldrT="[Testo]"/>
      <dgm:spPr/>
      <dgm:t>
        <a:bodyPr/>
        <a:lstStyle/>
        <a:p>
          <a:pPr>
            <a:buNone/>
          </a:pPr>
          <a:r>
            <a:rPr lang="it-IT" b="1" dirty="0"/>
            <a:t>Fondamenti della lettura</a:t>
          </a:r>
          <a:endParaRPr lang="it-IT" dirty="0"/>
        </a:p>
      </dgm:t>
    </dgm:pt>
    <dgm:pt modelId="{61A79EF9-7BEC-42D8-999F-5525070377BE}" type="parTrans" cxnId="{22E17AE5-481C-44B1-BAEC-8A9615112D17}">
      <dgm:prSet/>
      <dgm:spPr/>
      <dgm:t>
        <a:bodyPr/>
        <a:lstStyle/>
        <a:p>
          <a:endParaRPr lang="it-IT"/>
        </a:p>
      </dgm:t>
    </dgm:pt>
    <dgm:pt modelId="{C4510213-4CD4-4865-91F9-9490F01B9AF6}" type="sibTrans" cxnId="{22E17AE5-481C-44B1-BAEC-8A9615112D17}">
      <dgm:prSet/>
      <dgm:spPr/>
      <dgm:t>
        <a:bodyPr/>
        <a:lstStyle/>
        <a:p>
          <a:endParaRPr lang="it-IT"/>
        </a:p>
      </dgm:t>
    </dgm:pt>
    <dgm:pt modelId="{8E1D2A88-2A96-4AAC-B6F0-35B50A1CB19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Ordine di esecuzione</a:t>
          </a:r>
        </a:p>
      </dgm:t>
    </dgm:pt>
    <dgm:pt modelId="{CF2DDCBF-ECC9-41A6-9973-09200A0445BC}" type="parTrans" cxnId="{87434345-E8C3-47FC-8264-B54C7AAF21FF}">
      <dgm:prSet/>
      <dgm:spPr/>
      <dgm:t>
        <a:bodyPr/>
        <a:lstStyle/>
        <a:p>
          <a:endParaRPr lang="it-IT"/>
        </a:p>
      </dgm:t>
    </dgm:pt>
    <dgm:pt modelId="{F84D7257-9793-4A6A-948B-B27820E38DE4}" type="sibTrans" cxnId="{87434345-E8C3-47FC-8264-B54C7AAF21FF}">
      <dgm:prSet/>
      <dgm:spPr/>
      <dgm:t>
        <a:bodyPr/>
        <a:lstStyle/>
        <a:p>
          <a:endParaRPr lang="it-IT"/>
        </a:p>
      </dgm:t>
    </dgm:pt>
    <dgm:pt modelId="{CC5494BC-5948-4116-8E8C-5861AB4D38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SELECT: scegliere le colonne</a:t>
          </a:r>
        </a:p>
      </dgm:t>
    </dgm:pt>
    <dgm:pt modelId="{B552FA80-505B-4F20-B9F6-F6FC6EEBC804}" type="parTrans" cxnId="{D428C2D1-8B54-4F94-B46A-B2189DE1655C}">
      <dgm:prSet/>
      <dgm:spPr/>
      <dgm:t>
        <a:bodyPr/>
        <a:lstStyle/>
        <a:p>
          <a:endParaRPr lang="it-IT"/>
        </a:p>
      </dgm:t>
    </dgm:pt>
    <dgm:pt modelId="{F947CF8A-AEF8-493E-A3D4-30E988F1E65E}" type="sibTrans" cxnId="{D428C2D1-8B54-4F94-B46A-B2189DE1655C}">
      <dgm:prSet/>
      <dgm:spPr/>
      <dgm:t>
        <a:bodyPr/>
        <a:lstStyle/>
        <a:p>
          <a:endParaRPr lang="it-IT"/>
        </a:p>
      </dgm:t>
    </dgm:pt>
    <dgm:pt modelId="{4A4AA2DA-3B9C-4D47-A8B6-75665E5AF70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WHERE: filtrare i dati</a:t>
          </a:r>
        </a:p>
      </dgm:t>
    </dgm:pt>
    <dgm:pt modelId="{A88AF46E-BD02-43E3-B9C3-DB351F182B2F}" type="parTrans" cxnId="{DC3D9EF5-C0DE-41E3-8882-7D1CFC332F5D}">
      <dgm:prSet/>
      <dgm:spPr/>
      <dgm:t>
        <a:bodyPr/>
        <a:lstStyle/>
        <a:p>
          <a:endParaRPr lang="it-IT"/>
        </a:p>
      </dgm:t>
    </dgm:pt>
    <dgm:pt modelId="{BAFE5F0F-21A4-410D-A5BA-8BBE29D8E346}" type="sibTrans" cxnId="{DC3D9EF5-C0DE-41E3-8882-7D1CFC332F5D}">
      <dgm:prSet/>
      <dgm:spPr/>
      <dgm:t>
        <a:bodyPr/>
        <a:lstStyle/>
        <a:p>
          <a:endParaRPr lang="it-IT"/>
        </a:p>
      </dgm:t>
    </dgm:pt>
    <dgm:pt modelId="{96E170DC-DB1E-44AD-9D96-E5C5E563DB4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 err="1"/>
            <a:t>SARGability</a:t>
          </a:r>
          <a:endParaRPr lang="it-IT" dirty="0"/>
        </a:p>
      </dgm:t>
    </dgm:pt>
    <dgm:pt modelId="{372DB078-A625-423F-B513-07110193150A}" type="parTrans" cxnId="{1C7B4ED5-3BC4-48AA-AB09-E59618666FA5}">
      <dgm:prSet/>
      <dgm:spPr/>
      <dgm:t>
        <a:bodyPr/>
        <a:lstStyle/>
        <a:p>
          <a:endParaRPr lang="it-IT"/>
        </a:p>
      </dgm:t>
    </dgm:pt>
    <dgm:pt modelId="{9981708E-E2A8-4AAA-877A-E6746293D235}" type="sibTrans" cxnId="{1C7B4ED5-3BC4-48AA-AB09-E59618666FA5}">
      <dgm:prSet/>
      <dgm:spPr/>
      <dgm:t>
        <a:bodyPr/>
        <a:lstStyle/>
        <a:p>
          <a:endParaRPr lang="it-IT"/>
        </a:p>
      </dgm:t>
    </dgm:pt>
    <dgm:pt modelId="{414DD17D-0719-4855-996F-72A5EA045A0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NULL: logica ternaria</a:t>
          </a:r>
        </a:p>
      </dgm:t>
    </dgm:pt>
    <dgm:pt modelId="{ED423D0C-354C-4515-80A7-AF41C8DBB005}" type="parTrans" cxnId="{CB2BED84-A498-42D6-A277-74C0A0A1F606}">
      <dgm:prSet/>
      <dgm:spPr/>
      <dgm:t>
        <a:bodyPr/>
        <a:lstStyle/>
        <a:p>
          <a:endParaRPr lang="it-IT"/>
        </a:p>
      </dgm:t>
    </dgm:pt>
    <dgm:pt modelId="{685681E5-FFE2-4EED-989A-7C6835BE50A1}" type="sibTrans" cxnId="{CB2BED84-A498-42D6-A277-74C0A0A1F606}">
      <dgm:prSet/>
      <dgm:spPr/>
      <dgm:t>
        <a:bodyPr/>
        <a:lstStyle/>
        <a:p>
          <a:endParaRPr lang="it-IT"/>
        </a:p>
      </dgm:t>
    </dgm:pt>
    <dgm:pt modelId="{0991D616-A369-40AE-8B8D-3C14A9BB7B2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ORDER BY e TOP</a:t>
          </a:r>
        </a:p>
      </dgm:t>
    </dgm:pt>
    <dgm:pt modelId="{FA050055-EE3D-40DC-9686-9BEAC98DED26}" type="parTrans" cxnId="{08ED5C0A-C089-48EF-B74C-01D2519B53F6}">
      <dgm:prSet/>
      <dgm:spPr/>
      <dgm:t>
        <a:bodyPr/>
        <a:lstStyle/>
        <a:p>
          <a:endParaRPr lang="it-IT"/>
        </a:p>
      </dgm:t>
    </dgm:pt>
    <dgm:pt modelId="{4C1F0A44-31D0-404F-AB4D-CECE81E287F5}" type="sibTrans" cxnId="{08ED5C0A-C089-48EF-B74C-01D2519B53F6}">
      <dgm:prSet/>
      <dgm:spPr/>
      <dgm:t>
        <a:bodyPr/>
        <a:lstStyle/>
        <a:p>
          <a:endParaRPr lang="it-IT"/>
        </a:p>
      </dgm:t>
    </dgm:pt>
    <dgm:pt modelId="{2BA33E5A-A139-48FF-A03A-279595554CD7}">
      <dgm:prSet/>
      <dgm:spPr/>
      <dgm:t>
        <a:bodyPr/>
        <a:lstStyle/>
        <a:p>
          <a:pPr>
            <a:buNone/>
          </a:pPr>
          <a:r>
            <a:rPr lang="it-IT" b="1" dirty="0"/>
            <a:t>Aggregazione e filtri</a:t>
          </a:r>
          <a:endParaRPr lang="it-IT" dirty="0"/>
        </a:p>
      </dgm:t>
    </dgm:pt>
    <dgm:pt modelId="{2A12A416-1701-4652-BCBD-AE24D91FB5F4}" type="parTrans" cxnId="{12FC3D15-90A0-4BB3-B407-AA14D7B85169}">
      <dgm:prSet/>
      <dgm:spPr/>
      <dgm:t>
        <a:bodyPr/>
        <a:lstStyle/>
        <a:p>
          <a:endParaRPr lang="it-IT"/>
        </a:p>
      </dgm:t>
    </dgm:pt>
    <dgm:pt modelId="{B540EA87-7670-467E-83DE-5B71AA8119A1}" type="sibTrans" cxnId="{12FC3D15-90A0-4BB3-B407-AA14D7B85169}">
      <dgm:prSet/>
      <dgm:spPr/>
      <dgm:t>
        <a:bodyPr/>
        <a:lstStyle/>
        <a:p>
          <a:endParaRPr lang="it-IT"/>
        </a:p>
      </dgm:t>
    </dgm:pt>
    <dgm:pt modelId="{429CCC47-48D8-4D53-B8EB-82D3B82ABF1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GROUP BY e funzioni aggregate</a:t>
          </a:r>
        </a:p>
      </dgm:t>
    </dgm:pt>
    <dgm:pt modelId="{2905CB6B-5C52-4D2E-9C9E-3AEC8FDD9A49}" type="parTrans" cxnId="{CC0B02F7-F7E1-4511-A352-19EA72275732}">
      <dgm:prSet/>
      <dgm:spPr/>
      <dgm:t>
        <a:bodyPr/>
        <a:lstStyle/>
        <a:p>
          <a:endParaRPr lang="it-IT"/>
        </a:p>
      </dgm:t>
    </dgm:pt>
    <dgm:pt modelId="{08223836-4F3A-4735-B38D-8CE2F98A249E}" type="sibTrans" cxnId="{CC0B02F7-F7E1-4511-A352-19EA72275732}">
      <dgm:prSet/>
      <dgm:spPr/>
      <dgm:t>
        <a:bodyPr/>
        <a:lstStyle/>
        <a:p>
          <a:endParaRPr lang="it-IT"/>
        </a:p>
      </dgm:t>
    </dgm:pt>
    <dgm:pt modelId="{16C0A358-5647-4D44-B43E-791B903895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WHERE vs HAVING</a:t>
          </a:r>
        </a:p>
      </dgm:t>
    </dgm:pt>
    <dgm:pt modelId="{51DB42C1-3996-4F2D-85CF-5D4748354F47}" type="parTrans" cxnId="{6F2EA9F9-C070-449E-8CAA-95F0EC15FAB5}">
      <dgm:prSet/>
      <dgm:spPr/>
      <dgm:t>
        <a:bodyPr/>
        <a:lstStyle/>
        <a:p>
          <a:endParaRPr lang="it-IT"/>
        </a:p>
      </dgm:t>
    </dgm:pt>
    <dgm:pt modelId="{BA327818-6F75-4580-A835-3411272BAB22}" type="sibTrans" cxnId="{6F2EA9F9-C070-449E-8CAA-95F0EC15FAB5}">
      <dgm:prSet/>
      <dgm:spPr/>
      <dgm:t>
        <a:bodyPr/>
        <a:lstStyle/>
        <a:p>
          <a:endParaRPr lang="it-IT"/>
        </a:p>
      </dgm:t>
    </dgm:pt>
    <dgm:pt modelId="{F4E310E0-1D9E-4164-B193-CB6B44595E1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DISTINCT</a:t>
          </a:r>
        </a:p>
      </dgm:t>
    </dgm:pt>
    <dgm:pt modelId="{86C4276C-3EC5-4A36-A20C-40EDA33FADA9}" type="parTrans" cxnId="{053CE334-460C-4A87-8E2B-9DF54E0B19D0}">
      <dgm:prSet/>
      <dgm:spPr/>
      <dgm:t>
        <a:bodyPr/>
        <a:lstStyle/>
        <a:p>
          <a:endParaRPr lang="it-IT"/>
        </a:p>
      </dgm:t>
    </dgm:pt>
    <dgm:pt modelId="{87A8083A-575D-40F0-B309-F96AD1C0C54C}" type="sibTrans" cxnId="{053CE334-460C-4A87-8E2B-9DF54E0B19D0}">
      <dgm:prSet/>
      <dgm:spPr/>
      <dgm:t>
        <a:bodyPr/>
        <a:lstStyle/>
        <a:p>
          <a:endParaRPr lang="it-IT"/>
        </a:p>
      </dgm:t>
    </dgm:pt>
    <dgm:pt modelId="{CC6929C4-7A01-4FC7-A430-329A4A4C632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Espressioni e funzioni</a:t>
          </a:r>
          <a:endParaRPr lang="it-IT" dirty="0"/>
        </a:p>
      </dgm:t>
    </dgm:pt>
    <dgm:pt modelId="{9B87911F-71B5-41F9-AA97-8E9F542C8474}" type="parTrans" cxnId="{7EE03C57-EED5-408C-9D16-8D45C01960ED}">
      <dgm:prSet/>
      <dgm:spPr/>
      <dgm:t>
        <a:bodyPr/>
        <a:lstStyle/>
        <a:p>
          <a:endParaRPr lang="it-IT"/>
        </a:p>
      </dgm:t>
    </dgm:pt>
    <dgm:pt modelId="{B40CC50F-70D1-40B2-96BA-5EDDC542E8CD}" type="sibTrans" cxnId="{7EE03C57-EED5-408C-9D16-8D45C01960ED}">
      <dgm:prSet/>
      <dgm:spPr/>
      <dgm:t>
        <a:bodyPr/>
        <a:lstStyle/>
        <a:p>
          <a:endParaRPr lang="it-IT"/>
        </a:p>
      </dgm:t>
    </dgm:pt>
    <dgm:pt modelId="{058F33A8-E3B9-4697-8355-1E5D09B39405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CASE WHEN </a:t>
          </a:r>
        </a:p>
      </dgm:t>
    </dgm:pt>
    <dgm:pt modelId="{ADF77C30-ED14-4FEF-A789-1B4B39923ADC}" type="parTrans" cxnId="{5A017CF8-6961-4F4D-9ED9-077252368BE0}">
      <dgm:prSet/>
      <dgm:spPr/>
      <dgm:t>
        <a:bodyPr/>
        <a:lstStyle/>
        <a:p>
          <a:endParaRPr lang="it-IT"/>
        </a:p>
      </dgm:t>
    </dgm:pt>
    <dgm:pt modelId="{3F44C39F-7762-43E0-BF8B-8F34AEE05078}" type="sibTrans" cxnId="{5A017CF8-6961-4F4D-9ED9-077252368BE0}">
      <dgm:prSet/>
      <dgm:spPr/>
      <dgm:t>
        <a:bodyPr/>
        <a:lstStyle/>
        <a:p>
          <a:endParaRPr lang="it-IT"/>
        </a:p>
      </dgm:t>
    </dgm:pt>
    <dgm:pt modelId="{7250C7AA-688B-452D-949B-83FAC1300CC2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CAST / CONVERT</a:t>
          </a:r>
        </a:p>
      </dgm:t>
    </dgm:pt>
    <dgm:pt modelId="{45AB48EF-3831-4D01-BF78-2FCCF29BC850}" type="parTrans" cxnId="{9CC33C4D-FC2F-43FD-90FC-5C3097CBA68B}">
      <dgm:prSet/>
      <dgm:spPr/>
      <dgm:t>
        <a:bodyPr/>
        <a:lstStyle/>
        <a:p>
          <a:endParaRPr lang="it-IT"/>
        </a:p>
      </dgm:t>
    </dgm:pt>
    <dgm:pt modelId="{D4E15CEF-F2CE-4080-87B6-E43F9FEF4F67}" type="sibTrans" cxnId="{9CC33C4D-FC2F-43FD-90FC-5C3097CBA68B}">
      <dgm:prSet/>
      <dgm:spPr/>
      <dgm:t>
        <a:bodyPr/>
        <a:lstStyle/>
        <a:p>
          <a:endParaRPr lang="it-IT"/>
        </a:p>
      </dgm:t>
    </dgm:pt>
    <dgm:pt modelId="{0545F369-DC7A-4064-8D64-1220EBE1C959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Funzioni scalari</a:t>
          </a:r>
        </a:p>
      </dgm:t>
    </dgm:pt>
    <dgm:pt modelId="{ADCB2CEB-439A-4FFE-ACB4-FE36827F8942}" type="parTrans" cxnId="{67C8F238-59C4-43D4-B87D-391C217B54A8}">
      <dgm:prSet/>
      <dgm:spPr/>
      <dgm:t>
        <a:bodyPr/>
        <a:lstStyle/>
        <a:p>
          <a:endParaRPr lang="it-IT"/>
        </a:p>
      </dgm:t>
    </dgm:pt>
    <dgm:pt modelId="{30B44182-C964-4043-AF47-36EE8419EBBF}" type="sibTrans" cxnId="{67C8F238-59C4-43D4-B87D-391C217B54A8}">
      <dgm:prSet/>
      <dgm:spPr/>
      <dgm:t>
        <a:bodyPr/>
        <a:lstStyle/>
        <a:p>
          <a:endParaRPr lang="it-IT"/>
        </a:p>
      </dgm:t>
    </dgm:pt>
    <dgm:pt modelId="{C3FA928F-6293-41D4-939B-E6F0BFFAD0E6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Funzioni avanzate e checklist</a:t>
          </a:r>
          <a:endParaRPr lang="it-IT" dirty="0"/>
        </a:p>
      </dgm:t>
    </dgm:pt>
    <dgm:pt modelId="{EE796DD7-E984-4EF7-9891-F97BC814BFE6}" type="parTrans" cxnId="{6CE5FE33-8842-43B5-8736-A8B1E58B6A70}">
      <dgm:prSet/>
      <dgm:spPr/>
      <dgm:t>
        <a:bodyPr/>
        <a:lstStyle/>
        <a:p>
          <a:endParaRPr lang="it-IT"/>
        </a:p>
      </dgm:t>
    </dgm:pt>
    <dgm:pt modelId="{1B0193CD-84D1-4626-B5C7-25B40A0ADF85}" type="sibTrans" cxnId="{6CE5FE33-8842-43B5-8736-A8B1E58B6A70}">
      <dgm:prSet/>
      <dgm:spPr/>
      <dgm:t>
        <a:bodyPr/>
        <a:lstStyle/>
        <a:p>
          <a:endParaRPr lang="it-IT"/>
        </a:p>
      </dgm:t>
    </dgm:pt>
    <dgm:pt modelId="{B5EAA828-E898-4C4F-80F6-2D834849DBD2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Window </a:t>
          </a:r>
          <a:r>
            <a:rPr lang="it-IT" dirty="0" err="1"/>
            <a:t>functions</a:t>
          </a:r>
          <a:r>
            <a:rPr lang="it-IT" dirty="0"/>
            <a:t> — basi</a:t>
          </a:r>
        </a:p>
      </dgm:t>
    </dgm:pt>
    <dgm:pt modelId="{B662F589-E07B-44C1-9D43-703DBC514D3D}" type="parTrans" cxnId="{C749A627-CA45-4847-963F-66A4704A092A}">
      <dgm:prSet/>
      <dgm:spPr/>
      <dgm:t>
        <a:bodyPr/>
        <a:lstStyle/>
        <a:p>
          <a:endParaRPr lang="it-IT"/>
        </a:p>
      </dgm:t>
    </dgm:pt>
    <dgm:pt modelId="{95BD291C-6B72-4BA1-B095-3473534A3C1F}" type="sibTrans" cxnId="{C749A627-CA45-4847-963F-66A4704A092A}">
      <dgm:prSet/>
      <dgm:spPr/>
      <dgm:t>
        <a:bodyPr/>
        <a:lstStyle/>
        <a:p>
          <a:endParaRPr lang="it-IT"/>
        </a:p>
      </dgm:t>
    </dgm:pt>
    <dgm:pt modelId="{CD3FD689-234B-4F8C-9944-2D37DF8A2D9A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Checklist</a:t>
          </a:r>
        </a:p>
      </dgm:t>
    </dgm:pt>
    <dgm:pt modelId="{21FCCCC0-3632-47B0-AFF3-C66807161235}" type="parTrans" cxnId="{9DF048C7-57D9-49A2-A873-E87125607465}">
      <dgm:prSet/>
      <dgm:spPr/>
      <dgm:t>
        <a:bodyPr/>
        <a:lstStyle/>
        <a:p>
          <a:endParaRPr lang="it-IT"/>
        </a:p>
      </dgm:t>
    </dgm:pt>
    <dgm:pt modelId="{6F648DB9-528C-446C-BD6E-D4DFE6E679C0}" type="sibTrans" cxnId="{9DF048C7-57D9-49A2-A873-E87125607465}">
      <dgm:prSet/>
      <dgm:spPr/>
      <dgm:t>
        <a:bodyPr/>
        <a:lstStyle/>
        <a:p>
          <a:endParaRPr lang="it-IT"/>
        </a:p>
      </dgm:t>
    </dgm:pt>
    <dgm:pt modelId="{06DCDF8B-144A-4DDE-8C8C-AB0B5E551470}" type="pres">
      <dgm:prSet presAssocID="{A6D1F62B-6749-4127-BF33-B948C18E53A1}" presName="Name0" presStyleCnt="0">
        <dgm:presLayoutVars>
          <dgm:dir/>
          <dgm:resizeHandles val="exact"/>
        </dgm:presLayoutVars>
      </dgm:prSet>
      <dgm:spPr/>
    </dgm:pt>
    <dgm:pt modelId="{D27675B3-CBC1-4D81-AA80-13CE7334BE69}" type="pres">
      <dgm:prSet presAssocID="{A6D1F62B-6749-4127-BF33-B948C18E53A1}" presName="bkgdShp" presStyleLbl="alignAccFollowNode1" presStyleIdx="0" presStyleCnt="1"/>
      <dgm:spPr/>
    </dgm:pt>
    <dgm:pt modelId="{63588C70-A0B9-44A7-AE9F-B257E34B8B88}" type="pres">
      <dgm:prSet presAssocID="{A6D1F62B-6749-4127-BF33-B948C18E53A1}" presName="linComp" presStyleCnt="0"/>
      <dgm:spPr/>
    </dgm:pt>
    <dgm:pt modelId="{61032929-C9AB-4203-B0C8-B19653CCFD80}" type="pres">
      <dgm:prSet presAssocID="{2FB198A0-1714-4D5D-8656-E075BCF10151}" presName="compNode" presStyleCnt="0"/>
      <dgm:spPr/>
    </dgm:pt>
    <dgm:pt modelId="{278E81E2-930D-4299-BB4A-429B1923B8CC}" type="pres">
      <dgm:prSet presAssocID="{2FB198A0-1714-4D5D-8656-E075BCF10151}" presName="node" presStyleLbl="node1" presStyleIdx="0" presStyleCnt="4">
        <dgm:presLayoutVars>
          <dgm:bulletEnabled val="1"/>
        </dgm:presLayoutVars>
      </dgm:prSet>
      <dgm:spPr/>
    </dgm:pt>
    <dgm:pt modelId="{7966EECC-426C-4BCE-B86F-5739FE724519}" type="pres">
      <dgm:prSet presAssocID="{2FB198A0-1714-4D5D-8656-E075BCF10151}" presName="invisiNode" presStyleLbl="node1" presStyleIdx="0" presStyleCnt="4"/>
      <dgm:spPr/>
    </dgm:pt>
    <dgm:pt modelId="{820E0940-A629-4F3E-BA84-620FC446B63B}" type="pres">
      <dgm:prSet presAssocID="{2FB198A0-1714-4D5D-8656-E075BCF10151}" presName="imagNode" presStyleLbl="fgImgPlace1" presStyleIdx="0" presStyleCnt="4"/>
      <dgm:spPr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15540" r="15540"/>
          </a:stretch>
        </a:blipFill>
      </dgm:spPr>
      <dgm:extLst>
        <a:ext uri="{E40237B7-FDA0-4F09-8148-C483321AD2D9}">
          <dgm14:cNvPr xmlns:dgm14="http://schemas.microsoft.com/office/drawing/2010/diagram" id="0" name="" descr="Inventario di ricerca contorno"/>
        </a:ext>
      </dgm:extLst>
    </dgm:pt>
    <dgm:pt modelId="{D8783325-6210-4DED-9C6E-86BBF7F00C2D}" type="pres">
      <dgm:prSet presAssocID="{C4510213-4CD4-4865-91F9-9490F01B9AF6}" presName="sibTrans" presStyleLbl="sibTrans2D1" presStyleIdx="0" presStyleCnt="0"/>
      <dgm:spPr/>
    </dgm:pt>
    <dgm:pt modelId="{E5EB59AE-1EBA-4358-B503-7DABE069E5CF}" type="pres">
      <dgm:prSet presAssocID="{2BA33E5A-A139-48FF-A03A-279595554CD7}" presName="compNode" presStyleCnt="0"/>
      <dgm:spPr/>
    </dgm:pt>
    <dgm:pt modelId="{1ECC3A37-3A42-4A3B-AE45-123C0CFDC8F7}" type="pres">
      <dgm:prSet presAssocID="{2BA33E5A-A139-48FF-A03A-279595554CD7}" presName="node" presStyleLbl="node1" presStyleIdx="1" presStyleCnt="4">
        <dgm:presLayoutVars>
          <dgm:bulletEnabled val="1"/>
        </dgm:presLayoutVars>
      </dgm:prSet>
      <dgm:spPr/>
    </dgm:pt>
    <dgm:pt modelId="{C1B2A2E8-BB6F-4A3E-9E8D-D0B44D152221}" type="pres">
      <dgm:prSet presAssocID="{2BA33E5A-A139-48FF-A03A-279595554CD7}" presName="invisiNode" presStyleLbl="node1" presStyleIdx="1" presStyleCnt="4"/>
      <dgm:spPr/>
    </dgm:pt>
    <dgm:pt modelId="{AC1534F8-FF4F-405C-9332-1EDC21713477}" type="pres">
      <dgm:prSet presAssocID="{2BA33E5A-A139-48FF-A03A-279595554CD7}" presName="imagNode" presStyleLbl="fgImgPlace1" presStyleIdx="1" presStyleCnt="4"/>
      <dgm:spPr>
        <a:blipFill dpi="0"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15540" r="15540"/>
          </a:stretch>
        </a:blipFill>
      </dgm:spPr>
      <dgm:extLst>
        <a:ext uri="{E40237B7-FDA0-4F09-8148-C483321AD2D9}">
          <dgm14:cNvPr xmlns:dgm14="http://schemas.microsoft.com/office/drawing/2010/diagram" id="0" name="" descr="Filtro con riempimento a tinta unita"/>
        </a:ext>
      </dgm:extLst>
    </dgm:pt>
    <dgm:pt modelId="{680BA1AD-84BB-4AAF-AA14-DC9C53520AB7}" type="pres">
      <dgm:prSet presAssocID="{B540EA87-7670-467E-83DE-5B71AA8119A1}" presName="sibTrans" presStyleLbl="sibTrans2D1" presStyleIdx="0" presStyleCnt="0"/>
      <dgm:spPr/>
    </dgm:pt>
    <dgm:pt modelId="{870AE268-6A34-4B40-8313-CF0784B0561A}" type="pres">
      <dgm:prSet presAssocID="{CC6929C4-7A01-4FC7-A430-329A4A4C632B}" presName="compNode" presStyleCnt="0"/>
      <dgm:spPr/>
    </dgm:pt>
    <dgm:pt modelId="{0FB671F1-054B-4401-916C-8A29D2EFEBE3}" type="pres">
      <dgm:prSet presAssocID="{CC6929C4-7A01-4FC7-A430-329A4A4C632B}" presName="node" presStyleLbl="node1" presStyleIdx="2" presStyleCnt="4">
        <dgm:presLayoutVars>
          <dgm:bulletEnabled val="1"/>
        </dgm:presLayoutVars>
      </dgm:prSet>
      <dgm:spPr/>
    </dgm:pt>
    <dgm:pt modelId="{6FA30568-B39D-433C-B72C-E928F67AAF23}" type="pres">
      <dgm:prSet presAssocID="{CC6929C4-7A01-4FC7-A430-329A4A4C632B}" presName="invisiNode" presStyleLbl="node1" presStyleIdx="2" presStyleCnt="4"/>
      <dgm:spPr/>
    </dgm:pt>
    <dgm:pt modelId="{C01D58E5-BEEE-4A3E-8121-922FE2807D22}" type="pres">
      <dgm:prSet presAssocID="{CC6929C4-7A01-4FC7-A430-329A4A4C632B}" presName="imagNode" presStyleLbl="fgImgPlace1" presStyleIdx="2" presStyleCnt="4"/>
      <dgm:spPr>
        <a:blipFill dpi="0"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15540" r="15540"/>
          </a:stretch>
        </a:blipFill>
      </dgm:spPr>
      <dgm:extLst>
        <a:ext uri="{E40237B7-FDA0-4F09-8148-C483321AD2D9}">
          <dgm14:cNvPr xmlns:dgm14="http://schemas.microsoft.com/office/drawing/2010/diagram" id="0" name="" descr="Bivio stradale con riempimento a tinta unita"/>
        </a:ext>
      </dgm:extLst>
    </dgm:pt>
    <dgm:pt modelId="{A4FF9DA6-A129-4E60-9ECE-98A24F2C6005}" type="pres">
      <dgm:prSet presAssocID="{B40CC50F-70D1-40B2-96BA-5EDDC542E8CD}" presName="sibTrans" presStyleLbl="sibTrans2D1" presStyleIdx="0" presStyleCnt="0"/>
      <dgm:spPr/>
    </dgm:pt>
    <dgm:pt modelId="{ACCD1834-CFC8-4CE7-9C03-09259412A94D}" type="pres">
      <dgm:prSet presAssocID="{C3FA928F-6293-41D4-939B-E6F0BFFAD0E6}" presName="compNode" presStyleCnt="0"/>
      <dgm:spPr/>
    </dgm:pt>
    <dgm:pt modelId="{F8BC7DEF-144D-4CD7-A3F0-F35EBE433230}" type="pres">
      <dgm:prSet presAssocID="{C3FA928F-6293-41D4-939B-E6F0BFFAD0E6}" presName="node" presStyleLbl="node1" presStyleIdx="3" presStyleCnt="4">
        <dgm:presLayoutVars>
          <dgm:bulletEnabled val="1"/>
        </dgm:presLayoutVars>
      </dgm:prSet>
      <dgm:spPr/>
    </dgm:pt>
    <dgm:pt modelId="{46D8517E-8505-445B-8FA4-066B28343C1F}" type="pres">
      <dgm:prSet presAssocID="{C3FA928F-6293-41D4-939B-E6F0BFFAD0E6}" presName="invisiNode" presStyleLbl="node1" presStyleIdx="3" presStyleCnt="4"/>
      <dgm:spPr/>
    </dgm:pt>
    <dgm:pt modelId="{40DE4719-08C8-430C-8C75-C27042D35D3A}" type="pres">
      <dgm:prSet presAssocID="{C3FA928F-6293-41D4-939B-E6F0BFFAD0E6}" presName="imagNode" presStyleLbl="fgImgPlace1" presStyleIdx="3" presStyleCnt="4"/>
      <dgm:spPr>
        <a:blipFill dpi="0"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15540" r="15540"/>
          </a:stretch>
        </a:blipFill>
      </dgm:spPr>
      <dgm:extLst>
        <a:ext uri="{E40237B7-FDA0-4F09-8148-C483321AD2D9}">
          <dgm14:cNvPr xmlns:dgm14="http://schemas.microsoft.com/office/drawing/2010/diagram" id="0" name="" descr="Varie contorno"/>
        </a:ext>
      </dgm:extLst>
    </dgm:pt>
  </dgm:ptLst>
  <dgm:cxnLst>
    <dgm:cxn modelId="{678FF800-FA10-4AC1-8C76-3C38BCA71614}" type="presOf" srcId="{7250C7AA-688B-452D-949B-83FAC1300CC2}" destId="{0FB671F1-054B-4401-916C-8A29D2EFEBE3}" srcOrd="0" destOrd="2" presId="urn:microsoft.com/office/officeart/2005/8/layout/pList2"/>
    <dgm:cxn modelId="{08ED5C0A-C089-48EF-B74C-01D2519B53F6}" srcId="{2FB198A0-1714-4D5D-8656-E075BCF10151}" destId="{0991D616-A369-40AE-8B8D-3C14A9BB7B2E}" srcOrd="5" destOrd="0" parTransId="{FA050055-EE3D-40DC-9686-9BEAC98DED26}" sibTransId="{4C1F0A44-31D0-404F-AB4D-CECE81E287F5}"/>
    <dgm:cxn modelId="{12FC3D15-90A0-4BB3-B407-AA14D7B85169}" srcId="{A6D1F62B-6749-4127-BF33-B948C18E53A1}" destId="{2BA33E5A-A139-48FF-A03A-279595554CD7}" srcOrd="1" destOrd="0" parTransId="{2A12A416-1701-4652-BCBD-AE24D91FB5F4}" sibTransId="{B540EA87-7670-467E-83DE-5B71AA8119A1}"/>
    <dgm:cxn modelId="{B1293B1F-7246-42C6-800A-BD4B071A2315}" type="presOf" srcId="{CD3FD689-234B-4F8C-9944-2D37DF8A2D9A}" destId="{F8BC7DEF-144D-4CD7-A3F0-F35EBE433230}" srcOrd="0" destOrd="2" presId="urn:microsoft.com/office/officeart/2005/8/layout/pList2"/>
    <dgm:cxn modelId="{C749A627-CA45-4847-963F-66A4704A092A}" srcId="{C3FA928F-6293-41D4-939B-E6F0BFFAD0E6}" destId="{B5EAA828-E898-4C4F-80F6-2D834849DBD2}" srcOrd="0" destOrd="0" parTransId="{B662F589-E07B-44C1-9D43-703DBC514D3D}" sibTransId="{95BD291C-6B72-4BA1-B095-3473534A3C1F}"/>
    <dgm:cxn modelId="{6CE5FE33-8842-43B5-8736-A8B1E58B6A70}" srcId="{A6D1F62B-6749-4127-BF33-B948C18E53A1}" destId="{C3FA928F-6293-41D4-939B-E6F0BFFAD0E6}" srcOrd="3" destOrd="0" parTransId="{EE796DD7-E984-4EF7-9891-F97BC814BFE6}" sibTransId="{1B0193CD-84D1-4626-B5C7-25B40A0ADF85}"/>
    <dgm:cxn modelId="{053CE334-460C-4A87-8E2B-9DF54E0B19D0}" srcId="{2BA33E5A-A139-48FF-A03A-279595554CD7}" destId="{F4E310E0-1D9E-4164-B193-CB6B44595E14}" srcOrd="2" destOrd="0" parTransId="{86C4276C-3EC5-4A36-A20C-40EDA33FADA9}" sibTransId="{87A8083A-575D-40F0-B309-F96AD1C0C54C}"/>
    <dgm:cxn modelId="{67C8F238-59C4-43D4-B87D-391C217B54A8}" srcId="{CC6929C4-7A01-4FC7-A430-329A4A4C632B}" destId="{0545F369-DC7A-4064-8D64-1220EBE1C959}" srcOrd="2" destOrd="0" parTransId="{ADCB2CEB-439A-4FFE-ACB4-FE36827F8942}" sibTransId="{30B44182-C964-4043-AF47-36EE8419EBBF}"/>
    <dgm:cxn modelId="{85FC0F5C-E56C-4B6A-919B-35744FA0D17E}" type="presOf" srcId="{0545F369-DC7A-4064-8D64-1220EBE1C959}" destId="{0FB671F1-054B-4401-916C-8A29D2EFEBE3}" srcOrd="0" destOrd="3" presId="urn:microsoft.com/office/officeart/2005/8/layout/pList2"/>
    <dgm:cxn modelId="{87434345-E8C3-47FC-8264-B54C7AAF21FF}" srcId="{2FB198A0-1714-4D5D-8656-E075BCF10151}" destId="{8E1D2A88-2A96-4AAC-B6F0-35B50A1CB190}" srcOrd="0" destOrd="0" parTransId="{CF2DDCBF-ECC9-41A6-9973-09200A0445BC}" sibTransId="{F84D7257-9793-4A6A-948B-B27820E38DE4}"/>
    <dgm:cxn modelId="{30498567-DB40-4BA7-A044-4E69A64A4349}" type="presOf" srcId="{2BA33E5A-A139-48FF-A03A-279595554CD7}" destId="{1ECC3A37-3A42-4A3B-AE45-123C0CFDC8F7}" srcOrd="0" destOrd="0" presId="urn:microsoft.com/office/officeart/2005/8/layout/pList2"/>
    <dgm:cxn modelId="{1A2A106A-2009-4DD0-89C6-2AD37C2B78C8}" type="presOf" srcId="{C3FA928F-6293-41D4-939B-E6F0BFFAD0E6}" destId="{F8BC7DEF-144D-4CD7-A3F0-F35EBE433230}" srcOrd="0" destOrd="0" presId="urn:microsoft.com/office/officeart/2005/8/layout/pList2"/>
    <dgm:cxn modelId="{3EACED4C-ECC1-4F48-B352-259DB6ECBD0A}" type="presOf" srcId="{0991D616-A369-40AE-8B8D-3C14A9BB7B2E}" destId="{278E81E2-930D-4299-BB4A-429B1923B8CC}" srcOrd="0" destOrd="6" presId="urn:microsoft.com/office/officeart/2005/8/layout/pList2"/>
    <dgm:cxn modelId="{9CC33C4D-FC2F-43FD-90FC-5C3097CBA68B}" srcId="{CC6929C4-7A01-4FC7-A430-329A4A4C632B}" destId="{7250C7AA-688B-452D-949B-83FAC1300CC2}" srcOrd="1" destOrd="0" parTransId="{45AB48EF-3831-4D01-BF78-2FCCF29BC850}" sibTransId="{D4E15CEF-F2CE-4080-87B6-E43F9FEF4F67}"/>
    <dgm:cxn modelId="{0F2DAD76-BD94-4947-A097-D8C45DCC8729}" type="presOf" srcId="{B540EA87-7670-467E-83DE-5B71AA8119A1}" destId="{680BA1AD-84BB-4AAF-AA14-DC9C53520AB7}" srcOrd="0" destOrd="0" presId="urn:microsoft.com/office/officeart/2005/8/layout/pList2"/>
    <dgm:cxn modelId="{7EE03C57-EED5-408C-9D16-8D45C01960ED}" srcId="{A6D1F62B-6749-4127-BF33-B948C18E53A1}" destId="{CC6929C4-7A01-4FC7-A430-329A4A4C632B}" srcOrd="2" destOrd="0" parTransId="{9B87911F-71B5-41F9-AA97-8E9F542C8474}" sibTransId="{B40CC50F-70D1-40B2-96BA-5EDDC542E8CD}"/>
    <dgm:cxn modelId="{18B48B78-FCF7-4F1B-908B-55DCC4F68AF1}" type="presOf" srcId="{16C0A358-5647-4D44-B43E-791B90389529}" destId="{1ECC3A37-3A42-4A3B-AE45-123C0CFDC8F7}" srcOrd="0" destOrd="2" presId="urn:microsoft.com/office/officeart/2005/8/layout/pList2"/>
    <dgm:cxn modelId="{CB2BED84-A498-42D6-A277-74C0A0A1F606}" srcId="{2FB198A0-1714-4D5D-8656-E075BCF10151}" destId="{414DD17D-0719-4855-996F-72A5EA045A04}" srcOrd="4" destOrd="0" parTransId="{ED423D0C-354C-4515-80A7-AF41C8DBB005}" sibTransId="{685681E5-FFE2-4EED-989A-7C6835BE50A1}"/>
    <dgm:cxn modelId="{60572187-6D78-4E3C-B039-76FF081F5865}" type="presOf" srcId="{2FB198A0-1714-4D5D-8656-E075BCF10151}" destId="{278E81E2-930D-4299-BB4A-429B1923B8CC}" srcOrd="0" destOrd="0" presId="urn:microsoft.com/office/officeart/2005/8/layout/pList2"/>
    <dgm:cxn modelId="{9CCC9687-F043-4711-96AD-DA2A6F9BD4D4}" type="presOf" srcId="{A6D1F62B-6749-4127-BF33-B948C18E53A1}" destId="{06DCDF8B-144A-4DDE-8C8C-AB0B5E551470}" srcOrd="0" destOrd="0" presId="urn:microsoft.com/office/officeart/2005/8/layout/pList2"/>
    <dgm:cxn modelId="{9F099B89-E230-4032-A245-DBCBACBD2D02}" type="presOf" srcId="{4A4AA2DA-3B9C-4D47-A8B6-75665E5AF70D}" destId="{278E81E2-930D-4299-BB4A-429B1923B8CC}" srcOrd="0" destOrd="3" presId="urn:microsoft.com/office/officeart/2005/8/layout/pList2"/>
    <dgm:cxn modelId="{ACEE6A99-8AB4-43AA-AEE8-A29C311E610D}" type="presOf" srcId="{B5EAA828-E898-4C4F-80F6-2D834849DBD2}" destId="{F8BC7DEF-144D-4CD7-A3F0-F35EBE433230}" srcOrd="0" destOrd="1" presId="urn:microsoft.com/office/officeart/2005/8/layout/pList2"/>
    <dgm:cxn modelId="{E1C357A3-545B-4BAC-AC0E-1C2ABEA202F8}" type="presOf" srcId="{429CCC47-48D8-4D53-B8EB-82D3B82ABF1D}" destId="{1ECC3A37-3A42-4A3B-AE45-123C0CFDC8F7}" srcOrd="0" destOrd="1" presId="urn:microsoft.com/office/officeart/2005/8/layout/pList2"/>
    <dgm:cxn modelId="{286A37C7-38BD-4038-871B-0B923EF69793}" type="presOf" srcId="{058F33A8-E3B9-4697-8355-1E5D09B39405}" destId="{0FB671F1-054B-4401-916C-8A29D2EFEBE3}" srcOrd="0" destOrd="1" presId="urn:microsoft.com/office/officeart/2005/8/layout/pList2"/>
    <dgm:cxn modelId="{9DF048C7-57D9-49A2-A873-E87125607465}" srcId="{C3FA928F-6293-41D4-939B-E6F0BFFAD0E6}" destId="{CD3FD689-234B-4F8C-9944-2D37DF8A2D9A}" srcOrd="1" destOrd="0" parTransId="{21FCCCC0-3632-47B0-AFF3-C66807161235}" sibTransId="{6F648DB9-528C-446C-BD6E-D4DFE6E679C0}"/>
    <dgm:cxn modelId="{75D0EECF-5A16-407D-962B-176179F475BC}" type="presOf" srcId="{CC6929C4-7A01-4FC7-A430-329A4A4C632B}" destId="{0FB671F1-054B-4401-916C-8A29D2EFEBE3}" srcOrd="0" destOrd="0" presId="urn:microsoft.com/office/officeart/2005/8/layout/pList2"/>
    <dgm:cxn modelId="{D428C2D1-8B54-4F94-B46A-B2189DE1655C}" srcId="{2FB198A0-1714-4D5D-8656-E075BCF10151}" destId="{CC5494BC-5948-4116-8E8C-5861AB4D3823}" srcOrd="1" destOrd="0" parTransId="{B552FA80-505B-4F20-B9F6-F6FC6EEBC804}" sibTransId="{F947CF8A-AEF8-493E-A3D4-30E988F1E65E}"/>
    <dgm:cxn modelId="{1C7B4ED5-3BC4-48AA-AB09-E59618666FA5}" srcId="{2FB198A0-1714-4D5D-8656-E075BCF10151}" destId="{96E170DC-DB1E-44AD-9D96-E5C5E563DB44}" srcOrd="3" destOrd="0" parTransId="{372DB078-A625-423F-B513-07110193150A}" sibTransId="{9981708E-E2A8-4AAA-877A-E6746293D235}"/>
    <dgm:cxn modelId="{EB5020D9-99E3-4CF3-B532-705B22A42598}" type="presOf" srcId="{8E1D2A88-2A96-4AAC-B6F0-35B50A1CB190}" destId="{278E81E2-930D-4299-BB4A-429B1923B8CC}" srcOrd="0" destOrd="1" presId="urn:microsoft.com/office/officeart/2005/8/layout/pList2"/>
    <dgm:cxn modelId="{9AC11FDD-5B90-4E81-BB08-1B040C20BD42}" type="presOf" srcId="{C4510213-4CD4-4865-91F9-9490F01B9AF6}" destId="{D8783325-6210-4DED-9C6E-86BBF7F00C2D}" srcOrd="0" destOrd="0" presId="urn:microsoft.com/office/officeart/2005/8/layout/pList2"/>
    <dgm:cxn modelId="{22E17AE5-481C-44B1-BAEC-8A9615112D17}" srcId="{A6D1F62B-6749-4127-BF33-B948C18E53A1}" destId="{2FB198A0-1714-4D5D-8656-E075BCF10151}" srcOrd="0" destOrd="0" parTransId="{61A79EF9-7BEC-42D8-999F-5525070377BE}" sibTransId="{C4510213-4CD4-4865-91F9-9490F01B9AF6}"/>
    <dgm:cxn modelId="{3D9FEEEF-496B-43B6-9668-9DEC7355680A}" type="presOf" srcId="{CC5494BC-5948-4116-8E8C-5861AB4D3823}" destId="{278E81E2-930D-4299-BB4A-429B1923B8CC}" srcOrd="0" destOrd="2" presId="urn:microsoft.com/office/officeart/2005/8/layout/pList2"/>
    <dgm:cxn modelId="{D8012CF2-9481-40F7-ACD8-129B7AE20B2B}" type="presOf" srcId="{414DD17D-0719-4855-996F-72A5EA045A04}" destId="{278E81E2-930D-4299-BB4A-429B1923B8CC}" srcOrd="0" destOrd="5" presId="urn:microsoft.com/office/officeart/2005/8/layout/pList2"/>
    <dgm:cxn modelId="{DC3D9EF5-C0DE-41E3-8882-7D1CFC332F5D}" srcId="{2FB198A0-1714-4D5D-8656-E075BCF10151}" destId="{4A4AA2DA-3B9C-4D47-A8B6-75665E5AF70D}" srcOrd="2" destOrd="0" parTransId="{A88AF46E-BD02-43E3-B9C3-DB351F182B2F}" sibTransId="{BAFE5F0F-21A4-410D-A5BA-8BBE29D8E346}"/>
    <dgm:cxn modelId="{CC0B02F7-F7E1-4511-A352-19EA72275732}" srcId="{2BA33E5A-A139-48FF-A03A-279595554CD7}" destId="{429CCC47-48D8-4D53-B8EB-82D3B82ABF1D}" srcOrd="0" destOrd="0" parTransId="{2905CB6B-5C52-4D2E-9C9E-3AEC8FDD9A49}" sibTransId="{08223836-4F3A-4735-B38D-8CE2F98A249E}"/>
    <dgm:cxn modelId="{5A017CF8-6961-4F4D-9ED9-077252368BE0}" srcId="{CC6929C4-7A01-4FC7-A430-329A4A4C632B}" destId="{058F33A8-E3B9-4697-8355-1E5D09B39405}" srcOrd="0" destOrd="0" parTransId="{ADF77C30-ED14-4FEF-A789-1B4B39923ADC}" sibTransId="{3F44C39F-7762-43E0-BF8B-8F34AEE05078}"/>
    <dgm:cxn modelId="{897695F9-CF6B-44B5-BE87-689CD11C7BA6}" type="presOf" srcId="{B40CC50F-70D1-40B2-96BA-5EDDC542E8CD}" destId="{A4FF9DA6-A129-4E60-9ECE-98A24F2C6005}" srcOrd="0" destOrd="0" presId="urn:microsoft.com/office/officeart/2005/8/layout/pList2"/>
    <dgm:cxn modelId="{6F2EA9F9-C070-449E-8CAA-95F0EC15FAB5}" srcId="{2BA33E5A-A139-48FF-A03A-279595554CD7}" destId="{16C0A358-5647-4D44-B43E-791B90389529}" srcOrd="1" destOrd="0" parTransId="{51DB42C1-3996-4F2D-85CF-5D4748354F47}" sibTransId="{BA327818-6F75-4580-A835-3411272BAB22}"/>
    <dgm:cxn modelId="{FFD2DAF9-A72E-4A8D-BCBB-A9515C824B51}" type="presOf" srcId="{F4E310E0-1D9E-4164-B193-CB6B44595E14}" destId="{1ECC3A37-3A42-4A3B-AE45-123C0CFDC8F7}" srcOrd="0" destOrd="3" presId="urn:microsoft.com/office/officeart/2005/8/layout/pList2"/>
    <dgm:cxn modelId="{697247FF-A702-4C67-B713-D7FF79B292FE}" type="presOf" srcId="{96E170DC-DB1E-44AD-9D96-E5C5E563DB44}" destId="{278E81E2-930D-4299-BB4A-429B1923B8CC}" srcOrd="0" destOrd="4" presId="urn:microsoft.com/office/officeart/2005/8/layout/pList2"/>
    <dgm:cxn modelId="{E7E015DB-115C-4DB4-896C-8D910BC41FA1}" type="presParOf" srcId="{06DCDF8B-144A-4DDE-8C8C-AB0B5E551470}" destId="{D27675B3-CBC1-4D81-AA80-13CE7334BE69}" srcOrd="0" destOrd="0" presId="urn:microsoft.com/office/officeart/2005/8/layout/pList2"/>
    <dgm:cxn modelId="{3B2B88D4-4B88-4B69-8DC6-5C7FB9116EDF}" type="presParOf" srcId="{06DCDF8B-144A-4DDE-8C8C-AB0B5E551470}" destId="{63588C70-A0B9-44A7-AE9F-B257E34B8B88}" srcOrd="1" destOrd="0" presId="urn:microsoft.com/office/officeart/2005/8/layout/pList2"/>
    <dgm:cxn modelId="{37CF0DA0-CA6C-48C9-A7AB-0F71BDE1D73C}" type="presParOf" srcId="{63588C70-A0B9-44A7-AE9F-B257E34B8B88}" destId="{61032929-C9AB-4203-B0C8-B19653CCFD80}" srcOrd="0" destOrd="0" presId="urn:microsoft.com/office/officeart/2005/8/layout/pList2"/>
    <dgm:cxn modelId="{5DB03DBF-A89B-42CE-ACC1-572CF0408712}" type="presParOf" srcId="{61032929-C9AB-4203-B0C8-B19653CCFD80}" destId="{278E81E2-930D-4299-BB4A-429B1923B8CC}" srcOrd="0" destOrd="0" presId="urn:microsoft.com/office/officeart/2005/8/layout/pList2"/>
    <dgm:cxn modelId="{B6DBDC42-5AE7-45C7-935A-3424CC99B2C2}" type="presParOf" srcId="{61032929-C9AB-4203-B0C8-B19653CCFD80}" destId="{7966EECC-426C-4BCE-B86F-5739FE724519}" srcOrd="1" destOrd="0" presId="urn:microsoft.com/office/officeart/2005/8/layout/pList2"/>
    <dgm:cxn modelId="{F3504AD5-BE33-422E-AA20-C715549633CB}" type="presParOf" srcId="{61032929-C9AB-4203-B0C8-B19653CCFD80}" destId="{820E0940-A629-4F3E-BA84-620FC446B63B}" srcOrd="2" destOrd="0" presId="urn:microsoft.com/office/officeart/2005/8/layout/pList2"/>
    <dgm:cxn modelId="{579802C2-1C83-4315-9807-7937D9ACF784}" type="presParOf" srcId="{63588C70-A0B9-44A7-AE9F-B257E34B8B88}" destId="{D8783325-6210-4DED-9C6E-86BBF7F00C2D}" srcOrd="1" destOrd="0" presId="urn:microsoft.com/office/officeart/2005/8/layout/pList2"/>
    <dgm:cxn modelId="{AA3C3F0A-543E-4152-B6E3-09C7A1B253ED}" type="presParOf" srcId="{63588C70-A0B9-44A7-AE9F-B257E34B8B88}" destId="{E5EB59AE-1EBA-4358-B503-7DABE069E5CF}" srcOrd="2" destOrd="0" presId="urn:microsoft.com/office/officeart/2005/8/layout/pList2"/>
    <dgm:cxn modelId="{FBD15286-03A5-4087-9A70-13EBEFEAE7E9}" type="presParOf" srcId="{E5EB59AE-1EBA-4358-B503-7DABE069E5CF}" destId="{1ECC3A37-3A42-4A3B-AE45-123C0CFDC8F7}" srcOrd="0" destOrd="0" presId="urn:microsoft.com/office/officeart/2005/8/layout/pList2"/>
    <dgm:cxn modelId="{6773360B-75C2-461D-B760-4C855540C099}" type="presParOf" srcId="{E5EB59AE-1EBA-4358-B503-7DABE069E5CF}" destId="{C1B2A2E8-BB6F-4A3E-9E8D-D0B44D152221}" srcOrd="1" destOrd="0" presId="urn:microsoft.com/office/officeart/2005/8/layout/pList2"/>
    <dgm:cxn modelId="{5CE4B98D-9FE9-43DA-9359-3D4C7E3B85BF}" type="presParOf" srcId="{E5EB59AE-1EBA-4358-B503-7DABE069E5CF}" destId="{AC1534F8-FF4F-405C-9332-1EDC21713477}" srcOrd="2" destOrd="0" presId="urn:microsoft.com/office/officeart/2005/8/layout/pList2"/>
    <dgm:cxn modelId="{1BBFF555-F4F7-4181-897B-B8E456E7A2E3}" type="presParOf" srcId="{63588C70-A0B9-44A7-AE9F-B257E34B8B88}" destId="{680BA1AD-84BB-4AAF-AA14-DC9C53520AB7}" srcOrd="3" destOrd="0" presId="urn:microsoft.com/office/officeart/2005/8/layout/pList2"/>
    <dgm:cxn modelId="{C52233F5-DB5D-4FBB-A705-86A79CC7D482}" type="presParOf" srcId="{63588C70-A0B9-44A7-AE9F-B257E34B8B88}" destId="{870AE268-6A34-4B40-8313-CF0784B0561A}" srcOrd="4" destOrd="0" presId="urn:microsoft.com/office/officeart/2005/8/layout/pList2"/>
    <dgm:cxn modelId="{9BC67ECC-E25B-4AEF-9D35-908D5001AF81}" type="presParOf" srcId="{870AE268-6A34-4B40-8313-CF0784B0561A}" destId="{0FB671F1-054B-4401-916C-8A29D2EFEBE3}" srcOrd="0" destOrd="0" presId="urn:microsoft.com/office/officeart/2005/8/layout/pList2"/>
    <dgm:cxn modelId="{FEC33038-D16A-4874-B6F7-9719118388C6}" type="presParOf" srcId="{870AE268-6A34-4B40-8313-CF0784B0561A}" destId="{6FA30568-B39D-433C-B72C-E928F67AAF23}" srcOrd="1" destOrd="0" presId="urn:microsoft.com/office/officeart/2005/8/layout/pList2"/>
    <dgm:cxn modelId="{9C0A6579-8B6C-42AC-B54E-57B62B590F64}" type="presParOf" srcId="{870AE268-6A34-4B40-8313-CF0784B0561A}" destId="{C01D58E5-BEEE-4A3E-8121-922FE2807D22}" srcOrd="2" destOrd="0" presId="urn:microsoft.com/office/officeart/2005/8/layout/pList2"/>
    <dgm:cxn modelId="{0D7228F0-3F80-4947-BE18-5B935EF80E40}" type="presParOf" srcId="{63588C70-A0B9-44A7-AE9F-B257E34B8B88}" destId="{A4FF9DA6-A129-4E60-9ECE-98A24F2C6005}" srcOrd="5" destOrd="0" presId="urn:microsoft.com/office/officeart/2005/8/layout/pList2"/>
    <dgm:cxn modelId="{3EBAF909-1201-466C-8132-F858DA8AA533}" type="presParOf" srcId="{63588C70-A0B9-44A7-AE9F-B257E34B8B88}" destId="{ACCD1834-CFC8-4CE7-9C03-09259412A94D}" srcOrd="6" destOrd="0" presId="urn:microsoft.com/office/officeart/2005/8/layout/pList2"/>
    <dgm:cxn modelId="{3C62D970-7CB1-41F0-8607-D811024E0043}" type="presParOf" srcId="{ACCD1834-CFC8-4CE7-9C03-09259412A94D}" destId="{F8BC7DEF-144D-4CD7-A3F0-F35EBE433230}" srcOrd="0" destOrd="0" presId="urn:microsoft.com/office/officeart/2005/8/layout/pList2"/>
    <dgm:cxn modelId="{65287666-C58A-41EE-8875-90378F0C8797}" type="presParOf" srcId="{ACCD1834-CFC8-4CE7-9C03-09259412A94D}" destId="{46D8517E-8505-445B-8FA4-066B28343C1F}" srcOrd="1" destOrd="0" presId="urn:microsoft.com/office/officeart/2005/8/layout/pList2"/>
    <dgm:cxn modelId="{35DCF0AE-65F4-4808-BF5C-FC9A55598CE2}" type="presParOf" srcId="{ACCD1834-CFC8-4CE7-9C03-09259412A94D}" destId="{40DE4719-08C8-430C-8C75-C27042D35D3A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F98ED7-4AF7-4E32-A4BE-B0718B321A73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D652E19F-E6A6-43BE-A5C9-389260CA2AD9}">
      <dgm:prSet phldrT="[Testo]" phldr="0"/>
      <dgm:spPr>
        <a:ln>
          <a:solidFill>
            <a:srgbClr val="C20E1A"/>
          </a:solidFill>
        </a:ln>
      </dgm:spPr>
      <dgm:t>
        <a:bodyPr/>
        <a:lstStyle/>
        <a:p>
          <a:r>
            <a:rPr lang="it-IT" dirty="0"/>
            <a:t>SELECT</a:t>
          </a:r>
        </a:p>
      </dgm:t>
    </dgm:pt>
    <dgm:pt modelId="{6E1C2AF7-C1B1-4142-B41C-F31BE091E89E}" type="parTrans" cxnId="{DC1358BE-67BE-42B8-9AFA-29F3363D6EFC}">
      <dgm:prSet/>
      <dgm:spPr/>
      <dgm:t>
        <a:bodyPr/>
        <a:lstStyle/>
        <a:p>
          <a:endParaRPr lang="it-IT"/>
        </a:p>
      </dgm:t>
    </dgm:pt>
    <dgm:pt modelId="{CA29C7F5-9441-4E88-966A-80C735E0FA89}" type="sibTrans" cxnId="{DC1358BE-67BE-42B8-9AFA-29F3363D6EFC}">
      <dgm:prSet/>
      <dgm:spPr>
        <a:ln>
          <a:solidFill>
            <a:srgbClr val="C20E1A"/>
          </a:solidFill>
        </a:ln>
      </dgm:spPr>
      <dgm:t>
        <a:bodyPr/>
        <a:lstStyle/>
        <a:p>
          <a:endParaRPr lang="it-IT"/>
        </a:p>
      </dgm:t>
    </dgm:pt>
    <dgm:pt modelId="{9A59F7C2-CEBB-4B50-80FA-34F01FC2794B}">
      <dgm:prSet phldrT="[Testo]" phldr="0"/>
      <dgm:spPr>
        <a:ln>
          <a:solidFill>
            <a:srgbClr val="C20E1A"/>
          </a:solidFill>
        </a:ln>
      </dgm:spPr>
      <dgm:t>
        <a:bodyPr/>
        <a:lstStyle/>
        <a:p>
          <a:r>
            <a:rPr lang="it-IT" dirty="0"/>
            <a:t>FROM / JOIN</a:t>
          </a:r>
        </a:p>
      </dgm:t>
    </dgm:pt>
    <dgm:pt modelId="{D88E9D2F-060C-46E2-BF1F-A72445A6623C}" type="parTrans" cxnId="{C6933179-003D-493F-8963-E2E2D751A273}">
      <dgm:prSet/>
      <dgm:spPr/>
      <dgm:t>
        <a:bodyPr/>
        <a:lstStyle/>
        <a:p>
          <a:endParaRPr lang="it-IT"/>
        </a:p>
      </dgm:t>
    </dgm:pt>
    <dgm:pt modelId="{FBC1F2A5-64D2-4F50-8633-457D404FD881}" type="sibTrans" cxnId="{C6933179-003D-493F-8963-E2E2D751A273}">
      <dgm:prSet/>
      <dgm:spPr/>
      <dgm:t>
        <a:bodyPr/>
        <a:lstStyle/>
        <a:p>
          <a:endParaRPr lang="it-IT"/>
        </a:p>
      </dgm:t>
    </dgm:pt>
    <dgm:pt modelId="{042D707B-5C1D-4CFF-B7F5-36328D878195}">
      <dgm:prSet phldrT="[Testo]" phldr="0"/>
      <dgm:spPr>
        <a:ln>
          <a:solidFill>
            <a:srgbClr val="C20E1A"/>
          </a:solidFill>
        </a:ln>
      </dgm:spPr>
      <dgm:t>
        <a:bodyPr/>
        <a:lstStyle/>
        <a:p>
          <a:r>
            <a:rPr lang="it-IT" dirty="0"/>
            <a:t>WHERE</a:t>
          </a:r>
        </a:p>
      </dgm:t>
    </dgm:pt>
    <dgm:pt modelId="{899CF4D1-B03A-4603-9D2A-1CDD2690F6EF}" type="parTrans" cxnId="{643471FB-C80A-4969-8669-5F3206E954C4}">
      <dgm:prSet/>
      <dgm:spPr/>
      <dgm:t>
        <a:bodyPr/>
        <a:lstStyle/>
        <a:p>
          <a:endParaRPr lang="it-IT"/>
        </a:p>
      </dgm:t>
    </dgm:pt>
    <dgm:pt modelId="{BCB0974A-AB98-4561-BF90-23CAC31CAE16}" type="sibTrans" cxnId="{643471FB-C80A-4969-8669-5F3206E954C4}">
      <dgm:prSet/>
      <dgm:spPr/>
      <dgm:t>
        <a:bodyPr/>
        <a:lstStyle/>
        <a:p>
          <a:endParaRPr lang="it-IT"/>
        </a:p>
      </dgm:t>
    </dgm:pt>
    <dgm:pt modelId="{506E5DF1-85AD-4240-8EB2-DBC118790763}">
      <dgm:prSet phldrT="[Testo]" phldr="0"/>
      <dgm:spPr>
        <a:ln>
          <a:solidFill>
            <a:srgbClr val="C20E1A"/>
          </a:solidFill>
        </a:ln>
      </dgm:spPr>
      <dgm:t>
        <a:bodyPr/>
        <a:lstStyle/>
        <a:p>
          <a:r>
            <a:rPr lang="it-IT" dirty="0"/>
            <a:t>GROUP BY</a:t>
          </a:r>
        </a:p>
      </dgm:t>
    </dgm:pt>
    <dgm:pt modelId="{F9A405EB-CCC8-43ED-9B15-291FDFDA3082}" type="parTrans" cxnId="{899D9F5E-1E16-4AC8-B679-9FDF4DC90310}">
      <dgm:prSet/>
      <dgm:spPr/>
      <dgm:t>
        <a:bodyPr/>
        <a:lstStyle/>
        <a:p>
          <a:endParaRPr lang="it-IT"/>
        </a:p>
      </dgm:t>
    </dgm:pt>
    <dgm:pt modelId="{359508EF-8EA8-4527-B1BC-0964B7BDC303}" type="sibTrans" cxnId="{899D9F5E-1E16-4AC8-B679-9FDF4DC90310}">
      <dgm:prSet/>
      <dgm:spPr/>
      <dgm:t>
        <a:bodyPr/>
        <a:lstStyle/>
        <a:p>
          <a:endParaRPr lang="it-IT"/>
        </a:p>
      </dgm:t>
    </dgm:pt>
    <dgm:pt modelId="{2B89ACED-FA54-41EA-B5BD-E084BA7DEE97}">
      <dgm:prSet phldrT="[Testo]" phldr="0"/>
      <dgm:spPr>
        <a:ln>
          <a:solidFill>
            <a:srgbClr val="C20E1A"/>
          </a:solidFill>
        </a:ln>
      </dgm:spPr>
      <dgm:t>
        <a:bodyPr/>
        <a:lstStyle/>
        <a:p>
          <a:r>
            <a:rPr lang="it-IT" dirty="0"/>
            <a:t>HAVING</a:t>
          </a:r>
        </a:p>
      </dgm:t>
    </dgm:pt>
    <dgm:pt modelId="{AA27946C-5FE7-407A-9930-B3E5DDF010DA}" type="parTrans" cxnId="{189E7EB3-12C6-4BF6-95A5-D3AAFC9C648B}">
      <dgm:prSet/>
      <dgm:spPr/>
      <dgm:t>
        <a:bodyPr/>
        <a:lstStyle/>
        <a:p>
          <a:endParaRPr lang="it-IT"/>
        </a:p>
      </dgm:t>
    </dgm:pt>
    <dgm:pt modelId="{68CCAEE4-CD36-4B12-934E-229A7D1255DF}" type="sibTrans" cxnId="{189E7EB3-12C6-4BF6-95A5-D3AAFC9C648B}">
      <dgm:prSet/>
      <dgm:spPr/>
      <dgm:t>
        <a:bodyPr/>
        <a:lstStyle/>
        <a:p>
          <a:endParaRPr lang="it-IT"/>
        </a:p>
      </dgm:t>
    </dgm:pt>
    <dgm:pt modelId="{AF7A4C6D-F87C-46B9-A088-247063B58568}">
      <dgm:prSet phldrT="[Testo]" phldr="0"/>
      <dgm:spPr>
        <a:ln>
          <a:solidFill>
            <a:srgbClr val="C20E1A"/>
          </a:solidFill>
        </a:ln>
      </dgm:spPr>
      <dgm:t>
        <a:bodyPr/>
        <a:lstStyle/>
        <a:p>
          <a:r>
            <a:rPr lang="it-IT" dirty="0"/>
            <a:t>ORDER BY</a:t>
          </a:r>
        </a:p>
      </dgm:t>
    </dgm:pt>
    <dgm:pt modelId="{88F51433-1A7D-4C64-B3F4-DECA52E5C214}" type="parTrans" cxnId="{515684D7-CBC2-4C9A-A189-F57855988705}">
      <dgm:prSet/>
      <dgm:spPr/>
      <dgm:t>
        <a:bodyPr/>
        <a:lstStyle/>
        <a:p>
          <a:endParaRPr lang="it-IT"/>
        </a:p>
      </dgm:t>
    </dgm:pt>
    <dgm:pt modelId="{74DC9780-D4BA-428A-AE48-7EFA640E204A}" type="sibTrans" cxnId="{515684D7-CBC2-4C9A-A189-F57855988705}">
      <dgm:prSet/>
      <dgm:spPr/>
      <dgm:t>
        <a:bodyPr/>
        <a:lstStyle/>
        <a:p>
          <a:endParaRPr lang="it-IT"/>
        </a:p>
      </dgm:t>
    </dgm:pt>
    <dgm:pt modelId="{5D57EF0B-4259-417B-A8F4-BCAF91F1449D}">
      <dgm:prSet phldrT="[Testo]" phldr="0"/>
      <dgm:spPr>
        <a:ln>
          <a:solidFill>
            <a:srgbClr val="C20E1A"/>
          </a:solidFill>
        </a:ln>
      </dgm:spPr>
      <dgm:t>
        <a:bodyPr/>
        <a:lstStyle/>
        <a:p>
          <a:r>
            <a:rPr lang="it-IT" dirty="0"/>
            <a:t>TOP / FETCH</a:t>
          </a:r>
        </a:p>
      </dgm:t>
    </dgm:pt>
    <dgm:pt modelId="{5E8458BF-449C-4952-8C42-34AF86DFE42A}" type="parTrans" cxnId="{2165D363-84C5-4712-88BE-8E0298614300}">
      <dgm:prSet/>
      <dgm:spPr/>
      <dgm:t>
        <a:bodyPr/>
        <a:lstStyle/>
        <a:p>
          <a:endParaRPr lang="it-IT"/>
        </a:p>
      </dgm:t>
    </dgm:pt>
    <dgm:pt modelId="{719A7EAC-A672-44ED-9A0E-B69B9B881F59}" type="sibTrans" cxnId="{2165D363-84C5-4712-88BE-8E0298614300}">
      <dgm:prSet/>
      <dgm:spPr/>
      <dgm:t>
        <a:bodyPr/>
        <a:lstStyle/>
        <a:p>
          <a:endParaRPr lang="it-IT"/>
        </a:p>
      </dgm:t>
    </dgm:pt>
    <dgm:pt modelId="{BC2882D9-54B4-438C-A369-879217615D77}" type="pres">
      <dgm:prSet presAssocID="{6FF98ED7-4AF7-4E32-A4BE-B0718B321A73}" presName="Name0" presStyleCnt="0">
        <dgm:presLayoutVars>
          <dgm:chMax val="7"/>
          <dgm:chPref val="7"/>
          <dgm:dir/>
        </dgm:presLayoutVars>
      </dgm:prSet>
      <dgm:spPr/>
    </dgm:pt>
    <dgm:pt modelId="{FC6C52F9-D98B-4DC4-B76E-F3CAE6A73EBA}" type="pres">
      <dgm:prSet presAssocID="{6FF98ED7-4AF7-4E32-A4BE-B0718B321A73}" presName="Name1" presStyleCnt="0"/>
      <dgm:spPr/>
    </dgm:pt>
    <dgm:pt modelId="{A3EB008E-982E-4B41-A206-66299D61AB74}" type="pres">
      <dgm:prSet presAssocID="{6FF98ED7-4AF7-4E32-A4BE-B0718B321A73}" presName="cycle" presStyleCnt="0"/>
      <dgm:spPr/>
    </dgm:pt>
    <dgm:pt modelId="{82C93D85-1FC0-4121-B8B2-C6929813DCED}" type="pres">
      <dgm:prSet presAssocID="{6FF98ED7-4AF7-4E32-A4BE-B0718B321A73}" presName="srcNode" presStyleLbl="node1" presStyleIdx="0" presStyleCnt="7"/>
      <dgm:spPr/>
    </dgm:pt>
    <dgm:pt modelId="{D61DA4F8-3507-47FD-BFBF-15A9207CBA24}" type="pres">
      <dgm:prSet presAssocID="{6FF98ED7-4AF7-4E32-A4BE-B0718B321A73}" presName="conn" presStyleLbl="parChTrans1D2" presStyleIdx="0" presStyleCnt="1"/>
      <dgm:spPr/>
    </dgm:pt>
    <dgm:pt modelId="{D470F1AD-96ED-44F1-8732-186526DE22BD}" type="pres">
      <dgm:prSet presAssocID="{6FF98ED7-4AF7-4E32-A4BE-B0718B321A73}" presName="extraNode" presStyleLbl="node1" presStyleIdx="0" presStyleCnt="7"/>
      <dgm:spPr/>
    </dgm:pt>
    <dgm:pt modelId="{871D379F-E0A3-4B98-9AD5-92A491B7AB3B}" type="pres">
      <dgm:prSet presAssocID="{6FF98ED7-4AF7-4E32-A4BE-B0718B321A73}" presName="dstNode" presStyleLbl="node1" presStyleIdx="0" presStyleCnt="7"/>
      <dgm:spPr/>
    </dgm:pt>
    <dgm:pt modelId="{304D4B3C-8E99-43DB-A562-85A802D7969B}" type="pres">
      <dgm:prSet presAssocID="{D652E19F-E6A6-43BE-A5C9-389260CA2AD9}" presName="text_1" presStyleLbl="node1" presStyleIdx="0" presStyleCnt="7">
        <dgm:presLayoutVars>
          <dgm:bulletEnabled val="1"/>
        </dgm:presLayoutVars>
      </dgm:prSet>
      <dgm:spPr/>
    </dgm:pt>
    <dgm:pt modelId="{76135C6B-2120-4BC4-BB43-276160C629A2}" type="pres">
      <dgm:prSet presAssocID="{D652E19F-E6A6-43BE-A5C9-389260CA2AD9}" presName="accent_1" presStyleCnt="0"/>
      <dgm:spPr/>
    </dgm:pt>
    <dgm:pt modelId="{BCD7B422-9B76-4C96-AEEA-C1C2A24384D7}" type="pres">
      <dgm:prSet presAssocID="{D652E19F-E6A6-43BE-A5C9-389260CA2AD9}" presName="accentRepeatNode" presStyleLbl="solidFgAcc1" presStyleIdx="0" presStyleCnt="7"/>
      <dgm:spPr/>
    </dgm:pt>
    <dgm:pt modelId="{70E032C1-14EF-43AD-90FD-E29DD0B51FD1}" type="pres">
      <dgm:prSet presAssocID="{5D57EF0B-4259-417B-A8F4-BCAF91F1449D}" presName="text_2" presStyleLbl="node1" presStyleIdx="1" presStyleCnt="7">
        <dgm:presLayoutVars>
          <dgm:bulletEnabled val="1"/>
        </dgm:presLayoutVars>
      </dgm:prSet>
      <dgm:spPr/>
    </dgm:pt>
    <dgm:pt modelId="{D425DEDC-DD78-440F-B2CC-96DBECC853E0}" type="pres">
      <dgm:prSet presAssocID="{5D57EF0B-4259-417B-A8F4-BCAF91F1449D}" presName="accent_2" presStyleCnt="0"/>
      <dgm:spPr/>
    </dgm:pt>
    <dgm:pt modelId="{F14FBA77-DE87-4900-9011-4100675DCE67}" type="pres">
      <dgm:prSet presAssocID="{5D57EF0B-4259-417B-A8F4-BCAF91F1449D}" presName="accentRepeatNode" presStyleLbl="solidFgAcc1" presStyleIdx="1" presStyleCnt="7" custLinFactNeighborX="-7572" custLinFactNeighborY="897"/>
      <dgm:spPr/>
    </dgm:pt>
    <dgm:pt modelId="{0B79EE89-CA16-440A-B764-AD436DF1387B}" type="pres">
      <dgm:prSet presAssocID="{9A59F7C2-CEBB-4B50-80FA-34F01FC2794B}" presName="text_3" presStyleLbl="node1" presStyleIdx="2" presStyleCnt="7">
        <dgm:presLayoutVars>
          <dgm:bulletEnabled val="1"/>
        </dgm:presLayoutVars>
      </dgm:prSet>
      <dgm:spPr/>
    </dgm:pt>
    <dgm:pt modelId="{5B2894A8-511F-4013-BAF3-5EA693FEB3FE}" type="pres">
      <dgm:prSet presAssocID="{9A59F7C2-CEBB-4B50-80FA-34F01FC2794B}" presName="accent_3" presStyleCnt="0"/>
      <dgm:spPr/>
    </dgm:pt>
    <dgm:pt modelId="{5956D1FF-B895-4DE3-82B5-B33DE25835FD}" type="pres">
      <dgm:prSet presAssocID="{9A59F7C2-CEBB-4B50-80FA-34F01FC2794B}" presName="accentRepeatNode" presStyleLbl="solidFgAcc1" presStyleIdx="2" presStyleCnt="7"/>
      <dgm:spPr/>
    </dgm:pt>
    <dgm:pt modelId="{4D4D19CA-2234-48F3-B4FE-E6AE10BD4B60}" type="pres">
      <dgm:prSet presAssocID="{042D707B-5C1D-4CFF-B7F5-36328D878195}" presName="text_4" presStyleLbl="node1" presStyleIdx="3" presStyleCnt="7">
        <dgm:presLayoutVars>
          <dgm:bulletEnabled val="1"/>
        </dgm:presLayoutVars>
      </dgm:prSet>
      <dgm:spPr/>
    </dgm:pt>
    <dgm:pt modelId="{BDB9BE7A-ED88-4E45-90B6-968751A769A8}" type="pres">
      <dgm:prSet presAssocID="{042D707B-5C1D-4CFF-B7F5-36328D878195}" presName="accent_4" presStyleCnt="0"/>
      <dgm:spPr/>
    </dgm:pt>
    <dgm:pt modelId="{F72631D7-4AC7-4517-B036-02011ABF39E9}" type="pres">
      <dgm:prSet presAssocID="{042D707B-5C1D-4CFF-B7F5-36328D878195}" presName="accentRepeatNode" presStyleLbl="solidFgAcc1" presStyleIdx="3" presStyleCnt="7"/>
      <dgm:spPr/>
    </dgm:pt>
    <dgm:pt modelId="{054C08AE-9E41-4FB6-A004-CDC066B43259}" type="pres">
      <dgm:prSet presAssocID="{506E5DF1-85AD-4240-8EB2-DBC118790763}" presName="text_5" presStyleLbl="node1" presStyleIdx="4" presStyleCnt="7">
        <dgm:presLayoutVars>
          <dgm:bulletEnabled val="1"/>
        </dgm:presLayoutVars>
      </dgm:prSet>
      <dgm:spPr/>
    </dgm:pt>
    <dgm:pt modelId="{80358468-72F7-4716-BF29-18926D09B33A}" type="pres">
      <dgm:prSet presAssocID="{506E5DF1-85AD-4240-8EB2-DBC118790763}" presName="accent_5" presStyleCnt="0"/>
      <dgm:spPr/>
    </dgm:pt>
    <dgm:pt modelId="{C96D211D-BB25-4AA5-8BC0-0506F246D1A1}" type="pres">
      <dgm:prSet presAssocID="{506E5DF1-85AD-4240-8EB2-DBC118790763}" presName="accentRepeatNode" presStyleLbl="solidFgAcc1" presStyleIdx="4" presStyleCnt="7"/>
      <dgm:spPr/>
    </dgm:pt>
    <dgm:pt modelId="{7392368C-B671-4F80-B823-53FDFB6FA90A}" type="pres">
      <dgm:prSet presAssocID="{2B89ACED-FA54-41EA-B5BD-E084BA7DEE97}" presName="text_6" presStyleLbl="node1" presStyleIdx="5" presStyleCnt="7">
        <dgm:presLayoutVars>
          <dgm:bulletEnabled val="1"/>
        </dgm:presLayoutVars>
      </dgm:prSet>
      <dgm:spPr/>
    </dgm:pt>
    <dgm:pt modelId="{5095AB2A-1988-4580-8CA2-676C540C69D3}" type="pres">
      <dgm:prSet presAssocID="{2B89ACED-FA54-41EA-B5BD-E084BA7DEE97}" presName="accent_6" presStyleCnt="0"/>
      <dgm:spPr/>
    </dgm:pt>
    <dgm:pt modelId="{5E826A7C-871A-45A1-A620-177B5D61D3A4}" type="pres">
      <dgm:prSet presAssocID="{2B89ACED-FA54-41EA-B5BD-E084BA7DEE97}" presName="accentRepeatNode" presStyleLbl="solidFgAcc1" presStyleIdx="5" presStyleCnt="7"/>
      <dgm:spPr/>
    </dgm:pt>
    <dgm:pt modelId="{B5BE11BB-9C24-4E39-9A1D-11672D4FDCA5}" type="pres">
      <dgm:prSet presAssocID="{AF7A4C6D-F87C-46B9-A088-247063B58568}" presName="text_7" presStyleLbl="node1" presStyleIdx="6" presStyleCnt="7">
        <dgm:presLayoutVars>
          <dgm:bulletEnabled val="1"/>
        </dgm:presLayoutVars>
      </dgm:prSet>
      <dgm:spPr/>
    </dgm:pt>
    <dgm:pt modelId="{0DAD20B2-FF1A-4D31-B412-B5B551A6496C}" type="pres">
      <dgm:prSet presAssocID="{AF7A4C6D-F87C-46B9-A088-247063B58568}" presName="accent_7" presStyleCnt="0"/>
      <dgm:spPr/>
    </dgm:pt>
    <dgm:pt modelId="{B6F195EC-FB64-4B08-8AAA-942421E494B2}" type="pres">
      <dgm:prSet presAssocID="{AF7A4C6D-F87C-46B9-A088-247063B58568}" presName="accentRepeatNode" presStyleLbl="solidFgAcc1" presStyleIdx="6" presStyleCnt="7"/>
      <dgm:spPr/>
    </dgm:pt>
  </dgm:ptLst>
  <dgm:cxnLst>
    <dgm:cxn modelId="{B9CC0D28-310A-40C8-83C9-B3015063C242}" type="presOf" srcId="{5D57EF0B-4259-417B-A8F4-BCAF91F1449D}" destId="{70E032C1-14EF-43AD-90FD-E29DD0B51FD1}" srcOrd="0" destOrd="0" presId="urn:microsoft.com/office/officeart/2008/layout/VerticalCurvedList"/>
    <dgm:cxn modelId="{BC9C532D-34BF-4F8B-86D4-A98266C871A0}" type="presOf" srcId="{AF7A4C6D-F87C-46B9-A088-247063B58568}" destId="{B5BE11BB-9C24-4E39-9A1D-11672D4FDCA5}" srcOrd="0" destOrd="0" presId="urn:microsoft.com/office/officeart/2008/layout/VerticalCurvedList"/>
    <dgm:cxn modelId="{11219C3B-A84F-43D5-BB5C-2B6636072FD1}" type="presOf" srcId="{506E5DF1-85AD-4240-8EB2-DBC118790763}" destId="{054C08AE-9E41-4FB6-A004-CDC066B43259}" srcOrd="0" destOrd="0" presId="urn:microsoft.com/office/officeart/2008/layout/VerticalCurvedList"/>
    <dgm:cxn modelId="{899D9F5E-1E16-4AC8-B679-9FDF4DC90310}" srcId="{6FF98ED7-4AF7-4E32-A4BE-B0718B321A73}" destId="{506E5DF1-85AD-4240-8EB2-DBC118790763}" srcOrd="4" destOrd="0" parTransId="{F9A405EB-CCC8-43ED-9B15-291FDFDA3082}" sibTransId="{359508EF-8EA8-4527-B1BC-0964B7BDC303}"/>
    <dgm:cxn modelId="{542B4141-65FF-46AD-AA42-B891C45CA726}" type="presOf" srcId="{9A59F7C2-CEBB-4B50-80FA-34F01FC2794B}" destId="{0B79EE89-CA16-440A-B764-AD436DF1387B}" srcOrd="0" destOrd="0" presId="urn:microsoft.com/office/officeart/2008/layout/VerticalCurvedList"/>
    <dgm:cxn modelId="{2165D363-84C5-4712-88BE-8E0298614300}" srcId="{6FF98ED7-4AF7-4E32-A4BE-B0718B321A73}" destId="{5D57EF0B-4259-417B-A8F4-BCAF91F1449D}" srcOrd="1" destOrd="0" parTransId="{5E8458BF-449C-4952-8C42-34AF86DFE42A}" sibTransId="{719A7EAC-A672-44ED-9A0E-B69B9B881F59}"/>
    <dgm:cxn modelId="{BE581E4E-14FE-4F20-9A8E-18FD645B27D8}" type="presOf" srcId="{D652E19F-E6A6-43BE-A5C9-389260CA2AD9}" destId="{304D4B3C-8E99-43DB-A562-85A802D7969B}" srcOrd="0" destOrd="0" presId="urn:microsoft.com/office/officeart/2008/layout/VerticalCurvedList"/>
    <dgm:cxn modelId="{1D064A6F-10C6-45A7-9716-B091574ADD1E}" type="presOf" srcId="{CA29C7F5-9441-4E88-966A-80C735E0FA89}" destId="{D61DA4F8-3507-47FD-BFBF-15A9207CBA24}" srcOrd="0" destOrd="0" presId="urn:microsoft.com/office/officeart/2008/layout/VerticalCurvedList"/>
    <dgm:cxn modelId="{6C52B56F-7D44-4EB4-8612-38BA43D019CC}" type="presOf" srcId="{042D707B-5C1D-4CFF-B7F5-36328D878195}" destId="{4D4D19CA-2234-48F3-B4FE-E6AE10BD4B60}" srcOrd="0" destOrd="0" presId="urn:microsoft.com/office/officeart/2008/layout/VerticalCurvedList"/>
    <dgm:cxn modelId="{C6933179-003D-493F-8963-E2E2D751A273}" srcId="{6FF98ED7-4AF7-4E32-A4BE-B0718B321A73}" destId="{9A59F7C2-CEBB-4B50-80FA-34F01FC2794B}" srcOrd="2" destOrd="0" parTransId="{D88E9D2F-060C-46E2-BF1F-A72445A6623C}" sibTransId="{FBC1F2A5-64D2-4F50-8633-457D404FD881}"/>
    <dgm:cxn modelId="{1B7C5586-C1C0-4C11-B7FE-DCAD459E058E}" type="presOf" srcId="{6FF98ED7-4AF7-4E32-A4BE-B0718B321A73}" destId="{BC2882D9-54B4-438C-A369-879217615D77}" srcOrd="0" destOrd="0" presId="urn:microsoft.com/office/officeart/2008/layout/VerticalCurvedList"/>
    <dgm:cxn modelId="{189E7EB3-12C6-4BF6-95A5-D3AAFC9C648B}" srcId="{6FF98ED7-4AF7-4E32-A4BE-B0718B321A73}" destId="{2B89ACED-FA54-41EA-B5BD-E084BA7DEE97}" srcOrd="5" destOrd="0" parTransId="{AA27946C-5FE7-407A-9930-B3E5DDF010DA}" sibTransId="{68CCAEE4-CD36-4B12-934E-229A7D1255DF}"/>
    <dgm:cxn modelId="{DC1358BE-67BE-42B8-9AFA-29F3363D6EFC}" srcId="{6FF98ED7-4AF7-4E32-A4BE-B0718B321A73}" destId="{D652E19F-E6A6-43BE-A5C9-389260CA2AD9}" srcOrd="0" destOrd="0" parTransId="{6E1C2AF7-C1B1-4142-B41C-F31BE091E89E}" sibTransId="{CA29C7F5-9441-4E88-966A-80C735E0FA89}"/>
    <dgm:cxn modelId="{973151C3-2B34-4995-81E1-698646D79015}" type="presOf" srcId="{2B89ACED-FA54-41EA-B5BD-E084BA7DEE97}" destId="{7392368C-B671-4F80-B823-53FDFB6FA90A}" srcOrd="0" destOrd="0" presId="urn:microsoft.com/office/officeart/2008/layout/VerticalCurvedList"/>
    <dgm:cxn modelId="{515684D7-CBC2-4C9A-A189-F57855988705}" srcId="{6FF98ED7-4AF7-4E32-A4BE-B0718B321A73}" destId="{AF7A4C6D-F87C-46B9-A088-247063B58568}" srcOrd="6" destOrd="0" parTransId="{88F51433-1A7D-4C64-B3F4-DECA52E5C214}" sibTransId="{74DC9780-D4BA-428A-AE48-7EFA640E204A}"/>
    <dgm:cxn modelId="{643471FB-C80A-4969-8669-5F3206E954C4}" srcId="{6FF98ED7-4AF7-4E32-A4BE-B0718B321A73}" destId="{042D707B-5C1D-4CFF-B7F5-36328D878195}" srcOrd="3" destOrd="0" parTransId="{899CF4D1-B03A-4603-9D2A-1CDD2690F6EF}" sibTransId="{BCB0974A-AB98-4561-BF90-23CAC31CAE16}"/>
    <dgm:cxn modelId="{380EAF0C-D1BF-4D78-85C0-36564CF07287}" type="presParOf" srcId="{BC2882D9-54B4-438C-A369-879217615D77}" destId="{FC6C52F9-D98B-4DC4-B76E-F3CAE6A73EBA}" srcOrd="0" destOrd="0" presId="urn:microsoft.com/office/officeart/2008/layout/VerticalCurvedList"/>
    <dgm:cxn modelId="{89417263-706A-424C-AB07-98A2B9D5F434}" type="presParOf" srcId="{FC6C52F9-D98B-4DC4-B76E-F3CAE6A73EBA}" destId="{A3EB008E-982E-4B41-A206-66299D61AB74}" srcOrd="0" destOrd="0" presId="urn:microsoft.com/office/officeart/2008/layout/VerticalCurvedList"/>
    <dgm:cxn modelId="{C6AEA53F-F263-4114-9995-C4128ABA5AD3}" type="presParOf" srcId="{A3EB008E-982E-4B41-A206-66299D61AB74}" destId="{82C93D85-1FC0-4121-B8B2-C6929813DCED}" srcOrd="0" destOrd="0" presId="urn:microsoft.com/office/officeart/2008/layout/VerticalCurvedList"/>
    <dgm:cxn modelId="{7F437E27-A49D-45ED-A917-484745EA0173}" type="presParOf" srcId="{A3EB008E-982E-4B41-A206-66299D61AB74}" destId="{D61DA4F8-3507-47FD-BFBF-15A9207CBA24}" srcOrd="1" destOrd="0" presId="urn:microsoft.com/office/officeart/2008/layout/VerticalCurvedList"/>
    <dgm:cxn modelId="{4D19630F-146B-43F5-92F3-F322F85A9525}" type="presParOf" srcId="{A3EB008E-982E-4B41-A206-66299D61AB74}" destId="{D470F1AD-96ED-44F1-8732-186526DE22BD}" srcOrd="2" destOrd="0" presId="urn:microsoft.com/office/officeart/2008/layout/VerticalCurvedList"/>
    <dgm:cxn modelId="{3B3DB087-7F34-4868-A814-FB2660A2E030}" type="presParOf" srcId="{A3EB008E-982E-4B41-A206-66299D61AB74}" destId="{871D379F-E0A3-4B98-9AD5-92A491B7AB3B}" srcOrd="3" destOrd="0" presId="urn:microsoft.com/office/officeart/2008/layout/VerticalCurvedList"/>
    <dgm:cxn modelId="{DE19A6A8-6614-4980-8639-2B8F46946ABB}" type="presParOf" srcId="{FC6C52F9-D98B-4DC4-B76E-F3CAE6A73EBA}" destId="{304D4B3C-8E99-43DB-A562-85A802D7969B}" srcOrd="1" destOrd="0" presId="urn:microsoft.com/office/officeart/2008/layout/VerticalCurvedList"/>
    <dgm:cxn modelId="{3C0FCD66-B84B-418F-B371-876F1F8346F3}" type="presParOf" srcId="{FC6C52F9-D98B-4DC4-B76E-F3CAE6A73EBA}" destId="{76135C6B-2120-4BC4-BB43-276160C629A2}" srcOrd="2" destOrd="0" presId="urn:microsoft.com/office/officeart/2008/layout/VerticalCurvedList"/>
    <dgm:cxn modelId="{596DF0C6-48A0-415D-8208-D33E0EDD0875}" type="presParOf" srcId="{76135C6B-2120-4BC4-BB43-276160C629A2}" destId="{BCD7B422-9B76-4C96-AEEA-C1C2A24384D7}" srcOrd="0" destOrd="0" presId="urn:microsoft.com/office/officeart/2008/layout/VerticalCurvedList"/>
    <dgm:cxn modelId="{AE5A69CE-FC52-44DA-9792-9BB63E8D8EC1}" type="presParOf" srcId="{FC6C52F9-D98B-4DC4-B76E-F3CAE6A73EBA}" destId="{70E032C1-14EF-43AD-90FD-E29DD0B51FD1}" srcOrd="3" destOrd="0" presId="urn:microsoft.com/office/officeart/2008/layout/VerticalCurvedList"/>
    <dgm:cxn modelId="{4FC10FE4-16C0-4A1B-A1CA-6C8DECD23D7B}" type="presParOf" srcId="{FC6C52F9-D98B-4DC4-B76E-F3CAE6A73EBA}" destId="{D425DEDC-DD78-440F-B2CC-96DBECC853E0}" srcOrd="4" destOrd="0" presId="urn:microsoft.com/office/officeart/2008/layout/VerticalCurvedList"/>
    <dgm:cxn modelId="{E8EA07CE-A38B-40A1-A41C-E2BBCCF25FF1}" type="presParOf" srcId="{D425DEDC-DD78-440F-B2CC-96DBECC853E0}" destId="{F14FBA77-DE87-4900-9011-4100675DCE67}" srcOrd="0" destOrd="0" presId="urn:microsoft.com/office/officeart/2008/layout/VerticalCurvedList"/>
    <dgm:cxn modelId="{0D026E11-3749-4DC4-9333-EA8BE9148379}" type="presParOf" srcId="{FC6C52F9-D98B-4DC4-B76E-F3CAE6A73EBA}" destId="{0B79EE89-CA16-440A-B764-AD436DF1387B}" srcOrd="5" destOrd="0" presId="urn:microsoft.com/office/officeart/2008/layout/VerticalCurvedList"/>
    <dgm:cxn modelId="{475138B7-1463-4BA1-9118-AD3601A16DF5}" type="presParOf" srcId="{FC6C52F9-D98B-4DC4-B76E-F3CAE6A73EBA}" destId="{5B2894A8-511F-4013-BAF3-5EA693FEB3FE}" srcOrd="6" destOrd="0" presId="urn:microsoft.com/office/officeart/2008/layout/VerticalCurvedList"/>
    <dgm:cxn modelId="{31D88B06-B784-42EE-AACA-83A9B8B139AA}" type="presParOf" srcId="{5B2894A8-511F-4013-BAF3-5EA693FEB3FE}" destId="{5956D1FF-B895-4DE3-82B5-B33DE25835FD}" srcOrd="0" destOrd="0" presId="urn:microsoft.com/office/officeart/2008/layout/VerticalCurvedList"/>
    <dgm:cxn modelId="{EC6E519B-A7EB-4FC1-A652-9DABA59EC9C8}" type="presParOf" srcId="{FC6C52F9-D98B-4DC4-B76E-F3CAE6A73EBA}" destId="{4D4D19CA-2234-48F3-B4FE-E6AE10BD4B60}" srcOrd="7" destOrd="0" presId="urn:microsoft.com/office/officeart/2008/layout/VerticalCurvedList"/>
    <dgm:cxn modelId="{F8DC44FB-40B9-4695-B50D-9276F2604DA9}" type="presParOf" srcId="{FC6C52F9-D98B-4DC4-B76E-F3CAE6A73EBA}" destId="{BDB9BE7A-ED88-4E45-90B6-968751A769A8}" srcOrd="8" destOrd="0" presId="urn:microsoft.com/office/officeart/2008/layout/VerticalCurvedList"/>
    <dgm:cxn modelId="{574DD544-33DF-4CFE-A179-CA2062204ABA}" type="presParOf" srcId="{BDB9BE7A-ED88-4E45-90B6-968751A769A8}" destId="{F72631D7-4AC7-4517-B036-02011ABF39E9}" srcOrd="0" destOrd="0" presId="urn:microsoft.com/office/officeart/2008/layout/VerticalCurvedList"/>
    <dgm:cxn modelId="{9613A66F-0107-49D2-9353-0CC94AC150D4}" type="presParOf" srcId="{FC6C52F9-D98B-4DC4-B76E-F3CAE6A73EBA}" destId="{054C08AE-9E41-4FB6-A004-CDC066B43259}" srcOrd="9" destOrd="0" presId="urn:microsoft.com/office/officeart/2008/layout/VerticalCurvedList"/>
    <dgm:cxn modelId="{7DAE88D5-0E07-4BF1-9ABD-99633E76A19F}" type="presParOf" srcId="{FC6C52F9-D98B-4DC4-B76E-F3CAE6A73EBA}" destId="{80358468-72F7-4716-BF29-18926D09B33A}" srcOrd="10" destOrd="0" presId="urn:microsoft.com/office/officeart/2008/layout/VerticalCurvedList"/>
    <dgm:cxn modelId="{7891631A-4181-4C21-A873-3EA82F2EF339}" type="presParOf" srcId="{80358468-72F7-4716-BF29-18926D09B33A}" destId="{C96D211D-BB25-4AA5-8BC0-0506F246D1A1}" srcOrd="0" destOrd="0" presId="urn:microsoft.com/office/officeart/2008/layout/VerticalCurvedList"/>
    <dgm:cxn modelId="{21CD0B61-55E0-401F-A15A-4CDC9B7D7D9B}" type="presParOf" srcId="{FC6C52F9-D98B-4DC4-B76E-F3CAE6A73EBA}" destId="{7392368C-B671-4F80-B823-53FDFB6FA90A}" srcOrd="11" destOrd="0" presId="urn:microsoft.com/office/officeart/2008/layout/VerticalCurvedList"/>
    <dgm:cxn modelId="{C12B5CBA-6F6E-4C9B-97E1-139B39E8B3D1}" type="presParOf" srcId="{FC6C52F9-D98B-4DC4-B76E-F3CAE6A73EBA}" destId="{5095AB2A-1988-4580-8CA2-676C540C69D3}" srcOrd="12" destOrd="0" presId="urn:microsoft.com/office/officeart/2008/layout/VerticalCurvedList"/>
    <dgm:cxn modelId="{2C7DFD60-ADD7-4893-A8CD-73FAC068D570}" type="presParOf" srcId="{5095AB2A-1988-4580-8CA2-676C540C69D3}" destId="{5E826A7C-871A-45A1-A620-177B5D61D3A4}" srcOrd="0" destOrd="0" presId="urn:microsoft.com/office/officeart/2008/layout/VerticalCurvedList"/>
    <dgm:cxn modelId="{F44F9A0A-1B2A-49EF-B584-F58719DD5AA0}" type="presParOf" srcId="{FC6C52F9-D98B-4DC4-B76E-F3CAE6A73EBA}" destId="{B5BE11BB-9C24-4E39-9A1D-11672D4FDCA5}" srcOrd="13" destOrd="0" presId="urn:microsoft.com/office/officeart/2008/layout/VerticalCurvedList"/>
    <dgm:cxn modelId="{E9250303-427C-44C3-A9FE-1841ADB8FF5C}" type="presParOf" srcId="{FC6C52F9-D98B-4DC4-B76E-F3CAE6A73EBA}" destId="{0DAD20B2-FF1A-4D31-B412-B5B551A6496C}" srcOrd="14" destOrd="0" presId="urn:microsoft.com/office/officeart/2008/layout/VerticalCurvedList"/>
    <dgm:cxn modelId="{48BC68BC-8CD2-4BB0-9420-BC79CC359BAE}" type="presParOf" srcId="{0DAD20B2-FF1A-4D31-B412-B5B551A6496C}" destId="{B6F195EC-FB64-4B08-8AAA-942421E494B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F98ED7-4AF7-4E32-A4BE-B0718B321A73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D652E19F-E6A6-43BE-A5C9-389260CA2AD9}">
      <dgm:prSet phldrT="[Testo]" phldr="0"/>
      <dgm:spPr>
        <a:solidFill>
          <a:srgbClr val="C00000"/>
        </a:solidFill>
      </dgm:spPr>
      <dgm:t>
        <a:bodyPr/>
        <a:lstStyle/>
        <a:p>
          <a:r>
            <a:rPr lang="it-IT" dirty="0"/>
            <a:t>FROM / JOIN</a:t>
          </a:r>
        </a:p>
      </dgm:t>
    </dgm:pt>
    <dgm:pt modelId="{6E1C2AF7-C1B1-4142-B41C-F31BE091E89E}" type="parTrans" cxnId="{DC1358BE-67BE-42B8-9AFA-29F3363D6EFC}">
      <dgm:prSet/>
      <dgm:spPr/>
      <dgm:t>
        <a:bodyPr/>
        <a:lstStyle/>
        <a:p>
          <a:endParaRPr lang="it-IT"/>
        </a:p>
      </dgm:t>
    </dgm:pt>
    <dgm:pt modelId="{CA29C7F5-9441-4E88-966A-80C735E0FA89}" type="sibTrans" cxnId="{DC1358BE-67BE-42B8-9AFA-29F3363D6EFC}">
      <dgm:prSet/>
      <dgm:spPr>
        <a:ln>
          <a:solidFill>
            <a:srgbClr val="C20E1A"/>
          </a:solidFill>
        </a:ln>
      </dgm:spPr>
      <dgm:t>
        <a:bodyPr/>
        <a:lstStyle/>
        <a:p>
          <a:endParaRPr lang="it-IT"/>
        </a:p>
      </dgm:t>
    </dgm:pt>
    <dgm:pt modelId="{042D707B-5C1D-4CFF-B7F5-36328D878195}">
      <dgm:prSet phldrT="[Testo]" phldr="0"/>
      <dgm:spPr>
        <a:solidFill>
          <a:srgbClr val="C00000"/>
        </a:solidFill>
      </dgm:spPr>
      <dgm:t>
        <a:bodyPr/>
        <a:lstStyle/>
        <a:p>
          <a:r>
            <a:rPr lang="it-IT" dirty="0"/>
            <a:t>WHERE</a:t>
          </a:r>
        </a:p>
      </dgm:t>
    </dgm:pt>
    <dgm:pt modelId="{899CF4D1-B03A-4603-9D2A-1CDD2690F6EF}" type="parTrans" cxnId="{643471FB-C80A-4969-8669-5F3206E954C4}">
      <dgm:prSet/>
      <dgm:spPr/>
      <dgm:t>
        <a:bodyPr/>
        <a:lstStyle/>
        <a:p>
          <a:endParaRPr lang="it-IT"/>
        </a:p>
      </dgm:t>
    </dgm:pt>
    <dgm:pt modelId="{BCB0974A-AB98-4561-BF90-23CAC31CAE16}" type="sibTrans" cxnId="{643471FB-C80A-4969-8669-5F3206E954C4}">
      <dgm:prSet/>
      <dgm:spPr/>
      <dgm:t>
        <a:bodyPr/>
        <a:lstStyle/>
        <a:p>
          <a:endParaRPr lang="it-IT"/>
        </a:p>
      </dgm:t>
    </dgm:pt>
    <dgm:pt modelId="{506E5DF1-85AD-4240-8EB2-DBC118790763}">
      <dgm:prSet phldrT="[Testo]" phldr="0"/>
      <dgm:spPr>
        <a:solidFill>
          <a:srgbClr val="C00000"/>
        </a:solidFill>
      </dgm:spPr>
      <dgm:t>
        <a:bodyPr/>
        <a:lstStyle/>
        <a:p>
          <a:r>
            <a:rPr lang="it-IT" dirty="0"/>
            <a:t>GROUP BY</a:t>
          </a:r>
        </a:p>
      </dgm:t>
    </dgm:pt>
    <dgm:pt modelId="{F9A405EB-CCC8-43ED-9B15-291FDFDA3082}" type="parTrans" cxnId="{899D9F5E-1E16-4AC8-B679-9FDF4DC90310}">
      <dgm:prSet/>
      <dgm:spPr/>
      <dgm:t>
        <a:bodyPr/>
        <a:lstStyle/>
        <a:p>
          <a:endParaRPr lang="it-IT"/>
        </a:p>
      </dgm:t>
    </dgm:pt>
    <dgm:pt modelId="{359508EF-8EA8-4527-B1BC-0964B7BDC303}" type="sibTrans" cxnId="{899D9F5E-1E16-4AC8-B679-9FDF4DC90310}">
      <dgm:prSet/>
      <dgm:spPr/>
      <dgm:t>
        <a:bodyPr/>
        <a:lstStyle/>
        <a:p>
          <a:endParaRPr lang="it-IT"/>
        </a:p>
      </dgm:t>
    </dgm:pt>
    <dgm:pt modelId="{2B89ACED-FA54-41EA-B5BD-E084BA7DEE97}">
      <dgm:prSet phldrT="[Testo]" phldr="0"/>
      <dgm:spPr>
        <a:solidFill>
          <a:srgbClr val="C00000"/>
        </a:solidFill>
      </dgm:spPr>
      <dgm:t>
        <a:bodyPr/>
        <a:lstStyle/>
        <a:p>
          <a:r>
            <a:rPr lang="it-IT" dirty="0"/>
            <a:t>HAVING</a:t>
          </a:r>
        </a:p>
      </dgm:t>
    </dgm:pt>
    <dgm:pt modelId="{AA27946C-5FE7-407A-9930-B3E5DDF010DA}" type="parTrans" cxnId="{189E7EB3-12C6-4BF6-95A5-D3AAFC9C648B}">
      <dgm:prSet/>
      <dgm:spPr/>
      <dgm:t>
        <a:bodyPr/>
        <a:lstStyle/>
        <a:p>
          <a:endParaRPr lang="it-IT"/>
        </a:p>
      </dgm:t>
    </dgm:pt>
    <dgm:pt modelId="{68CCAEE4-CD36-4B12-934E-229A7D1255DF}" type="sibTrans" cxnId="{189E7EB3-12C6-4BF6-95A5-D3AAFC9C648B}">
      <dgm:prSet/>
      <dgm:spPr/>
      <dgm:t>
        <a:bodyPr/>
        <a:lstStyle/>
        <a:p>
          <a:endParaRPr lang="it-IT"/>
        </a:p>
      </dgm:t>
    </dgm:pt>
    <dgm:pt modelId="{AF7A4C6D-F87C-46B9-A088-247063B58568}">
      <dgm:prSet phldrT="[Testo]" phldr="0"/>
      <dgm:spPr>
        <a:solidFill>
          <a:srgbClr val="C00000"/>
        </a:solidFill>
      </dgm:spPr>
      <dgm:t>
        <a:bodyPr/>
        <a:lstStyle/>
        <a:p>
          <a:r>
            <a:rPr lang="it-IT" dirty="0"/>
            <a:t>SELECT</a:t>
          </a:r>
        </a:p>
      </dgm:t>
    </dgm:pt>
    <dgm:pt modelId="{88F51433-1A7D-4C64-B3F4-DECA52E5C214}" type="parTrans" cxnId="{515684D7-CBC2-4C9A-A189-F57855988705}">
      <dgm:prSet/>
      <dgm:spPr/>
      <dgm:t>
        <a:bodyPr/>
        <a:lstStyle/>
        <a:p>
          <a:endParaRPr lang="it-IT"/>
        </a:p>
      </dgm:t>
    </dgm:pt>
    <dgm:pt modelId="{74DC9780-D4BA-428A-AE48-7EFA640E204A}" type="sibTrans" cxnId="{515684D7-CBC2-4C9A-A189-F57855988705}">
      <dgm:prSet/>
      <dgm:spPr/>
      <dgm:t>
        <a:bodyPr/>
        <a:lstStyle/>
        <a:p>
          <a:endParaRPr lang="it-IT"/>
        </a:p>
      </dgm:t>
    </dgm:pt>
    <dgm:pt modelId="{3413976D-5C5C-4F2E-BFC6-3AFF9D39D9B5}">
      <dgm:prSet phldrT="[Testo]" phldr="0"/>
      <dgm:spPr>
        <a:solidFill>
          <a:srgbClr val="C00000"/>
        </a:solidFill>
      </dgm:spPr>
      <dgm:t>
        <a:bodyPr/>
        <a:lstStyle/>
        <a:p>
          <a:r>
            <a:rPr lang="it-IT" dirty="0"/>
            <a:t>ORDER BY</a:t>
          </a:r>
        </a:p>
      </dgm:t>
    </dgm:pt>
    <dgm:pt modelId="{7B4D33E7-5310-4130-A0B7-863036D39C32}" type="parTrans" cxnId="{013DB762-FFA3-4B6A-AC6D-DA512B877576}">
      <dgm:prSet/>
      <dgm:spPr/>
      <dgm:t>
        <a:bodyPr/>
        <a:lstStyle/>
        <a:p>
          <a:endParaRPr lang="it-IT"/>
        </a:p>
      </dgm:t>
    </dgm:pt>
    <dgm:pt modelId="{3A2F89B7-8C8F-46FB-853A-850FD40C25AC}" type="sibTrans" cxnId="{013DB762-FFA3-4B6A-AC6D-DA512B877576}">
      <dgm:prSet/>
      <dgm:spPr/>
      <dgm:t>
        <a:bodyPr/>
        <a:lstStyle/>
        <a:p>
          <a:endParaRPr lang="it-IT"/>
        </a:p>
      </dgm:t>
    </dgm:pt>
    <dgm:pt modelId="{85C4347E-34F1-4944-AA9D-36E1DABC434A}">
      <dgm:prSet phldrT="[Testo]" phldr="0"/>
      <dgm:spPr>
        <a:solidFill>
          <a:srgbClr val="C00000"/>
        </a:solidFill>
      </dgm:spPr>
      <dgm:t>
        <a:bodyPr/>
        <a:lstStyle/>
        <a:p>
          <a:r>
            <a:rPr lang="it-IT" dirty="0"/>
            <a:t>TOP / FETCH</a:t>
          </a:r>
        </a:p>
      </dgm:t>
    </dgm:pt>
    <dgm:pt modelId="{DF5622E5-89A5-403B-AFC7-1C6CAA5F73B3}" type="parTrans" cxnId="{64417152-3AAF-42A0-AB3E-44E1F0740193}">
      <dgm:prSet/>
      <dgm:spPr/>
      <dgm:t>
        <a:bodyPr/>
        <a:lstStyle/>
        <a:p>
          <a:endParaRPr lang="it-IT"/>
        </a:p>
      </dgm:t>
    </dgm:pt>
    <dgm:pt modelId="{63F6F2B8-C0F0-4D1D-BBA2-E6766E6EBE92}" type="sibTrans" cxnId="{64417152-3AAF-42A0-AB3E-44E1F0740193}">
      <dgm:prSet/>
      <dgm:spPr/>
      <dgm:t>
        <a:bodyPr/>
        <a:lstStyle/>
        <a:p>
          <a:endParaRPr lang="it-IT"/>
        </a:p>
      </dgm:t>
    </dgm:pt>
    <dgm:pt modelId="{81468DBF-3DA9-4BB8-9A3F-2D0DE4379DFC}" type="pres">
      <dgm:prSet presAssocID="{6FF98ED7-4AF7-4E32-A4BE-B0718B321A73}" presName="Name0" presStyleCnt="0">
        <dgm:presLayoutVars>
          <dgm:chMax val="7"/>
          <dgm:chPref val="7"/>
          <dgm:dir/>
        </dgm:presLayoutVars>
      </dgm:prSet>
      <dgm:spPr/>
    </dgm:pt>
    <dgm:pt modelId="{AB9C0634-0308-4D85-A8E4-1CC5398B5370}" type="pres">
      <dgm:prSet presAssocID="{6FF98ED7-4AF7-4E32-A4BE-B0718B321A73}" presName="Name1" presStyleCnt="0"/>
      <dgm:spPr/>
    </dgm:pt>
    <dgm:pt modelId="{1CD19F24-61B3-4183-A6C9-084881D91C65}" type="pres">
      <dgm:prSet presAssocID="{6FF98ED7-4AF7-4E32-A4BE-B0718B321A73}" presName="cycle" presStyleCnt="0"/>
      <dgm:spPr/>
    </dgm:pt>
    <dgm:pt modelId="{7E48BB1C-40F5-423A-AF9E-3939C14615B6}" type="pres">
      <dgm:prSet presAssocID="{6FF98ED7-4AF7-4E32-A4BE-B0718B321A73}" presName="srcNode" presStyleLbl="node1" presStyleIdx="0" presStyleCnt="7"/>
      <dgm:spPr/>
    </dgm:pt>
    <dgm:pt modelId="{C4C82583-92A1-43A3-9A44-2641A404B7AD}" type="pres">
      <dgm:prSet presAssocID="{6FF98ED7-4AF7-4E32-A4BE-B0718B321A73}" presName="conn" presStyleLbl="parChTrans1D2" presStyleIdx="0" presStyleCnt="1"/>
      <dgm:spPr/>
    </dgm:pt>
    <dgm:pt modelId="{99115196-C1CB-412B-B6B7-27631F31E220}" type="pres">
      <dgm:prSet presAssocID="{6FF98ED7-4AF7-4E32-A4BE-B0718B321A73}" presName="extraNode" presStyleLbl="node1" presStyleIdx="0" presStyleCnt="7"/>
      <dgm:spPr/>
    </dgm:pt>
    <dgm:pt modelId="{60C2079D-E9F3-4776-ABB1-F572166B6C83}" type="pres">
      <dgm:prSet presAssocID="{6FF98ED7-4AF7-4E32-A4BE-B0718B321A73}" presName="dstNode" presStyleLbl="node1" presStyleIdx="0" presStyleCnt="7"/>
      <dgm:spPr/>
    </dgm:pt>
    <dgm:pt modelId="{ECAA56EA-49A7-43EF-8957-6590DE366069}" type="pres">
      <dgm:prSet presAssocID="{D652E19F-E6A6-43BE-A5C9-389260CA2AD9}" presName="text_1" presStyleLbl="node1" presStyleIdx="0" presStyleCnt="7">
        <dgm:presLayoutVars>
          <dgm:bulletEnabled val="1"/>
        </dgm:presLayoutVars>
      </dgm:prSet>
      <dgm:spPr/>
    </dgm:pt>
    <dgm:pt modelId="{9C4059F3-9C34-4D7A-A961-919E2A3445E2}" type="pres">
      <dgm:prSet presAssocID="{D652E19F-E6A6-43BE-A5C9-389260CA2AD9}" presName="accent_1" presStyleCnt="0"/>
      <dgm:spPr/>
    </dgm:pt>
    <dgm:pt modelId="{241A7B61-5546-4D2A-A3AF-046D0AB2559F}" type="pres">
      <dgm:prSet presAssocID="{D652E19F-E6A6-43BE-A5C9-389260CA2AD9}" presName="accentRepeatNode" presStyleLbl="solidFgAcc1" presStyleIdx="0" presStyleCnt="7"/>
      <dgm:spPr>
        <a:ln>
          <a:solidFill>
            <a:srgbClr val="C20E1A"/>
          </a:solidFill>
        </a:ln>
      </dgm:spPr>
    </dgm:pt>
    <dgm:pt modelId="{72A74039-1199-4453-B0A0-058ACADD82C8}" type="pres">
      <dgm:prSet presAssocID="{042D707B-5C1D-4CFF-B7F5-36328D878195}" presName="text_2" presStyleLbl="node1" presStyleIdx="1" presStyleCnt="7">
        <dgm:presLayoutVars>
          <dgm:bulletEnabled val="1"/>
        </dgm:presLayoutVars>
      </dgm:prSet>
      <dgm:spPr/>
    </dgm:pt>
    <dgm:pt modelId="{A419E483-3E1B-44E8-B7E7-A50A346BA654}" type="pres">
      <dgm:prSet presAssocID="{042D707B-5C1D-4CFF-B7F5-36328D878195}" presName="accent_2" presStyleCnt="0"/>
      <dgm:spPr/>
    </dgm:pt>
    <dgm:pt modelId="{0A649FF9-6B88-4E36-9E31-CEEF8B1025BF}" type="pres">
      <dgm:prSet presAssocID="{042D707B-5C1D-4CFF-B7F5-36328D878195}" presName="accentRepeatNode" presStyleLbl="solidFgAcc1" presStyleIdx="1" presStyleCnt="7"/>
      <dgm:spPr/>
    </dgm:pt>
    <dgm:pt modelId="{8DD1CA43-D8CA-4B16-8B18-1D160B370425}" type="pres">
      <dgm:prSet presAssocID="{506E5DF1-85AD-4240-8EB2-DBC118790763}" presName="text_3" presStyleLbl="node1" presStyleIdx="2" presStyleCnt="7">
        <dgm:presLayoutVars>
          <dgm:bulletEnabled val="1"/>
        </dgm:presLayoutVars>
      </dgm:prSet>
      <dgm:spPr/>
    </dgm:pt>
    <dgm:pt modelId="{B58CFFE6-C901-487F-B1A4-C07FDB60186C}" type="pres">
      <dgm:prSet presAssocID="{506E5DF1-85AD-4240-8EB2-DBC118790763}" presName="accent_3" presStyleCnt="0"/>
      <dgm:spPr/>
    </dgm:pt>
    <dgm:pt modelId="{60A1292F-138F-4D45-B6B8-732FA6F8DC8D}" type="pres">
      <dgm:prSet presAssocID="{506E5DF1-85AD-4240-8EB2-DBC118790763}" presName="accentRepeatNode" presStyleLbl="solidFgAcc1" presStyleIdx="2" presStyleCnt="7"/>
      <dgm:spPr/>
    </dgm:pt>
    <dgm:pt modelId="{CEC247F1-5D2D-4EBF-BA39-4FA4F0B51E34}" type="pres">
      <dgm:prSet presAssocID="{2B89ACED-FA54-41EA-B5BD-E084BA7DEE97}" presName="text_4" presStyleLbl="node1" presStyleIdx="3" presStyleCnt="7">
        <dgm:presLayoutVars>
          <dgm:bulletEnabled val="1"/>
        </dgm:presLayoutVars>
      </dgm:prSet>
      <dgm:spPr/>
    </dgm:pt>
    <dgm:pt modelId="{AF0F0874-5BF5-4F6B-8F58-E7F1B1E1FF29}" type="pres">
      <dgm:prSet presAssocID="{2B89ACED-FA54-41EA-B5BD-E084BA7DEE97}" presName="accent_4" presStyleCnt="0"/>
      <dgm:spPr/>
    </dgm:pt>
    <dgm:pt modelId="{87AAA09F-FF04-4521-B19F-63EC2031CE26}" type="pres">
      <dgm:prSet presAssocID="{2B89ACED-FA54-41EA-B5BD-E084BA7DEE97}" presName="accentRepeatNode" presStyleLbl="solidFgAcc1" presStyleIdx="3" presStyleCnt="7"/>
      <dgm:spPr/>
    </dgm:pt>
    <dgm:pt modelId="{85B69CBF-9059-43F4-98E9-2A5791FC8A35}" type="pres">
      <dgm:prSet presAssocID="{AF7A4C6D-F87C-46B9-A088-247063B58568}" presName="text_5" presStyleLbl="node1" presStyleIdx="4" presStyleCnt="7">
        <dgm:presLayoutVars>
          <dgm:bulletEnabled val="1"/>
        </dgm:presLayoutVars>
      </dgm:prSet>
      <dgm:spPr/>
    </dgm:pt>
    <dgm:pt modelId="{E1DACC18-04A1-4FBC-9C01-4BCE946EF590}" type="pres">
      <dgm:prSet presAssocID="{AF7A4C6D-F87C-46B9-A088-247063B58568}" presName="accent_5" presStyleCnt="0"/>
      <dgm:spPr/>
    </dgm:pt>
    <dgm:pt modelId="{4A0A10C1-6CA2-4851-A42A-20FA18ACE5A2}" type="pres">
      <dgm:prSet presAssocID="{AF7A4C6D-F87C-46B9-A088-247063B58568}" presName="accentRepeatNode" presStyleLbl="solidFgAcc1" presStyleIdx="4" presStyleCnt="7"/>
      <dgm:spPr/>
    </dgm:pt>
    <dgm:pt modelId="{214961CA-51A2-4F63-BA63-215584019046}" type="pres">
      <dgm:prSet presAssocID="{3413976D-5C5C-4F2E-BFC6-3AFF9D39D9B5}" presName="text_6" presStyleLbl="node1" presStyleIdx="5" presStyleCnt="7">
        <dgm:presLayoutVars>
          <dgm:bulletEnabled val="1"/>
        </dgm:presLayoutVars>
      </dgm:prSet>
      <dgm:spPr/>
    </dgm:pt>
    <dgm:pt modelId="{601DA7F9-C193-419D-AD23-C1BCF627AA8D}" type="pres">
      <dgm:prSet presAssocID="{3413976D-5C5C-4F2E-BFC6-3AFF9D39D9B5}" presName="accent_6" presStyleCnt="0"/>
      <dgm:spPr/>
    </dgm:pt>
    <dgm:pt modelId="{225F5E53-F699-444C-8A74-EFC00D58CA8C}" type="pres">
      <dgm:prSet presAssocID="{3413976D-5C5C-4F2E-BFC6-3AFF9D39D9B5}" presName="accentRepeatNode" presStyleLbl="solidFgAcc1" presStyleIdx="5" presStyleCnt="7"/>
      <dgm:spPr/>
    </dgm:pt>
    <dgm:pt modelId="{A8780FAA-DD3D-43D8-9085-71A18B6BB50D}" type="pres">
      <dgm:prSet presAssocID="{85C4347E-34F1-4944-AA9D-36E1DABC434A}" presName="text_7" presStyleLbl="node1" presStyleIdx="6" presStyleCnt="7">
        <dgm:presLayoutVars>
          <dgm:bulletEnabled val="1"/>
        </dgm:presLayoutVars>
      </dgm:prSet>
      <dgm:spPr/>
    </dgm:pt>
    <dgm:pt modelId="{673305CB-7DA5-41C2-8F0D-5F83861EAC6E}" type="pres">
      <dgm:prSet presAssocID="{85C4347E-34F1-4944-AA9D-36E1DABC434A}" presName="accent_7" presStyleCnt="0"/>
      <dgm:spPr/>
    </dgm:pt>
    <dgm:pt modelId="{085E1E45-0244-4D84-ACEA-67EF73141C36}" type="pres">
      <dgm:prSet presAssocID="{85C4347E-34F1-4944-AA9D-36E1DABC434A}" presName="accentRepeatNode" presStyleLbl="solidFgAcc1" presStyleIdx="6" presStyleCnt="7"/>
      <dgm:spPr/>
    </dgm:pt>
  </dgm:ptLst>
  <dgm:cxnLst>
    <dgm:cxn modelId="{9BA8040D-9BF4-4C03-972E-4E83B9C4A68B}" type="presOf" srcId="{CA29C7F5-9441-4E88-966A-80C735E0FA89}" destId="{C4C82583-92A1-43A3-9A44-2641A404B7AD}" srcOrd="0" destOrd="0" presId="urn:microsoft.com/office/officeart/2008/layout/VerticalCurvedList"/>
    <dgm:cxn modelId="{899D9F5E-1E16-4AC8-B679-9FDF4DC90310}" srcId="{6FF98ED7-4AF7-4E32-A4BE-B0718B321A73}" destId="{506E5DF1-85AD-4240-8EB2-DBC118790763}" srcOrd="2" destOrd="0" parTransId="{F9A405EB-CCC8-43ED-9B15-291FDFDA3082}" sibTransId="{359508EF-8EA8-4527-B1BC-0964B7BDC303}"/>
    <dgm:cxn modelId="{68504941-4B8F-4086-8E7F-DF89A255AA88}" type="presOf" srcId="{042D707B-5C1D-4CFF-B7F5-36328D878195}" destId="{72A74039-1199-4453-B0A0-058ACADD82C8}" srcOrd="0" destOrd="0" presId="urn:microsoft.com/office/officeart/2008/layout/VerticalCurvedList"/>
    <dgm:cxn modelId="{013DB762-FFA3-4B6A-AC6D-DA512B877576}" srcId="{6FF98ED7-4AF7-4E32-A4BE-B0718B321A73}" destId="{3413976D-5C5C-4F2E-BFC6-3AFF9D39D9B5}" srcOrd="5" destOrd="0" parTransId="{7B4D33E7-5310-4130-A0B7-863036D39C32}" sibTransId="{3A2F89B7-8C8F-46FB-853A-850FD40C25AC}"/>
    <dgm:cxn modelId="{A27FC064-F49A-4DD6-BD8B-65AE6B2641BF}" type="presOf" srcId="{AF7A4C6D-F87C-46B9-A088-247063B58568}" destId="{85B69CBF-9059-43F4-98E9-2A5791FC8A35}" srcOrd="0" destOrd="0" presId="urn:microsoft.com/office/officeart/2008/layout/VerticalCurvedList"/>
    <dgm:cxn modelId="{DA47356C-4E62-4CD1-A316-AAFFB6211CFF}" type="presOf" srcId="{85C4347E-34F1-4944-AA9D-36E1DABC434A}" destId="{A8780FAA-DD3D-43D8-9085-71A18B6BB50D}" srcOrd="0" destOrd="0" presId="urn:microsoft.com/office/officeart/2008/layout/VerticalCurvedList"/>
    <dgm:cxn modelId="{64417152-3AAF-42A0-AB3E-44E1F0740193}" srcId="{6FF98ED7-4AF7-4E32-A4BE-B0718B321A73}" destId="{85C4347E-34F1-4944-AA9D-36E1DABC434A}" srcOrd="6" destOrd="0" parTransId="{DF5622E5-89A5-403B-AFC7-1C6CAA5F73B3}" sibTransId="{63F6F2B8-C0F0-4D1D-BBA2-E6766E6EBE92}"/>
    <dgm:cxn modelId="{FE20B179-6F45-4B7B-B4F9-806B7D86FC57}" type="presOf" srcId="{6FF98ED7-4AF7-4E32-A4BE-B0718B321A73}" destId="{81468DBF-3DA9-4BB8-9A3F-2D0DE4379DFC}" srcOrd="0" destOrd="0" presId="urn:microsoft.com/office/officeart/2008/layout/VerticalCurvedList"/>
    <dgm:cxn modelId="{02908D95-6F42-4138-A34A-8D71F97EC92B}" type="presOf" srcId="{D652E19F-E6A6-43BE-A5C9-389260CA2AD9}" destId="{ECAA56EA-49A7-43EF-8957-6590DE366069}" srcOrd="0" destOrd="0" presId="urn:microsoft.com/office/officeart/2008/layout/VerticalCurvedList"/>
    <dgm:cxn modelId="{189E7EB3-12C6-4BF6-95A5-D3AAFC9C648B}" srcId="{6FF98ED7-4AF7-4E32-A4BE-B0718B321A73}" destId="{2B89ACED-FA54-41EA-B5BD-E084BA7DEE97}" srcOrd="3" destOrd="0" parTransId="{AA27946C-5FE7-407A-9930-B3E5DDF010DA}" sibTransId="{68CCAEE4-CD36-4B12-934E-229A7D1255DF}"/>
    <dgm:cxn modelId="{DC1358BE-67BE-42B8-9AFA-29F3363D6EFC}" srcId="{6FF98ED7-4AF7-4E32-A4BE-B0718B321A73}" destId="{D652E19F-E6A6-43BE-A5C9-389260CA2AD9}" srcOrd="0" destOrd="0" parTransId="{6E1C2AF7-C1B1-4142-B41C-F31BE091E89E}" sibTransId="{CA29C7F5-9441-4E88-966A-80C735E0FA89}"/>
    <dgm:cxn modelId="{9B7197C7-590A-479E-8485-F73203B99CA3}" type="presOf" srcId="{506E5DF1-85AD-4240-8EB2-DBC118790763}" destId="{8DD1CA43-D8CA-4B16-8B18-1D160B370425}" srcOrd="0" destOrd="0" presId="urn:microsoft.com/office/officeart/2008/layout/VerticalCurvedList"/>
    <dgm:cxn modelId="{515684D7-CBC2-4C9A-A189-F57855988705}" srcId="{6FF98ED7-4AF7-4E32-A4BE-B0718B321A73}" destId="{AF7A4C6D-F87C-46B9-A088-247063B58568}" srcOrd="4" destOrd="0" parTransId="{88F51433-1A7D-4C64-B3F4-DECA52E5C214}" sibTransId="{74DC9780-D4BA-428A-AE48-7EFA640E204A}"/>
    <dgm:cxn modelId="{264180F8-C5D4-472D-B464-A0C45110173C}" type="presOf" srcId="{3413976D-5C5C-4F2E-BFC6-3AFF9D39D9B5}" destId="{214961CA-51A2-4F63-BA63-215584019046}" srcOrd="0" destOrd="0" presId="urn:microsoft.com/office/officeart/2008/layout/VerticalCurvedList"/>
    <dgm:cxn modelId="{643471FB-C80A-4969-8669-5F3206E954C4}" srcId="{6FF98ED7-4AF7-4E32-A4BE-B0718B321A73}" destId="{042D707B-5C1D-4CFF-B7F5-36328D878195}" srcOrd="1" destOrd="0" parTransId="{899CF4D1-B03A-4603-9D2A-1CDD2690F6EF}" sibTransId="{BCB0974A-AB98-4561-BF90-23CAC31CAE16}"/>
    <dgm:cxn modelId="{43AE1EFF-44F0-4510-B837-7193A0B3D66C}" type="presOf" srcId="{2B89ACED-FA54-41EA-B5BD-E084BA7DEE97}" destId="{CEC247F1-5D2D-4EBF-BA39-4FA4F0B51E34}" srcOrd="0" destOrd="0" presId="urn:microsoft.com/office/officeart/2008/layout/VerticalCurvedList"/>
    <dgm:cxn modelId="{356E812A-C288-4232-84C5-6756A66AD073}" type="presParOf" srcId="{81468DBF-3DA9-4BB8-9A3F-2D0DE4379DFC}" destId="{AB9C0634-0308-4D85-A8E4-1CC5398B5370}" srcOrd="0" destOrd="0" presId="urn:microsoft.com/office/officeart/2008/layout/VerticalCurvedList"/>
    <dgm:cxn modelId="{988CC313-A377-4C88-83C3-8071531DBD5D}" type="presParOf" srcId="{AB9C0634-0308-4D85-A8E4-1CC5398B5370}" destId="{1CD19F24-61B3-4183-A6C9-084881D91C65}" srcOrd="0" destOrd="0" presId="urn:microsoft.com/office/officeart/2008/layout/VerticalCurvedList"/>
    <dgm:cxn modelId="{F0FFAE8F-ADA9-4498-BA3B-31F3956E5815}" type="presParOf" srcId="{1CD19F24-61B3-4183-A6C9-084881D91C65}" destId="{7E48BB1C-40F5-423A-AF9E-3939C14615B6}" srcOrd="0" destOrd="0" presId="urn:microsoft.com/office/officeart/2008/layout/VerticalCurvedList"/>
    <dgm:cxn modelId="{E18A6B18-19EB-4193-96B9-95A6A29B324F}" type="presParOf" srcId="{1CD19F24-61B3-4183-A6C9-084881D91C65}" destId="{C4C82583-92A1-43A3-9A44-2641A404B7AD}" srcOrd="1" destOrd="0" presId="urn:microsoft.com/office/officeart/2008/layout/VerticalCurvedList"/>
    <dgm:cxn modelId="{2C832BC1-971A-4DD9-9B39-BB6703319B5A}" type="presParOf" srcId="{1CD19F24-61B3-4183-A6C9-084881D91C65}" destId="{99115196-C1CB-412B-B6B7-27631F31E220}" srcOrd="2" destOrd="0" presId="urn:microsoft.com/office/officeart/2008/layout/VerticalCurvedList"/>
    <dgm:cxn modelId="{E4831CB8-4FE4-4044-9FC5-D94EEF267B51}" type="presParOf" srcId="{1CD19F24-61B3-4183-A6C9-084881D91C65}" destId="{60C2079D-E9F3-4776-ABB1-F572166B6C83}" srcOrd="3" destOrd="0" presId="urn:microsoft.com/office/officeart/2008/layout/VerticalCurvedList"/>
    <dgm:cxn modelId="{D8A7DAD7-AE38-41B6-8F66-39717B0BB22D}" type="presParOf" srcId="{AB9C0634-0308-4D85-A8E4-1CC5398B5370}" destId="{ECAA56EA-49A7-43EF-8957-6590DE366069}" srcOrd="1" destOrd="0" presId="urn:microsoft.com/office/officeart/2008/layout/VerticalCurvedList"/>
    <dgm:cxn modelId="{482F23F4-C067-4F1B-AC6F-E7C5125328F9}" type="presParOf" srcId="{AB9C0634-0308-4D85-A8E4-1CC5398B5370}" destId="{9C4059F3-9C34-4D7A-A961-919E2A3445E2}" srcOrd="2" destOrd="0" presId="urn:microsoft.com/office/officeart/2008/layout/VerticalCurvedList"/>
    <dgm:cxn modelId="{DB588250-CEEF-4F8B-A97F-FCC6CE214A52}" type="presParOf" srcId="{9C4059F3-9C34-4D7A-A961-919E2A3445E2}" destId="{241A7B61-5546-4D2A-A3AF-046D0AB2559F}" srcOrd="0" destOrd="0" presId="urn:microsoft.com/office/officeart/2008/layout/VerticalCurvedList"/>
    <dgm:cxn modelId="{E6452C85-CB37-4BAC-A81E-D29EC0435C87}" type="presParOf" srcId="{AB9C0634-0308-4D85-A8E4-1CC5398B5370}" destId="{72A74039-1199-4453-B0A0-058ACADD82C8}" srcOrd="3" destOrd="0" presId="urn:microsoft.com/office/officeart/2008/layout/VerticalCurvedList"/>
    <dgm:cxn modelId="{3D0F39D2-1E0C-451F-B714-1CF0A2C14027}" type="presParOf" srcId="{AB9C0634-0308-4D85-A8E4-1CC5398B5370}" destId="{A419E483-3E1B-44E8-B7E7-A50A346BA654}" srcOrd="4" destOrd="0" presId="urn:microsoft.com/office/officeart/2008/layout/VerticalCurvedList"/>
    <dgm:cxn modelId="{BB72B2D3-E15D-4F75-8F21-90D415B42658}" type="presParOf" srcId="{A419E483-3E1B-44E8-B7E7-A50A346BA654}" destId="{0A649FF9-6B88-4E36-9E31-CEEF8B1025BF}" srcOrd="0" destOrd="0" presId="urn:microsoft.com/office/officeart/2008/layout/VerticalCurvedList"/>
    <dgm:cxn modelId="{FD04186A-2BB1-4692-B8F0-9BA2E2DC3C45}" type="presParOf" srcId="{AB9C0634-0308-4D85-A8E4-1CC5398B5370}" destId="{8DD1CA43-D8CA-4B16-8B18-1D160B370425}" srcOrd="5" destOrd="0" presId="urn:microsoft.com/office/officeart/2008/layout/VerticalCurvedList"/>
    <dgm:cxn modelId="{D8962A4D-3B48-4234-AF16-AFE20406AB6B}" type="presParOf" srcId="{AB9C0634-0308-4D85-A8E4-1CC5398B5370}" destId="{B58CFFE6-C901-487F-B1A4-C07FDB60186C}" srcOrd="6" destOrd="0" presId="urn:microsoft.com/office/officeart/2008/layout/VerticalCurvedList"/>
    <dgm:cxn modelId="{28D851A1-BEDB-4509-910E-F2BAFDE89624}" type="presParOf" srcId="{B58CFFE6-C901-487F-B1A4-C07FDB60186C}" destId="{60A1292F-138F-4D45-B6B8-732FA6F8DC8D}" srcOrd="0" destOrd="0" presId="urn:microsoft.com/office/officeart/2008/layout/VerticalCurvedList"/>
    <dgm:cxn modelId="{9EAA4D2F-AD8A-4C03-AB07-1ACF8ED4C4EF}" type="presParOf" srcId="{AB9C0634-0308-4D85-A8E4-1CC5398B5370}" destId="{CEC247F1-5D2D-4EBF-BA39-4FA4F0B51E34}" srcOrd="7" destOrd="0" presId="urn:microsoft.com/office/officeart/2008/layout/VerticalCurvedList"/>
    <dgm:cxn modelId="{8EC161E3-2EEE-4B6D-A52D-DB2BE4B5541E}" type="presParOf" srcId="{AB9C0634-0308-4D85-A8E4-1CC5398B5370}" destId="{AF0F0874-5BF5-4F6B-8F58-E7F1B1E1FF29}" srcOrd="8" destOrd="0" presId="urn:microsoft.com/office/officeart/2008/layout/VerticalCurvedList"/>
    <dgm:cxn modelId="{B4D05CA8-E67E-4549-BD8E-40D44FAC8462}" type="presParOf" srcId="{AF0F0874-5BF5-4F6B-8F58-E7F1B1E1FF29}" destId="{87AAA09F-FF04-4521-B19F-63EC2031CE26}" srcOrd="0" destOrd="0" presId="urn:microsoft.com/office/officeart/2008/layout/VerticalCurvedList"/>
    <dgm:cxn modelId="{926FE9EA-316D-4545-8759-1BB745C9622F}" type="presParOf" srcId="{AB9C0634-0308-4D85-A8E4-1CC5398B5370}" destId="{85B69CBF-9059-43F4-98E9-2A5791FC8A35}" srcOrd="9" destOrd="0" presId="urn:microsoft.com/office/officeart/2008/layout/VerticalCurvedList"/>
    <dgm:cxn modelId="{96BABFF6-13C8-4DD5-88DC-32067C5E9D4B}" type="presParOf" srcId="{AB9C0634-0308-4D85-A8E4-1CC5398B5370}" destId="{E1DACC18-04A1-4FBC-9C01-4BCE946EF590}" srcOrd="10" destOrd="0" presId="urn:microsoft.com/office/officeart/2008/layout/VerticalCurvedList"/>
    <dgm:cxn modelId="{1A1F3309-BA18-4EF8-93B7-8DAA852B1C84}" type="presParOf" srcId="{E1DACC18-04A1-4FBC-9C01-4BCE946EF590}" destId="{4A0A10C1-6CA2-4851-A42A-20FA18ACE5A2}" srcOrd="0" destOrd="0" presId="urn:microsoft.com/office/officeart/2008/layout/VerticalCurvedList"/>
    <dgm:cxn modelId="{9AF7F7BD-F42A-4A74-99EE-4C4CC1E0F6B2}" type="presParOf" srcId="{AB9C0634-0308-4D85-A8E4-1CC5398B5370}" destId="{214961CA-51A2-4F63-BA63-215584019046}" srcOrd="11" destOrd="0" presId="urn:microsoft.com/office/officeart/2008/layout/VerticalCurvedList"/>
    <dgm:cxn modelId="{BC87D26F-DA4A-4AFF-B7AB-354D08F07346}" type="presParOf" srcId="{AB9C0634-0308-4D85-A8E4-1CC5398B5370}" destId="{601DA7F9-C193-419D-AD23-C1BCF627AA8D}" srcOrd="12" destOrd="0" presId="urn:microsoft.com/office/officeart/2008/layout/VerticalCurvedList"/>
    <dgm:cxn modelId="{BF80714D-9055-41A7-B3F7-27880419BED1}" type="presParOf" srcId="{601DA7F9-C193-419D-AD23-C1BCF627AA8D}" destId="{225F5E53-F699-444C-8A74-EFC00D58CA8C}" srcOrd="0" destOrd="0" presId="urn:microsoft.com/office/officeart/2008/layout/VerticalCurvedList"/>
    <dgm:cxn modelId="{22F8712C-6D58-4A2D-A725-BAC81AD5EC9F}" type="presParOf" srcId="{AB9C0634-0308-4D85-A8E4-1CC5398B5370}" destId="{A8780FAA-DD3D-43D8-9085-71A18B6BB50D}" srcOrd="13" destOrd="0" presId="urn:microsoft.com/office/officeart/2008/layout/VerticalCurvedList"/>
    <dgm:cxn modelId="{35253A7B-AA27-4778-8135-8C8C9C234815}" type="presParOf" srcId="{AB9C0634-0308-4D85-A8E4-1CC5398B5370}" destId="{673305CB-7DA5-41C2-8F0D-5F83861EAC6E}" srcOrd="14" destOrd="0" presId="urn:microsoft.com/office/officeart/2008/layout/VerticalCurvedList"/>
    <dgm:cxn modelId="{DB5C01EA-44D1-4060-A2CE-1D67E9DC8195}" type="presParOf" srcId="{673305CB-7DA5-41C2-8F0D-5F83861EAC6E}" destId="{085E1E45-0244-4D84-ACEA-67EF73141C3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4C8006-B437-4176-9F8E-3DE39A7EA155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CA52FAA5-9F63-4924-85EF-7BA1A483C80F}">
      <dgm:prSet phldrT="[Testo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  <a:ln>
          <a:noFill/>
        </a:ln>
      </dgm:spPr>
      <dgm:t>
        <a:bodyPr/>
        <a:lstStyle/>
        <a:p>
          <a:r>
            <a:rPr lang="it-IT" dirty="0"/>
            <a:t>Un predicato è </a:t>
          </a:r>
          <a:r>
            <a:rPr lang="it-IT" i="1" dirty="0" err="1"/>
            <a:t>sargable</a:t>
          </a:r>
          <a:r>
            <a:rPr lang="it-IT" dirty="0"/>
            <a:t> (</a:t>
          </a:r>
          <a:r>
            <a:rPr lang="it-IT" dirty="0" err="1"/>
            <a:t>Search</a:t>
          </a:r>
          <a:r>
            <a:rPr lang="it-IT" dirty="0"/>
            <a:t> </a:t>
          </a:r>
          <a:r>
            <a:rPr lang="it-IT" dirty="0" err="1"/>
            <a:t>ARGument</a:t>
          </a:r>
          <a:r>
            <a:rPr lang="it-IT" dirty="0"/>
            <a:t> </a:t>
          </a:r>
          <a:r>
            <a:rPr lang="it-IT" dirty="0" err="1"/>
            <a:t>able</a:t>
          </a:r>
          <a:r>
            <a:rPr lang="it-IT" dirty="0"/>
            <a:t>) quando SQL Server può usarlo per navigare direttamente nell'indice B-</a:t>
          </a:r>
          <a:r>
            <a:rPr lang="it-IT" dirty="0" err="1"/>
            <a:t>tree</a:t>
          </a:r>
          <a:r>
            <a:rPr lang="it-IT" dirty="0"/>
            <a:t>, invece di scansionare ogni elemento </a:t>
          </a:r>
        </a:p>
      </dgm:t>
    </dgm:pt>
    <dgm:pt modelId="{6F283F5B-408B-4408-A274-CB844ACBB017}" type="parTrans" cxnId="{68309F71-17A3-4CF2-9BBD-214C4297996F}">
      <dgm:prSet/>
      <dgm:spPr/>
      <dgm:t>
        <a:bodyPr/>
        <a:lstStyle/>
        <a:p>
          <a:endParaRPr lang="it-IT"/>
        </a:p>
      </dgm:t>
    </dgm:pt>
    <dgm:pt modelId="{49C959F4-DEDE-4422-BD77-AE7956C3B6C0}" type="sibTrans" cxnId="{68309F71-17A3-4CF2-9BBD-214C4297996F}">
      <dgm:prSet/>
      <dgm:spPr/>
      <dgm:t>
        <a:bodyPr/>
        <a:lstStyle/>
        <a:p>
          <a:endParaRPr lang="it-IT"/>
        </a:p>
      </dgm:t>
    </dgm:pt>
    <dgm:pt modelId="{784EC152-346D-4BC8-B099-B81E469B4B4B}">
      <dgm:prSet phldrT="[Tes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algn="ctr"/>
          <a:r>
            <a:rPr lang="it-IT" dirty="0">
              <a:solidFill>
                <a:schemeClr val="tx1"/>
              </a:solidFill>
            </a:rPr>
            <a:t>Un indice b-</a:t>
          </a:r>
          <a:r>
            <a:rPr lang="it-IT" dirty="0" err="1">
              <a:solidFill>
                <a:schemeClr val="tx1"/>
              </a:solidFill>
            </a:rPr>
            <a:t>tree</a:t>
          </a:r>
          <a:r>
            <a:rPr lang="it-IT" dirty="0">
              <a:solidFill>
                <a:schemeClr val="tx1"/>
              </a:solidFill>
            </a:rPr>
            <a:t> (</a:t>
          </a:r>
          <a:r>
            <a:rPr lang="it-IT" dirty="0" err="1">
              <a:solidFill>
                <a:schemeClr val="tx1"/>
              </a:solidFill>
            </a:rPr>
            <a:t>balanced</a:t>
          </a:r>
          <a:r>
            <a:rPr lang="it-IT" dirty="0">
              <a:solidFill>
                <a:schemeClr val="tx1"/>
              </a:solidFill>
            </a:rPr>
            <a:t> </a:t>
          </a:r>
          <a:r>
            <a:rPr lang="it-IT" dirty="0" err="1">
              <a:solidFill>
                <a:schemeClr val="tx1"/>
              </a:solidFill>
            </a:rPr>
            <a:t>tree</a:t>
          </a:r>
          <a:r>
            <a:rPr lang="it-IT" dirty="0">
              <a:solidFill>
                <a:schemeClr val="tx1"/>
              </a:solidFill>
            </a:rPr>
            <a:t>) in SQL è una struttura dati ad albero bilanciato utilizzata dai database per velocizzare drasticamente la ricerca, l'inserimento e la rimozione di record</a:t>
          </a:r>
        </a:p>
      </dgm:t>
    </dgm:pt>
    <dgm:pt modelId="{ED1E9787-B7FE-4588-9207-1D3EF28AC7EE}" type="parTrans" cxnId="{52348B53-E612-439B-AED0-ADF702B88E89}">
      <dgm:prSet/>
      <dgm:spPr/>
      <dgm:t>
        <a:bodyPr/>
        <a:lstStyle/>
        <a:p>
          <a:endParaRPr lang="it-IT"/>
        </a:p>
      </dgm:t>
    </dgm:pt>
    <dgm:pt modelId="{8400D423-71F6-499B-9A78-20873F53B9F3}" type="sibTrans" cxnId="{52348B53-E612-439B-AED0-ADF702B88E89}">
      <dgm:prSet/>
      <dgm:spPr/>
      <dgm:t>
        <a:bodyPr/>
        <a:lstStyle/>
        <a:p>
          <a:endParaRPr lang="it-IT"/>
        </a:p>
      </dgm:t>
    </dgm:pt>
    <dgm:pt modelId="{3E72A668-8F2F-46DC-825C-E916E4FE6D33}" type="pres">
      <dgm:prSet presAssocID="{E84C8006-B437-4176-9F8E-3DE39A7EA155}" presName="diagram" presStyleCnt="0">
        <dgm:presLayoutVars>
          <dgm:dir/>
          <dgm:resizeHandles val="exact"/>
        </dgm:presLayoutVars>
      </dgm:prSet>
      <dgm:spPr/>
    </dgm:pt>
    <dgm:pt modelId="{5D405120-0B52-4B15-A1EC-483E064687B7}" type="pres">
      <dgm:prSet presAssocID="{CA52FAA5-9F63-4924-85EF-7BA1A483C80F}" presName="node" presStyleLbl="node1" presStyleIdx="0" presStyleCnt="2">
        <dgm:presLayoutVars>
          <dgm:bulletEnabled val="1"/>
        </dgm:presLayoutVars>
      </dgm:prSet>
      <dgm:spPr/>
    </dgm:pt>
    <dgm:pt modelId="{520BE3E3-6F42-458C-8863-BE2054BA54C1}" type="pres">
      <dgm:prSet presAssocID="{49C959F4-DEDE-4422-BD77-AE7956C3B6C0}" presName="sibTrans" presStyleCnt="0"/>
      <dgm:spPr/>
    </dgm:pt>
    <dgm:pt modelId="{19EABE64-7089-4E05-BCF3-46CAFDAB9615}" type="pres">
      <dgm:prSet presAssocID="{784EC152-346D-4BC8-B099-B81E469B4B4B}" presName="node" presStyleLbl="node1" presStyleIdx="1" presStyleCnt="2">
        <dgm:presLayoutVars>
          <dgm:bulletEnabled val="1"/>
        </dgm:presLayoutVars>
      </dgm:prSet>
      <dgm:spPr/>
    </dgm:pt>
  </dgm:ptLst>
  <dgm:cxnLst>
    <dgm:cxn modelId="{7E44AC4A-462F-4075-A152-9604F41EF53D}" type="presOf" srcId="{CA52FAA5-9F63-4924-85EF-7BA1A483C80F}" destId="{5D405120-0B52-4B15-A1EC-483E064687B7}" srcOrd="0" destOrd="0" presId="urn:microsoft.com/office/officeart/2005/8/layout/default"/>
    <dgm:cxn modelId="{68309F71-17A3-4CF2-9BBD-214C4297996F}" srcId="{E84C8006-B437-4176-9F8E-3DE39A7EA155}" destId="{CA52FAA5-9F63-4924-85EF-7BA1A483C80F}" srcOrd="0" destOrd="0" parTransId="{6F283F5B-408B-4408-A274-CB844ACBB017}" sibTransId="{49C959F4-DEDE-4422-BD77-AE7956C3B6C0}"/>
    <dgm:cxn modelId="{52348B53-E612-439B-AED0-ADF702B88E89}" srcId="{E84C8006-B437-4176-9F8E-3DE39A7EA155}" destId="{784EC152-346D-4BC8-B099-B81E469B4B4B}" srcOrd="1" destOrd="0" parTransId="{ED1E9787-B7FE-4588-9207-1D3EF28AC7EE}" sibTransId="{8400D423-71F6-499B-9A78-20873F53B9F3}"/>
    <dgm:cxn modelId="{3B0682CE-1131-493F-B4E2-5418CE958966}" type="presOf" srcId="{784EC152-346D-4BC8-B099-B81E469B4B4B}" destId="{19EABE64-7089-4E05-BCF3-46CAFDAB9615}" srcOrd="0" destOrd="0" presId="urn:microsoft.com/office/officeart/2005/8/layout/default"/>
    <dgm:cxn modelId="{70843DEA-7A3E-4C95-BECB-21A830349A89}" type="presOf" srcId="{E84C8006-B437-4176-9F8E-3DE39A7EA155}" destId="{3E72A668-8F2F-46DC-825C-E916E4FE6D33}" srcOrd="0" destOrd="0" presId="urn:microsoft.com/office/officeart/2005/8/layout/default"/>
    <dgm:cxn modelId="{D0F266ED-9B5C-48BD-9F72-3428EECBB99E}" type="presParOf" srcId="{3E72A668-8F2F-46DC-825C-E916E4FE6D33}" destId="{5D405120-0B52-4B15-A1EC-483E064687B7}" srcOrd="0" destOrd="0" presId="urn:microsoft.com/office/officeart/2005/8/layout/default"/>
    <dgm:cxn modelId="{DAFB2001-740B-4FFD-B88F-9BB1ECD5566D}" type="presParOf" srcId="{3E72A668-8F2F-46DC-825C-E916E4FE6D33}" destId="{520BE3E3-6F42-458C-8863-BE2054BA54C1}" srcOrd="1" destOrd="0" presId="urn:microsoft.com/office/officeart/2005/8/layout/default"/>
    <dgm:cxn modelId="{170A67F4-E78D-42D3-AC0A-F1DE70D2CE8B}" type="presParOf" srcId="{3E72A668-8F2F-46DC-825C-E916E4FE6D33}" destId="{19EABE64-7089-4E05-BCF3-46CAFDAB961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675B3-CBC1-4D81-AA80-13CE7334BE69}">
      <dsp:nvSpPr>
        <dsp:cNvPr id="0" name=""/>
        <dsp:cNvSpPr/>
      </dsp:nvSpPr>
      <dsp:spPr>
        <a:xfrm>
          <a:off x="0" y="0"/>
          <a:ext cx="8642350" cy="1774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0940-A629-4F3E-BA84-620FC446B63B}">
      <dsp:nvSpPr>
        <dsp:cNvPr id="0" name=""/>
        <dsp:cNvSpPr/>
      </dsp:nvSpPr>
      <dsp:spPr>
        <a:xfrm>
          <a:off x="261650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81E2-930D-4299-BB4A-429B1923B8CC}">
      <dsp:nvSpPr>
        <dsp:cNvPr id="0" name=""/>
        <dsp:cNvSpPr/>
      </dsp:nvSpPr>
      <dsp:spPr>
        <a:xfrm rot="10800000">
          <a:off x="261650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Fondamenti della lettura</a:t>
          </a:r>
          <a:endParaRPr lang="it-IT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Ordine di esecuzione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SELECT: scegliere le colonne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WHERE: filtrare i dati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 err="1"/>
            <a:t>SARGability</a:t>
          </a:r>
          <a:endParaRPr lang="it-IT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NULL: logica ternaria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ORDER BY e TOP</a:t>
          </a:r>
        </a:p>
      </dsp:txBody>
      <dsp:txXfrm rot="10800000">
        <a:off x="319717" y="1774507"/>
        <a:ext cx="1772016" cy="2110775"/>
      </dsp:txXfrm>
    </dsp:sp>
    <dsp:sp modelId="{AC1534F8-FF4F-405C-9332-1EDC21713477}">
      <dsp:nvSpPr>
        <dsp:cNvPr id="0" name=""/>
        <dsp:cNvSpPr/>
      </dsp:nvSpPr>
      <dsp:spPr>
        <a:xfrm>
          <a:off x="2338616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CC3A37-3A42-4A3B-AE45-123C0CFDC8F7}">
      <dsp:nvSpPr>
        <dsp:cNvPr id="0" name=""/>
        <dsp:cNvSpPr/>
      </dsp:nvSpPr>
      <dsp:spPr>
        <a:xfrm rot="10800000">
          <a:off x="2338616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Aggregazione e filtri</a:t>
          </a:r>
          <a:endParaRPr lang="it-IT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GROUP BY e funzioni aggregate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WHERE vs HAVING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DISTINCT</a:t>
          </a:r>
        </a:p>
      </dsp:txBody>
      <dsp:txXfrm rot="10800000">
        <a:off x="2396683" y="1774507"/>
        <a:ext cx="1772016" cy="2110775"/>
      </dsp:txXfrm>
    </dsp:sp>
    <dsp:sp modelId="{C01D58E5-BEEE-4A3E-8121-922FE2807D22}">
      <dsp:nvSpPr>
        <dsp:cNvPr id="0" name=""/>
        <dsp:cNvSpPr/>
      </dsp:nvSpPr>
      <dsp:spPr>
        <a:xfrm>
          <a:off x="4415582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671F1-054B-4401-916C-8A29D2EFEBE3}">
      <dsp:nvSpPr>
        <dsp:cNvPr id="0" name=""/>
        <dsp:cNvSpPr/>
      </dsp:nvSpPr>
      <dsp:spPr>
        <a:xfrm rot="10800000">
          <a:off x="4415582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Espressioni e funzioni</a:t>
          </a:r>
          <a:endParaRPr lang="it-IT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CASE WHEN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CAST / CONVERT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Funzioni scalari</a:t>
          </a:r>
        </a:p>
      </dsp:txBody>
      <dsp:txXfrm rot="10800000">
        <a:off x="4473649" y="1774507"/>
        <a:ext cx="1772016" cy="2110775"/>
      </dsp:txXfrm>
    </dsp:sp>
    <dsp:sp modelId="{40DE4719-08C8-430C-8C75-C27042D35D3A}">
      <dsp:nvSpPr>
        <dsp:cNvPr id="0" name=""/>
        <dsp:cNvSpPr/>
      </dsp:nvSpPr>
      <dsp:spPr>
        <a:xfrm>
          <a:off x="6492548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C7DEF-144D-4CD7-A3F0-F35EBE433230}">
      <dsp:nvSpPr>
        <dsp:cNvPr id="0" name=""/>
        <dsp:cNvSpPr/>
      </dsp:nvSpPr>
      <dsp:spPr>
        <a:xfrm rot="10800000">
          <a:off x="6492548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Funzioni avanzate e checklist</a:t>
          </a:r>
          <a:endParaRPr lang="it-IT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Window </a:t>
          </a:r>
          <a:r>
            <a:rPr lang="it-IT" sz="1200" kern="1200" dirty="0" err="1"/>
            <a:t>functions</a:t>
          </a:r>
          <a:r>
            <a:rPr lang="it-IT" sz="1200" kern="1200" dirty="0"/>
            <a:t> — basi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Checklist</a:t>
          </a:r>
        </a:p>
      </dsp:txBody>
      <dsp:txXfrm rot="10800000">
        <a:off x="6550615" y="1774507"/>
        <a:ext cx="1772016" cy="21107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DA4F8-3507-47FD-BFBF-15A9207CBA24}">
      <dsp:nvSpPr>
        <dsp:cNvPr id="0" name=""/>
        <dsp:cNvSpPr/>
      </dsp:nvSpPr>
      <dsp:spPr>
        <a:xfrm>
          <a:off x="-4375855" y="-635237"/>
          <a:ext cx="5213825" cy="5213825"/>
        </a:xfrm>
        <a:prstGeom prst="blockArc">
          <a:avLst>
            <a:gd name="adj1" fmla="val 18900000"/>
            <a:gd name="adj2" fmla="val 2700000"/>
            <a:gd name="adj3" fmla="val 414"/>
          </a:avLst>
        </a:prstGeom>
        <a:noFill/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4D4B3C-8E99-43DB-A562-85A802D7969B}">
      <dsp:nvSpPr>
        <dsp:cNvPr id="0" name=""/>
        <dsp:cNvSpPr/>
      </dsp:nvSpPr>
      <dsp:spPr>
        <a:xfrm>
          <a:off x="271571" y="212014"/>
          <a:ext cx="2773785" cy="351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SELECT</a:t>
          </a:r>
        </a:p>
      </dsp:txBody>
      <dsp:txXfrm>
        <a:off x="271571" y="212014"/>
        <a:ext cx="2773785" cy="351823"/>
      </dsp:txXfrm>
    </dsp:sp>
    <dsp:sp modelId="{BCD7B422-9B76-4C96-AEEA-C1C2A24384D7}">
      <dsp:nvSpPr>
        <dsp:cNvPr id="0" name=""/>
        <dsp:cNvSpPr/>
      </dsp:nvSpPr>
      <dsp:spPr>
        <a:xfrm>
          <a:off x="51681" y="168036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032C1-14EF-43AD-90FD-E29DD0B51FD1}">
      <dsp:nvSpPr>
        <dsp:cNvPr id="0" name=""/>
        <dsp:cNvSpPr/>
      </dsp:nvSpPr>
      <dsp:spPr>
        <a:xfrm>
          <a:off x="590179" y="740060"/>
          <a:ext cx="2455177" cy="351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TOP / FETCH</a:t>
          </a:r>
        </a:p>
      </dsp:txBody>
      <dsp:txXfrm>
        <a:off x="590179" y="740060"/>
        <a:ext cx="2455177" cy="351823"/>
      </dsp:txXfrm>
    </dsp:sp>
    <dsp:sp modelId="{F14FBA77-DE87-4900-9011-4100675DCE67}">
      <dsp:nvSpPr>
        <dsp:cNvPr id="0" name=""/>
        <dsp:cNvSpPr/>
      </dsp:nvSpPr>
      <dsp:spPr>
        <a:xfrm>
          <a:off x="336989" y="700026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79EE89-CA16-440A-B764-AD436DF1387B}">
      <dsp:nvSpPr>
        <dsp:cNvPr id="0" name=""/>
        <dsp:cNvSpPr/>
      </dsp:nvSpPr>
      <dsp:spPr>
        <a:xfrm>
          <a:off x="764775" y="1267718"/>
          <a:ext cx="2280582" cy="351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FROM / JOIN</a:t>
          </a:r>
        </a:p>
      </dsp:txBody>
      <dsp:txXfrm>
        <a:off x="764775" y="1267718"/>
        <a:ext cx="2280582" cy="351823"/>
      </dsp:txXfrm>
    </dsp:sp>
    <dsp:sp modelId="{5956D1FF-B895-4DE3-82B5-B33DE25835FD}">
      <dsp:nvSpPr>
        <dsp:cNvPr id="0" name=""/>
        <dsp:cNvSpPr/>
      </dsp:nvSpPr>
      <dsp:spPr>
        <a:xfrm>
          <a:off x="544885" y="1223740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D19CA-2234-48F3-B4FE-E6AE10BD4B60}">
      <dsp:nvSpPr>
        <dsp:cNvPr id="0" name=""/>
        <dsp:cNvSpPr/>
      </dsp:nvSpPr>
      <dsp:spPr>
        <a:xfrm>
          <a:off x="820521" y="1795763"/>
          <a:ext cx="2224835" cy="351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WHERE</a:t>
          </a:r>
        </a:p>
      </dsp:txBody>
      <dsp:txXfrm>
        <a:off x="820521" y="1795763"/>
        <a:ext cx="2224835" cy="351823"/>
      </dsp:txXfrm>
    </dsp:sp>
    <dsp:sp modelId="{F72631D7-4AC7-4517-B036-02011ABF39E9}">
      <dsp:nvSpPr>
        <dsp:cNvPr id="0" name=""/>
        <dsp:cNvSpPr/>
      </dsp:nvSpPr>
      <dsp:spPr>
        <a:xfrm>
          <a:off x="600632" y="1751785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4C08AE-9E41-4FB6-A004-CDC066B43259}">
      <dsp:nvSpPr>
        <dsp:cNvPr id="0" name=""/>
        <dsp:cNvSpPr/>
      </dsp:nvSpPr>
      <dsp:spPr>
        <a:xfrm>
          <a:off x="764775" y="2323808"/>
          <a:ext cx="2280582" cy="351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GROUP BY</a:t>
          </a:r>
        </a:p>
      </dsp:txBody>
      <dsp:txXfrm>
        <a:off x="764775" y="2323808"/>
        <a:ext cx="2280582" cy="351823"/>
      </dsp:txXfrm>
    </dsp:sp>
    <dsp:sp modelId="{C96D211D-BB25-4AA5-8BC0-0506F246D1A1}">
      <dsp:nvSpPr>
        <dsp:cNvPr id="0" name=""/>
        <dsp:cNvSpPr/>
      </dsp:nvSpPr>
      <dsp:spPr>
        <a:xfrm>
          <a:off x="544885" y="2279830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92368C-B671-4F80-B823-53FDFB6FA90A}">
      <dsp:nvSpPr>
        <dsp:cNvPr id="0" name=""/>
        <dsp:cNvSpPr/>
      </dsp:nvSpPr>
      <dsp:spPr>
        <a:xfrm>
          <a:off x="590179" y="2851466"/>
          <a:ext cx="2455177" cy="351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HAVING</a:t>
          </a:r>
        </a:p>
      </dsp:txBody>
      <dsp:txXfrm>
        <a:off x="590179" y="2851466"/>
        <a:ext cx="2455177" cy="351823"/>
      </dsp:txXfrm>
    </dsp:sp>
    <dsp:sp modelId="{5E826A7C-871A-45A1-A620-177B5D61D3A4}">
      <dsp:nvSpPr>
        <dsp:cNvPr id="0" name=""/>
        <dsp:cNvSpPr/>
      </dsp:nvSpPr>
      <dsp:spPr>
        <a:xfrm>
          <a:off x="370289" y="2807488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E11BB-9C24-4E39-9A1D-11672D4FDCA5}">
      <dsp:nvSpPr>
        <dsp:cNvPr id="0" name=""/>
        <dsp:cNvSpPr/>
      </dsp:nvSpPr>
      <dsp:spPr>
        <a:xfrm>
          <a:off x="271571" y="3379511"/>
          <a:ext cx="2773785" cy="351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ORDER BY</a:t>
          </a:r>
        </a:p>
      </dsp:txBody>
      <dsp:txXfrm>
        <a:off x="271571" y="3379511"/>
        <a:ext cx="2773785" cy="351823"/>
      </dsp:txXfrm>
    </dsp:sp>
    <dsp:sp modelId="{B6F195EC-FB64-4B08-8AAA-942421E494B2}">
      <dsp:nvSpPr>
        <dsp:cNvPr id="0" name=""/>
        <dsp:cNvSpPr/>
      </dsp:nvSpPr>
      <dsp:spPr>
        <a:xfrm>
          <a:off x="51681" y="3335533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C82583-92A1-43A3-9A44-2641A404B7AD}">
      <dsp:nvSpPr>
        <dsp:cNvPr id="0" name=""/>
        <dsp:cNvSpPr/>
      </dsp:nvSpPr>
      <dsp:spPr>
        <a:xfrm>
          <a:off x="-4375855" y="-635237"/>
          <a:ext cx="5213825" cy="5213825"/>
        </a:xfrm>
        <a:prstGeom prst="blockArc">
          <a:avLst>
            <a:gd name="adj1" fmla="val 18900000"/>
            <a:gd name="adj2" fmla="val 2700000"/>
            <a:gd name="adj3" fmla="val 414"/>
          </a:avLst>
        </a:prstGeom>
        <a:noFill/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AA56EA-49A7-43EF-8957-6590DE366069}">
      <dsp:nvSpPr>
        <dsp:cNvPr id="0" name=""/>
        <dsp:cNvSpPr/>
      </dsp:nvSpPr>
      <dsp:spPr>
        <a:xfrm>
          <a:off x="271571" y="212014"/>
          <a:ext cx="2773785" cy="351823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FROM / JOIN</a:t>
          </a:r>
        </a:p>
      </dsp:txBody>
      <dsp:txXfrm>
        <a:off x="271571" y="212014"/>
        <a:ext cx="2773785" cy="351823"/>
      </dsp:txXfrm>
    </dsp:sp>
    <dsp:sp modelId="{241A7B61-5546-4D2A-A3AF-046D0AB2559F}">
      <dsp:nvSpPr>
        <dsp:cNvPr id="0" name=""/>
        <dsp:cNvSpPr/>
      </dsp:nvSpPr>
      <dsp:spPr>
        <a:xfrm>
          <a:off x="51681" y="168036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A74039-1199-4453-B0A0-058ACADD82C8}">
      <dsp:nvSpPr>
        <dsp:cNvPr id="0" name=""/>
        <dsp:cNvSpPr/>
      </dsp:nvSpPr>
      <dsp:spPr>
        <a:xfrm>
          <a:off x="590179" y="740060"/>
          <a:ext cx="2455177" cy="351823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WHERE</a:t>
          </a:r>
        </a:p>
      </dsp:txBody>
      <dsp:txXfrm>
        <a:off x="590179" y="740060"/>
        <a:ext cx="2455177" cy="351823"/>
      </dsp:txXfrm>
    </dsp:sp>
    <dsp:sp modelId="{0A649FF9-6B88-4E36-9E31-CEEF8B1025BF}">
      <dsp:nvSpPr>
        <dsp:cNvPr id="0" name=""/>
        <dsp:cNvSpPr/>
      </dsp:nvSpPr>
      <dsp:spPr>
        <a:xfrm>
          <a:off x="370289" y="696082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1CA43-D8CA-4B16-8B18-1D160B370425}">
      <dsp:nvSpPr>
        <dsp:cNvPr id="0" name=""/>
        <dsp:cNvSpPr/>
      </dsp:nvSpPr>
      <dsp:spPr>
        <a:xfrm>
          <a:off x="764775" y="1267718"/>
          <a:ext cx="2280582" cy="351823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GROUP BY</a:t>
          </a:r>
        </a:p>
      </dsp:txBody>
      <dsp:txXfrm>
        <a:off x="764775" y="1267718"/>
        <a:ext cx="2280582" cy="351823"/>
      </dsp:txXfrm>
    </dsp:sp>
    <dsp:sp modelId="{60A1292F-138F-4D45-B6B8-732FA6F8DC8D}">
      <dsp:nvSpPr>
        <dsp:cNvPr id="0" name=""/>
        <dsp:cNvSpPr/>
      </dsp:nvSpPr>
      <dsp:spPr>
        <a:xfrm>
          <a:off x="544885" y="1223740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C247F1-5D2D-4EBF-BA39-4FA4F0B51E34}">
      <dsp:nvSpPr>
        <dsp:cNvPr id="0" name=""/>
        <dsp:cNvSpPr/>
      </dsp:nvSpPr>
      <dsp:spPr>
        <a:xfrm>
          <a:off x="820521" y="1795763"/>
          <a:ext cx="2224835" cy="351823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HAVING</a:t>
          </a:r>
        </a:p>
      </dsp:txBody>
      <dsp:txXfrm>
        <a:off x="820521" y="1795763"/>
        <a:ext cx="2224835" cy="351823"/>
      </dsp:txXfrm>
    </dsp:sp>
    <dsp:sp modelId="{87AAA09F-FF04-4521-B19F-63EC2031CE26}">
      <dsp:nvSpPr>
        <dsp:cNvPr id="0" name=""/>
        <dsp:cNvSpPr/>
      </dsp:nvSpPr>
      <dsp:spPr>
        <a:xfrm>
          <a:off x="600632" y="1751785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69CBF-9059-43F4-98E9-2A5791FC8A35}">
      <dsp:nvSpPr>
        <dsp:cNvPr id="0" name=""/>
        <dsp:cNvSpPr/>
      </dsp:nvSpPr>
      <dsp:spPr>
        <a:xfrm>
          <a:off x="764775" y="2323808"/>
          <a:ext cx="2280582" cy="351823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SELECT</a:t>
          </a:r>
        </a:p>
      </dsp:txBody>
      <dsp:txXfrm>
        <a:off x="764775" y="2323808"/>
        <a:ext cx="2280582" cy="351823"/>
      </dsp:txXfrm>
    </dsp:sp>
    <dsp:sp modelId="{4A0A10C1-6CA2-4851-A42A-20FA18ACE5A2}">
      <dsp:nvSpPr>
        <dsp:cNvPr id="0" name=""/>
        <dsp:cNvSpPr/>
      </dsp:nvSpPr>
      <dsp:spPr>
        <a:xfrm>
          <a:off x="544885" y="2279830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4961CA-51A2-4F63-BA63-215584019046}">
      <dsp:nvSpPr>
        <dsp:cNvPr id="0" name=""/>
        <dsp:cNvSpPr/>
      </dsp:nvSpPr>
      <dsp:spPr>
        <a:xfrm>
          <a:off x="590179" y="2851466"/>
          <a:ext cx="2455177" cy="351823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ORDER BY</a:t>
          </a:r>
        </a:p>
      </dsp:txBody>
      <dsp:txXfrm>
        <a:off x="590179" y="2851466"/>
        <a:ext cx="2455177" cy="351823"/>
      </dsp:txXfrm>
    </dsp:sp>
    <dsp:sp modelId="{225F5E53-F699-444C-8A74-EFC00D58CA8C}">
      <dsp:nvSpPr>
        <dsp:cNvPr id="0" name=""/>
        <dsp:cNvSpPr/>
      </dsp:nvSpPr>
      <dsp:spPr>
        <a:xfrm>
          <a:off x="370289" y="2807488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80FAA-DD3D-43D8-9085-71A18B6BB50D}">
      <dsp:nvSpPr>
        <dsp:cNvPr id="0" name=""/>
        <dsp:cNvSpPr/>
      </dsp:nvSpPr>
      <dsp:spPr>
        <a:xfrm>
          <a:off x="271571" y="3379511"/>
          <a:ext cx="2773785" cy="351823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26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TOP / FETCH</a:t>
          </a:r>
        </a:p>
      </dsp:txBody>
      <dsp:txXfrm>
        <a:off x="271571" y="3379511"/>
        <a:ext cx="2773785" cy="351823"/>
      </dsp:txXfrm>
    </dsp:sp>
    <dsp:sp modelId="{085E1E45-0244-4D84-ACEA-67EF73141C36}">
      <dsp:nvSpPr>
        <dsp:cNvPr id="0" name=""/>
        <dsp:cNvSpPr/>
      </dsp:nvSpPr>
      <dsp:spPr>
        <a:xfrm>
          <a:off x="51681" y="3335533"/>
          <a:ext cx="439779" cy="4397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05120-0B52-4B15-A1EC-483E064687B7}">
      <dsp:nvSpPr>
        <dsp:cNvPr id="0" name=""/>
        <dsp:cNvSpPr/>
      </dsp:nvSpPr>
      <dsp:spPr>
        <a:xfrm>
          <a:off x="255684" y="727"/>
          <a:ext cx="3125034" cy="1875020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Un predicato è </a:t>
          </a:r>
          <a:r>
            <a:rPr lang="it-IT" sz="1700" i="1" kern="1200" dirty="0" err="1"/>
            <a:t>sargable</a:t>
          </a:r>
          <a:r>
            <a:rPr lang="it-IT" sz="1700" kern="1200" dirty="0"/>
            <a:t> (</a:t>
          </a:r>
          <a:r>
            <a:rPr lang="it-IT" sz="1700" kern="1200" dirty="0" err="1"/>
            <a:t>Search</a:t>
          </a:r>
          <a:r>
            <a:rPr lang="it-IT" sz="1700" kern="1200" dirty="0"/>
            <a:t> </a:t>
          </a:r>
          <a:r>
            <a:rPr lang="it-IT" sz="1700" kern="1200" dirty="0" err="1"/>
            <a:t>ARGument</a:t>
          </a:r>
          <a:r>
            <a:rPr lang="it-IT" sz="1700" kern="1200" dirty="0"/>
            <a:t> </a:t>
          </a:r>
          <a:r>
            <a:rPr lang="it-IT" sz="1700" kern="1200" dirty="0" err="1"/>
            <a:t>able</a:t>
          </a:r>
          <a:r>
            <a:rPr lang="it-IT" sz="1700" kern="1200" dirty="0"/>
            <a:t>) quando SQL Server può usarlo per navigare direttamente nell'indice B-</a:t>
          </a:r>
          <a:r>
            <a:rPr lang="it-IT" sz="1700" kern="1200" dirty="0" err="1"/>
            <a:t>tree</a:t>
          </a:r>
          <a:r>
            <a:rPr lang="it-IT" sz="1700" kern="1200" dirty="0"/>
            <a:t>, invece di scansionare ogni elemento </a:t>
          </a:r>
        </a:p>
      </dsp:txBody>
      <dsp:txXfrm>
        <a:off x="255684" y="727"/>
        <a:ext cx="3125034" cy="1875020"/>
      </dsp:txXfrm>
    </dsp:sp>
    <dsp:sp modelId="{19EABE64-7089-4E05-BCF3-46CAFDAB9615}">
      <dsp:nvSpPr>
        <dsp:cNvPr id="0" name=""/>
        <dsp:cNvSpPr/>
      </dsp:nvSpPr>
      <dsp:spPr>
        <a:xfrm>
          <a:off x="255684" y="2188251"/>
          <a:ext cx="3125034" cy="1875020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>
              <a:solidFill>
                <a:schemeClr val="tx1"/>
              </a:solidFill>
            </a:rPr>
            <a:t>Un indice b-</a:t>
          </a:r>
          <a:r>
            <a:rPr lang="it-IT" sz="1700" kern="1200" dirty="0" err="1">
              <a:solidFill>
                <a:schemeClr val="tx1"/>
              </a:solidFill>
            </a:rPr>
            <a:t>tree</a:t>
          </a:r>
          <a:r>
            <a:rPr lang="it-IT" sz="1700" kern="1200" dirty="0">
              <a:solidFill>
                <a:schemeClr val="tx1"/>
              </a:solidFill>
            </a:rPr>
            <a:t> (</a:t>
          </a:r>
          <a:r>
            <a:rPr lang="it-IT" sz="1700" kern="1200" dirty="0" err="1">
              <a:solidFill>
                <a:schemeClr val="tx1"/>
              </a:solidFill>
            </a:rPr>
            <a:t>balanced</a:t>
          </a:r>
          <a:r>
            <a:rPr lang="it-IT" sz="1700" kern="1200" dirty="0">
              <a:solidFill>
                <a:schemeClr val="tx1"/>
              </a:solidFill>
            </a:rPr>
            <a:t> </a:t>
          </a:r>
          <a:r>
            <a:rPr lang="it-IT" sz="1700" kern="1200" dirty="0" err="1">
              <a:solidFill>
                <a:schemeClr val="tx1"/>
              </a:solidFill>
            </a:rPr>
            <a:t>tree</a:t>
          </a:r>
          <a:r>
            <a:rPr lang="it-IT" sz="1700" kern="1200" dirty="0">
              <a:solidFill>
                <a:schemeClr val="tx1"/>
              </a:solidFill>
            </a:rPr>
            <a:t>) in SQL è una struttura dati ad albero bilanciato utilizzata dai database per velocizzare drasticamente la ricerca, l'inserimento e la rimozione di record</a:t>
          </a:r>
        </a:p>
      </dsp:txBody>
      <dsp:txXfrm>
        <a:off x="255684" y="2188251"/>
        <a:ext cx="3125034" cy="1875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09/04/2026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09/04/2026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Gran parte del lavoro quotidiano delle applicazioni è leggere dati. Partiamo da qui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Agenda divisa in due sessioni, prima parte fondamenti lettura, poi il resto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800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"Prima sezione: la SELECT. Il 90% del lavoro quotidiano è leggere dati. Partiamo dalle basi, poi aggiungiamo complessità."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5448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br>
              <a:rPr lang="it-IT" dirty="0"/>
            </a:br>
            <a:r>
              <a:rPr lang="it-IT" dirty="0"/>
              <a:t>SQL è un linguaggio che si legge come si parla. Una SELECT si </a:t>
            </a:r>
            <a:r>
              <a:rPr lang="it-IT" b="1" dirty="0"/>
              <a:t>scrive</a:t>
            </a:r>
            <a:r>
              <a:rPr lang="it-IT" dirty="0"/>
              <a:t> in questo ordine:</a:t>
            </a:r>
          </a:p>
          <a:p>
            <a:r>
              <a:rPr lang="it-IT" dirty="0"/>
              <a:t>SELECT → TOP → FROM → WHERE → GROUP BY → HAVING → ORDER BY</a:t>
            </a:r>
            <a:br>
              <a:rPr lang="it-IT" dirty="0"/>
            </a:br>
            <a:r>
              <a:rPr lang="it-IT" dirty="0"/>
              <a:t>Seleziona, prendine i primi, dalla tabella (dalle tabelle), dove, raggruppa per, filtra i gruppi che, ordina </a:t>
            </a:r>
          </a:p>
          <a:p>
            <a:br>
              <a:rPr lang="it-IT" dirty="0"/>
            </a:br>
            <a:r>
              <a:rPr lang="it-IT" dirty="0"/>
              <a:t>C'è una cosa controintuitiva: voi scrivete SELECT prima, ma SQL la esegue quasi per </a:t>
            </a:r>
            <a:r>
              <a:rPr lang="it-IT" i="1" dirty="0"/>
              <a:t>ultima</a:t>
            </a:r>
            <a:r>
              <a:rPr lang="it-IT" dirty="0"/>
              <a:t>. Prima legge la tabella (FROM), poi filtra (WHERE), poi raggruppa (GROUP BY), poi filtra i gruppi (HAVING), e solo alla fine sceglie quali colonne mostrarvi (SELECT). Questo spiega certi comportamenti strani — ad esempio, non puoi usare un alias di SELECT nel WHERE della stessa query</a:t>
            </a:r>
            <a:br>
              <a:rPr lang="it-IT" dirty="0"/>
            </a:br>
            <a:r>
              <a:rPr lang="it-IT" dirty="0"/>
              <a:t>SQL Server la </a:t>
            </a:r>
            <a:r>
              <a:rPr lang="it-IT" b="1" dirty="0"/>
              <a:t>esegue</a:t>
            </a:r>
            <a:r>
              <a:rPr lang="it-IT" dirty="0"/>
              <a:t> in ordine diverso:</a:t>
            </a:r>
          </a:p>
          <a:p>
            <a:r>
              <a:rPr lang="it-IT" dirty="0"/>
              <a:t>1 - FROM / JOIN: Qui si scelgono gli indici. Il join </a:t>
            </a:r>
            <a:r>
              <a:rPr lang="it-IT" dirty="0" err="1"/>
              <a:t>order</a:t>
            </a:r>
            <a:r>
              <a:rPr lang="it-IT" dirty="0"/>
              <a:t> influisce sul piano.</a:t>
            </a:r>
            <a:br>
              <a:rPr lang="it-IT" dirty="0"/>
            </a:br>
            <a:r>
              <a:rPr lang="it-IT" dirty="0"/>
              <a:t>2 – WHERE: Filtra righe. Più selettivo = meno lavoro per tutti i passi successivi.</a:t>
            </a:r>
            <a:br>
              <a:rPr lang="it-IT" dirty="0"/>
            </a:br>
            <a:r>
              <a:rPr lang="it-IT" dirty="0"/>
              <a:t>3 - GROUP BY: Aggrega. Richiede sort o </a:t>
            </a:r>
            <a:r>
              <a:rPr lang="it-IT" dirty="0" err="1"/>
              <a:t>hash</a:t>
            </a:r>
            <a:r>
              <a:rPr lang="it-IT" dirty="0"/>
              <a:t>: costoso su dataset grandi.</a:t>
            </a:r>
            <a:br>
              <a:rPr lang="it-IT" dirty="0"/>
            </a:br>
            <a:r>
              <a:rPr lang="it-IT" dirty="0"/>
              <a:t>4 – HAVING: Filtra gruppi dopo l'aggregazione. Non sostituisce WHERE.</a:t>
            </a:r>
            <a:br>
              <a:rPr lang="it-IT" dirty="0"/>
            </a:br>
            <a:r>
              <a:rPr lang="it-IT" dirty="0"/>
              <a:t>5 – SELECT: Calcola espressioni e alias. Gli alias qui non esistono ancora in WHERE.</a:t>
            </a:r>
            <a:br>
              <a:rPr lang="it-IT" dirty="0"/>
            </a:br>
            <a:r>
              <a:rPr lang="it-IT" dirty="0"/>
              <a:t>6 - ORDER BY: Sort finale. Senza indice adatto → sort in memoria o </a:t>
            </a:r>
            <a:r>
              <a:rPr lang="it-IT" dirty="0" err="1"/>
              <a:t>spill</a:t>
            </a:r>
            <a:r>
              <a:rPr lang="it-IT" dirty="0"/>
              <a:t> su </a:t>
            </a:r>
            <a:r>
              <a:rPr lang="it-IT" dirty="0" err="1"/>
              <a:t>tempdb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7 - TOP / FETCH: Taglia il risultato ordinato. TOP senza ORDER BY è non deterministico.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Da notare SELECT e TOP/FETCH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9789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1. Impedisce il </a:t>
            </a:r>
            <a:r>
              <a:rPr lang="it-IT" b="1" dirty="0" err="1"/>
              <a:t>covering</a:t>
            </a:r>
            <a:r>
              <a:rPr lang="it-IT" b="1" dirty="0"/>
              <a:t> index.</a:t>
            </a:r>
            <a:r>
              <a:rPr lang="it-IT" dirty="0"/>
              <a:t> Un indice copre una query solo se contiene tutte le colonne richieste. Con SELECT * non esiste indice che basti: SQL Server torna sempre alla riga base con un </a:t>
            </a:r>
            <a:r>
              <a:rPr lang="it-IT" b="1" dirty="0"/>
              <a:t>key </a:t>
            </a:r>
            <a:r>
              <a:rPr lang="it-IT" b="1" dirty="0" err="1"/>
              <a:t>lookup</a:t>
            </a:r>
            <a:r>
              <a:rPr lang="it-IT" dirty="0"/>
              <a:t> — un'operazione aggiuntiva per ogni riga restituita.</a:t>
            </a:r>
          </a:p>
          <a:p>
            <a:r>
              <a:rPr lang="it-IT" b="1" dirty="0"/>
              <a:t>2. I/O maggiore.</a:t>
            </a:r>
            <a:r>
              <a:rPr lang="it-IT" dirty="0"/>
              <a:t> Colonne NVARCHAR(MAX), VARCHAR(MAX) o VARBINARY(MAX) sono spesso salvate fuori dalla pagina dati principale (LOB storage). SELECT * le legge tutte anche se non servono.</a:t>
            </a:r>
          </a:p>
          <a:p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2661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Operatori da sottolineare:</a:t>
            </a:r>
            <a:br>
              <a:rPr lang="it-IT" dirty="0"/>
            </a:br>
            <a:r>
              <a:rPr lang="it-IT" dirty="0"/>
              <a:t>- OR/AND e precedenza AND</a:t>
            </a:r>
          </a:p>
          <a:p>
            <a:pPr marL="171450" indent="-171450">
              <a:buFontTx/>
              <a:buChar char="-"/>
            </a:pPr>
            <a:r>
              <a:rPr lang="it-IT" dirty="0"/>
              <a:t>IN vs OR</a:t>
            </a:r>
          </a:p>
          <a:p>
            <a:pPr marL="171450" indent="-171450">
              <a:buFontTx/>
              <a:buChar char="-"/>
            </a:pPr>
            <a:r>
              <a:rPr lang="it-IT" dirty="0"/>
              <a:t>Like vs </a:t>
            </a:r>
            <a:r>
              <a:rPr lang="it-IT" dirty="0" err="1"/>
              <a:t>sargability</a:t>
            </a:r>
            <a:endParaRPr lang="it-IT" dirty="0"/>
          </a:p>
          <a:p>
            <a:pPr marL="171450" indent="-171450">
              <a:buFontTx/>
              <a:buChar char="-"/>
            </a:pPr>
            <a:endParaRPr lang="it-IT" dirty="0"/>
          </a:p>
          <a:p>
            <a:pPr marL="0" indent="0">
              <a:buFontTx/>
              <a:buNone/>
            </a:pPr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5898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fare un esempio reale la differenza è tra sapere la collocazione in cui prendere un documento da uno scaffale e il doverli leggere tutti per poi prendere ciò che serve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2354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Spiegazione grafici</a:t>
            </a:r>
          </a:p>
          <a:p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496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896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2000" dirty="0"/>
              <a:t>ordinare ha un costo. Senza ORDER BY l'ordine dei risultati è non deterministico — SQL Server può cambiarlo ad ogni esecuzione in base a cache, piano, parallelismo.</a:t>
            </a:r>
          </a:p>
          <a:p>
            <a:r>
              <a:rPr lang="it-IT" sz="2000" b="1" dirty="0"/>
              <a:t>Come aiutare l'</a:t>
            </a:r>
            <a:r>
              <a:rPr lang="it-IT" sz="2000" b="1" dirty="0" err="1"/>
              <a:t>optimizer</a:t>
            </a:r>
            <a:r>
              <a:rPr lang="it-IT" sz="2000" b="1" dirty="0"/>
              <a:t>:</a:t>
            </a:r>
            <a:br>
              <a:rPr lang="it-IT" sz="2000" b="1" dirty="0"/>
            </a:br>
            <a:r>
              <a:rPr lang="it-IT" sz="2000" b="1" dirty="0"/>
              <a:t>1. </a:t>
            </a:r>
            <a:r>
              <a:rPr lang="it-IT" sz="1600" dirty="0"/>
              <a:t>Se una query ha sempre ORDER BY colonna DESC, crea l'indice con quella direzione.</a:t>
            </a:r>
            <a:br>
              <a:rPr lang="it-IT" sz="1600" dirty="0"/>
            </a:br>
            <a:r>
              <a:rPr lang="it-IT" sz="1600" dirty="0"/>
              <a:t>2. Su grandi dataset, se puoi limitare le righe prima dell'ordinamento (con un WHERE selettivo), fallo — meno righe da ordinare = sort più veloce e meno rischio di </a:t>
            </a:r>
            <a:r>
              <a:rPr lang="it-IT" sz="1600" dirty="0" err="1"/>
              <a:t>spill</a:t>
            </a:r>
            <a:r>
              <a:rPr lang="it-IT" sz="1600" dirty="0"/>
              <a:t>.</a:t>
            </a:r>
          </a:p>
          <a:p>
            <a:br>
              <a:rPr lang="it-IT" dirty="0"/>
            </a:br>
            <a:r>
              <a:rPr lang="it-IT" dirty="0"/>
              <a:t>Possiamo definire l’impatto </a:t>
            </a:r>
            <a:r>
              <a:rPr lang="it-IT" dirty="0" err="1"/>
              <a:t>dell’order</a:t>
            </a:r>
            <a:r>
              <a:rPr lang="it-IT" dirty="0"/>
              <a:t> by su 3 macro scenari:</a:t>
            </a:r>
            <a:br>
              <a:rPr lang="it-IT" dirty="0"/>
            </a:br>
            <a:r>
              <a:rPr lang="it-IT" dirty="0"/>
              <a:t>- </a:t>
            </a:r>
            <a:r>
              <a:rPr lang="it-IT" dirty="0" err="1"/>
              <a:t>order</a:t>
            </a:r>
            <a:r>
              <a:rPr lang="it-IT" dirty="0"/>
              <a:t> by corrisponde a un indice ordinato ASC/DESC come query, impatto quasi zero</a:t>
            </a:r>
            <a:br>
              <a:rPr lang="it-IT" dirty="0"/>
            </a:br>
            <a:r>
              <a:rPr lang="it-IT" dirty="0"/>
              <a:t>- Sort in memoria: situazione in cui non trova indice </a:t>
            </a:r>
            <a:r>
              <a:rPr lang="it-IT" dirty="0" err="1"/>
              <a:t>adhoc</a:t>
            </a:r>
            <a:r>
              <a:rPr lang="it-IT" dirty="0"/>
              <a:t>, ordina in memoria con conseguente occupazione</a:t>
            </a:r>
          </a:p>
          <a:p>
            <a:r>
              <a:rPr lang="it-IT" dirty="0"/>
              <a:t>- Sort su disco: non è sufficiente la memoria per ordinare i dati, serve appoggiarsi a </a:t>
            </a:r>
            <a:r>
              <a:rPr lang="it-IT" dirty="0" err="1"/>
              <a:t>tempdb</a:t>
            </a:r>
            <a:r>
              <a:rPr lang="it-IT" dirty="0"/>
              <a:t>, su grandi dataset è un potenziale problema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5152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svg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24" Type="http://schemas.openxmlformats.org/officeDocument/2006/relationships/image" Target="../media/image24.svg"/><Relationship Id="rId32" Type="http://schemas.openxmlformats.org/officeDocument/2006/relationships/image" Target="../media/image32.svg"/><Relationship Id="rId37" Type="http://schemas.openxmlformats.org/officeDocument/2006/relationships/image" Target="../media/image37.png"/><Relationship Id="rId40" Type="http://schemas.openxmlformats.org/officeDocument/2006/relationships/image" Target="../media/image40.svg"/><Relationship Id="rId5" Type="http://schemas.openxmlformats.org/officeDocument/2006/relationships/diagramQuickStyle" Target="../diagrams/quickStyle2.xml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36" Type="http://schemas.openxmlformats.org/officeDocument/2006/relationships/image" Target="../media/image36.svg"/><Relationship Id="rId10" Type="http://schemas.openxmlformats.org/officeDocument/2006/relationships/diagramQuickStyle" Target="../diagrams/quickStyle3.xml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Relationship Id="rId30" Type="http://schemas.openxmlformats.org/officeDocument/2006/relationships/image" Target="../media/image30.svg"/><Relationship Id="rId35" Type="http://schemas.openxmlformats.org/officeDocument/2006/relationships/image" Target="../media/image35.png"/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3.jp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10" Type="http://schemas.openxmlformats.org/officeDocument/2006/relationships/image" Target="../media/image45.svg"/><Relationship Id="rId4" Type="http://schemas.openxmlformats.org/officeDocument/2006/relationships/diagramData" Target="../diagrams/data4.xml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Anatomia di una SELECT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Come si scrive e come la esegue SQL Server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F11E5-C10D-D44C-0194-64FF27C3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6BFF772B-8A15-9994-B0EE-F4836F067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846303"/>
              </p:ext>
            </p:extLst>
          </p:nvPr>
        </p:nvGraphicFramePr>
        <p:xfrm>
          <a:off x="250825" y="788988"/>
          <a:ext cx="8642350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42129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6719E-F1E6-A012-4781-0F8B2FB5E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2BB37E7-77AF-C8D6-F265-7720BD50A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Fondamenti della lettura</a:t>
            </a:r>
          </a:p>
        </p:txBody>
      </p:sp>
    </p:spTree>
    <p:extLst>
      <p:ext uri="{BB962C8B-B14F-4D97-AF65-F5344CB8AC3E}">
        <p14:creationId xmlns:p14="http://schemas.microsoft.com/office/powerpoint/2010/main" val="155164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ttangolo 60">
            <a:extLst>
              <a:ext uri="{FF2B5EF4-FFF2-40B4-BE49-F238E27FC236}">
                <a16:creationId xmlns:a16="http://schemas.microsoft.com/office/drawing/2014/main" id="{7E8F465A-BE54-FA3E-0716-3A0AFE76CB4B}"/>
              </a:ext>
            </a:extLst>
          </p:cNvPr>
          <p:cNvSpPr/>
          <p:nvPr/>
        </p:nvSpPr>
        <p:spPr bwMode="auto">
          <a:xfrm>
            <a:off x="4849585" y="4334524"/>
            <a:ext cx="3286812" cy="5414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C20E1A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E36B70FF-AF8A-4160-96C2-33F5F2FA4B2D}"/>
              </a:ext>
            </a:extLst>
          </p:cNvPr>
          <p:cNvSpPr/>
          <p:nvPr/>
        </p:nvSpPr>
        <p:spPr bwMode="auto">
          <a:xfrm>
            <a:off x="385094" y="1692154"/>
            <a:ext cx="3322810" cy="5414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C20E1A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E247C3E7-5E3C-01A6-173A-E96BF9DBF9E0}"/>
              </a:ext>
            </a:extLst>
          </p:cNvPr>
          <p:cNvSpPr/>
          <p:nvPr/>
        </p:nvSpPr>
        <p:spPr bwMode="auto">
          <a:xfrm>
            <a:off x="4860040" y="3327834"/>
            <a:ext cx="3286812" cy="5414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C20E1A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2B2A3784-9D29-4F4C-10EB-FE1187BA2364}"/>
              </a:ext>
            </a:extLst>
          </p:cNvPr>
          <p:cNvSpPr/>
          <p:nvPr/>
        </p:nvSpPr>
        <p:spPr bwMode="auto">
          <a:xfrm>
            <a:off x="378074" y="1146751"/>
            <a:ext cx="3322810" cy="5414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C20E1A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C90C396-D641-B065-A9FE-A87C9C2ED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L’ordine di esecuzione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5934AA44-7DF8-BD27-6D28-3B4E71BD8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123178"/>
              </p:ext>
            </p:extLst>
          </p:nvPr>
        </p:nvGraphicFramePr>
        <p:xfrm>
          <a:off x="528762" y="1076672"/>
          <a:ext cx="3097039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Segnaposto contenuto 3">
            <a:extLst>
              <a:ext uri="{FF2B5EF4-FFF2-40B4-BE49-F238E27FC236}">
                <a16:creationId xmlns:a16="http://schemas.microsoft.com/office/drawing/2014/main" id="{30B3BF27-35B7-25A2-05EB-25CAFACE68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6776618"/>
              </p:ext>
            </p:extLst>
          </p:nvPr>
        </p:nvGraphicFramePr>
        <p:xfrm>
          <a:off x="4929173" y="1076672"/>
          <a:ext cx="3097039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31B13DB1-A7B3-E5E6-C3B4-22A3E95082A5}"/>
              </a:ext>
            </a:extLst>
          </p:cNvPr>
          <p:cNvSpPr txBox="1"/>
          <p:nvPr/>
        </p:nvSpPr>
        <p:spPr>
          <a:xfrm>
            <a:off x="93715" y="663538"/>
            <a:ext cx="3906436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COME SI SCRIVE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37FBF44-A51A-44F4-A7AA-3360AE80546B}"/>
              </a:ext>
            </a:extLst>
          </p:cNvPr>
          <p:cNvSpPr txBox="1"/>
          <p:nvPr/>
        </p:nvSpPr>
        <p:spPr>
          <a:xfrm>
            <a:off x="4282479" y="687877"/>
            <a:ext cx="479274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tx1"/>
                </a:solidFill>
              </a:rPr>
              <a:t>COME VIENE ESEGUITA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1055D9C2-1BF5-5751-A747-3D18FDD29AEE}"/>
              </a:ext>
            </a:extLst>
          </p:cNvPr>
          <p:cNvCxnSpPr>
            <a:cxnSpLocks/>
          </p:cNvCxnSpPr>
          <p:nvPr/>
        </p:nvCxnSpPr>
        <p:spPr>
          <a:xfrm>
            <a:off x="4139952" y="794522"/>
            <a:ext cx="0" cy="418800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4" name="Elemento grafico 13" descr="Badge 1 con riempimento a tinta unita">
            <a:extLst>
              <a:ext uri="{FF2B5EF4-FFF2-40B4-BE49-F238E27FC236}">
                <a16:creationId xmlns:a16="http://schemas.microsoft.com/office/drawing/2014/main" id="{3BA316F5-5599-9103-C5F1-1E929C5AE21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5370" y="1167594"/>
            <a:ext cx="579804" cy="579804"/>
          </a:xfrm>
          <a:prstGeom prst="rect">
            <a:avLst/>
          </a:prstGeom>
        </p:spPr>
      </p:pic>
      <p:pic>
        <p:nvPicPr>
          <p:cNvPr id="16" name="Elemento grafico 15" descr="Badge 7 con riempimento a tinta unita">
            <a:extLst>
              <a:ext uri="{FF2B5EF4-FFF2-40B4-BE49-F238E27FC236}">
                <a16:creationId xmlns:a16="http://schemas.microsoft.com/office/drawing/2014/main" id="{C9F7123A-8D6E-8F53-5542-68B4ECAE711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9640" y="4348978"/>
            <a:ext cx="576000" cy="576000"/>
          </a:xfrm>
          <a:prstGeom prst="rect">
            <a:avLst/>
          </a:prstGeom>
        </p:spPr>
      </p:pic>
      <p:pic>
        <p:nvPicPr>
          <p:cNvPr id="18" name="Elemento grafico 17" descr="Badge 6 con riempimento a tinta unita">
            <a:extLst>
              <a:ext uri="{FF2B5EF4-FFF2-40B4-BE49-F238E27FC236}">
                <a16:creationId xmlns:a16="http://schemas.microsoft.com/office/drawing/2014/main" id="{B1213446-6845-2D2E-BF12-10D518BFCD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0566" y="3830236"/>
            <a:ext cx="576000" cy="576000"/>
          </a:xfrm>
          <a:prstGeom prst="rect">
            <a:avLst/>
          </a:prstGeom>
        </p:spPr>
      </p:pic>
      <p:pic>
        <p:nvPicPr>
          <p:cNvPr id="20" name="Elemento grafico 19" descr="Badge 5 con riempimento a tinta unita">
            <a:extLst>
              <a:ext uri="{FF2B5EF4-FFF2-40B4-BE49-F238E27FC236}">
                <a16:creationId xmlns:a16="http://schemas.microsoft.com/office/drawing/2014/main" id="{BE269BBE-3B4D-44FB-BC6B-27E01972DF7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6018" y="3291894"/>
            <a:ext cx="576000" cy="576000"/>
          </a:xfrm>
          <a:prstGeom prst="rect">
            <a:avLst/>
          </a:prstGeom>
        </p:spPr>
      </p:pic>
      <p:pic>
        <p:nvPicPr>
          <p:cNvPr id="22" name="Elemento grafico 21" descr="Badge 4 con riempimento a tinta unita">
            <a:extLst>
              <a:ext uri="{FF2B5EF4-FFF2-40B4-BE49-F238E27FC236}">
                <a16:creationId xmlns:a16="http://schemas.microsoft.com/office/drawing/2014/main" id="{1C73C06E-C383-1801-9FC8-7735B05C8C8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6870" y="2751834"/>
            <a:ext cx="576000" cy="576000"/>
          </a:xfrm>
          <a:prstGeom prst="rect">
            <a:avLst/>
          </a:prstGeom>
        </p:spPr>
      </p:pic>
      <p:pic>
        <p:nvPicPr>
          <p:cNvPr id="24" name="Elemento grafico 23" descr="Badge 3 con riempimento a tinta unita">
            <a:extLst>
              <a:ext uri="{FF2B5EF4-FFF2-40B4-BE49-F238E27FC236}">
                <a16:creationId xmlns:a16="http://schemas.microsoft.com/office/drawing/2014/main" id="{DAC8FC30-D0E1-24E3-EE54-431B2B24274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18878" y="2243973"/>
            <a:ext cx="579805" cy="579805"/>
          </a:xfrm>
          <a:prstGeom prst="rect">
            <a:avLst/>
          </a:prstGeom>
        </p:spPr>
      </p:pic>
      <p:pic>
        <p:nvPicPr>
          <p:cNvPr id="26" name="Elemento grafico 25" descr="Badge con riempimento a tinta unita">
            <a:extLst>
              <a:ext uri="{FF2B5EF4-FFF2-40B4-BE49-F238E27FC236}">
                <a16:creationId xmlns:a16="http://schemas.microsoft.com/office/drawing/2014/main" id="{5E14DFC6-5E6D-ABBC-6B12-0A7A7592CB7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12566" y="1703078"/>
            <a:ext cx="580640" cy="580640"/>
          </a:xfrm>
          <a:prstGeom prst="rect">
            <a:avLst/>
          </a:prstGeom>
        </p:spPr>
      </p:pic>
      <p:pic>
        <p:nvPicPr>
          <p:cNvPr id="28" name="Elemento grafico 27" descr="Badge 1 contorno">
            <a:extLst>
              <a:ext uri="{FF2B5EF4-FFF2-40B4-BE49-F238E27FC236}">
                <a16:creationId xmlns:a16="http://schemas.microsoft.com/office/drawing/2014/main" id="{73C49661-20B3-EA49-DC9A-197DFF36903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914158" y="1174699"/>
            <a:ext cx="579600" cy="579600"/>
          </a:xfrm>
          <a:prstGeom prst="rect">
            <a:avLst/>
          </a:prstGeom>
        </p:spPr>
      </p:pic>
      <p:pic>
        <p:nvPicPr>
          <p:cNvPr id="30" name="Elemento grafico 29" descr="Badge contorno">
            <a:extLst>
              <a:ext uri="{FF2B5EF4-FFF2-40B4-BE49-F238E27FC236}">
                <a16:creationId xmlns:a16="http://schemas.microsoft.com/office/drawing/2014/main" id="{5B9001B2-A263-6625-8C7C-EF733170A20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236385" y="1708725"/>
            <a:ext cx="579600" cy="579600"/>
          </a:xfrm>
          <a:prstGeom prst="rect">
            <a:avLst/>
          </a:prstGeom>
        </p:spPr>
      </p:pic>
      <p:pic>
        <p:nvPicPr>
          <p:cNvPr id="34" name="Elemento grafico 33" descr="Badge 3 contorno">
            <a:extLst>
              <a:ext uri="{FF2B5EF4-FFF2-40B4-BE49-F238E27FC236}">
                <a16:creationId xmlns:a16="http://schemas.microsoft.com/office/drawing/2014/main" id="{2FF24E32-E61E-F56B-DACE-28511C816DF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409662" y="2233636"/>
            <a:ext cx="579600" cy="579600"/>
          </a:xfrm>
          <a:prstGeom prst="rect">
            <a:avLst/>
          </a:prstGeom>
        </p:spPr>
      </p:pic>
      <p:pic>
        <p:nvPicPr>
          <p:cNvPr id="36" name="Elemento grafico 35" descr="Badge 4 contorno">
            <a:extLst>
              <a:ext uri="{FF2B5EF4-FFF2-40B4-BE49-F238E27FC236}">
                <a16:creationId xmlns:a16="http://schemas.microsoft.com/office/drawing/2014/main" id="{FCF1C2B0-E901-2F28-9E33-FC6FF5DD462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456887" y="2758547"/>
            <a:ext cx="579600" cy="579600"/>
          </a:xfrm>
          <a:prstGeom prst="rect">
            <a:avLst/>
          </a:prstGeom>
        </p:spPr>
      </p:pic>
      <p:pic>
        <p:nvPicPr>
          <p:cNvPr id="38" name="Elemento grafico 37" descr="Badge 7 contorno">
            <a:extLst>
              <a:ext uri="{FF2B5EF4-FFF2-40B4-BE49-F238E27FC236}">
                <a16:creationId xmlns:a16="http://schemas.microsoft.com/office/drawing/2014/main" id="{716162A4-E9AF-CAC3-C60C-18F2BE93344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914158" y="4345788"/>
            <a:ext cx="579600" cy="579600"/>
          </a:xfrm>
          <a:prstGeom prst="rect">
            <a:avLst/>
          </a:prstGeom>
        </p:spPr>
      </p:pic>
      <p:pic>
        <p:nvPicPr>
          <p:cNvPr id="40" name="Elemento grafico 39" descr="Badge 5 contorno">
            <a:extLst>
              <a:ext uri="{FF2B5EF4-FFF2-40B4-BE49-F238E27FC236}">
                <a16:creationId xmlns:a16="http://schemas.microsoft.com/office/drawing/2014/main" id="{692800D7-3D91-DDA8-3242-7CD3688BC01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409662" y="3292573"/>
            <a:ext cx="579600" cy="579600"/>
          </a:xfrm>
          <a:prstGeom prst="rect">
            <a:avLst/>
          </a:prstGeom>
        </p:spPr>
      </p:pic>
      <p:pic>
        <p:nvPicPr>
          <p:cNvPr id="42" name="Elemento grafico 41" descr="Badge 6 contorno">
            <a:extLst>
              <a:ext uri="{FF2B5EF4-FFF2-40B4-BE49-F238E27FC236}">
                <a16:creationId xmlns:a16="http://schemas.microsoft.com/office/drawing/2014/main" id="{1B905073-DC1B-2A4D-E5D9-54329D671630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240209" y="3820121"/>
            <a:ext cx="57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2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0" grpId="0" animBg="1"/>
      <p:bldP spid="59" grpId="0" animBg="1"/>
      <p:bldP spid="59" grpId="1" animBg="1"/>
      <p:bldP spid="58" grpId="0" animBg="1"/>
      <p:bldP spid="58" grpId="1" animBg="1"/>
      <p:bldGraphic spid="5" grpId="0">
        <p:bldAsOne/>
      </p:bldGraphic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CB3ADD-C3A7-622D-EF25-67E5F292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SELECT: La scelta delle colonne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C2FB72-2E68-35B2-DE2E-826162C12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2"/>
            <a:ext cx="3780420" cy="3942438"/>
          </a:xfrm>
        </p:spPr>
        <p:txBody>
          <a:bodyPr>
            <a:normAutofit fontScale="92500"/>
          </a:bodyPr>
          <a:lstStyle/>
          <a:p>
            <a:r>
              <a:rPr lang="it-IT" dirty="0"/>
              <a:t>La prima decisione di ogni query è quali colonne leggere. </a:t>
            </a:r>
          </a:p>
          <a:p>
            <a:r>
              <a:rPr lang="it-IT" dirty="0"/>
              <a:t>Ha impatto diretto sull'I/O e sull'uso degli indici.</a:t>
            </a:r>
          </a:p>
          <a:p>
            <a:r>
              <a:rPr lang="it-IT" dirty="0"/>
              <a:t>Ogni colonna estratta ha una dimensione che dipende dal tipo di dato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3003706-D65A-6FE6-6AC9-E76B3BA6C126}"/>
              </a:ext>
            </a:extLst>
          </p:cNvPr>
          <p:cNvSpPr txBox="1"/>
          <p:nvPr/>
        </p:nvSpPr>
        <p:spPr>
          <a:xfrm>
            <a:off x="5112062" y="1635646"/>
            <a:ext cx="3348372" cy="24622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it-IT" sz="1400" dirty="0"/>
              <a:t>-- ✅ Solo le colonne necessarie</a:t>
            </a:r>
          </a:p>
          <a:p>
            <a:r>
              <a:rPr lang="it-IT" sz="1400" dirty="0">
                <a:solidFill>
                  <a:srgbClr val="C20E1A"/>
                </a:solidFill>
              </a:rPr>
              <a:t>SELECT</a:t>
            </a:r>
          </a:p>
          <a:p>
            <a:r>
              <a:rPr lang="it-IT" sz="1400" dirty="0"/>
              <a:t>    </a:t>
            </a:r>
            <a:r>
              <a:rPr lang="it-IT" sz="1400" dirty="0" err="1"/>
              <a:t>p.Name</a:t>
            </a:r>
            <a:r>
              <a:rPr lang="it-IT" sz="1400" dirty="0"/>
              <a:t>          AS Prodotto,</a:t>
            </a:r>
          </a:p>
          <a:p>
            <a:r>
              <a:rPr lang="it-IT" sz="1400" dirty="0"/>
              <a:t>    </a:t>
            </a:r>
            <a:r>
              <a:rPr lang="it-IT" sz="1400" dirty="0" err="1"/>
              <a:t>p.ListPrice</a:t>
            </a:r>
            <a:r>
              <a:rPr lang="it-IT" sz="1400" dirty="0"/>
              <a:t>     AS </a:t>
            </a:r>
            <a:r>
              <a:rPr lang="it-IT" sz="1400" dirty="0" err="1"/>
              <a:t>PrezzoListino</a:t>
            </a:r>
            <a:r>
              <a:rPr lang="it-IT" sz="1400" dirty="0"/>
              <a:t>,</a:t>
            </a:r>
          </a:p>
          <a:p>
            <a:r>
              <a:rPr lang="it-IT" sz="1400" dirty="0"/>
              <a:t>    </a:t>
            </a:r>
            <a:r>
              <a:rPr lang="it-IT" sz="1400" dirty="0" err="1"/>
              <a:t>p.Color</a:t>
            </a:r>
            <a:r>
              <a:rPr lang="it-IT" sz="1400" dirty="0"/>
              <a:t>         AS Colore</a:t>
            </a:r>
          </a:p>
          <a:p>
            <a:r>
              <a:rPr lang="it-IT" sz="1400" dirty="0">
                <a:solidFill>
                  <a:srgbClr val="C20E1A"/>
                </a:solidFill>
              </a:rPr>
              <a:t>FROM</a:t>
            </a:r>
            <a:r>
              <a:rPr lang="it-IT" sz="1400" dirty="0"/>
              <a:t> </a:t>
            </a:r>
            <a:r>
              <a:rPr lang="it-IT" sz="1400" dirty="0" err="1"/>
              <a:t>Production.Product</a:t>
            </a:r>
            <a:r>
              <a:rPr lang="it-IT" sz="1400" dirty="0"/>
              <a:t> p</a:t>
            </a:r>
          </a:p>
          <a:p>
            <a:r>
              <a:rPr lang="it-IT" sz="1400" dirty="0">
                <a:solidFill>
                  <a:srgbClr val="C20E1A"/>
                </a:solidFill>
              </a:rPr>
              <a:t>WHERE</a:t>
            </a:r>
            <a:r>
              <a:rPr lang="it-IT" sz="1400" dirty="0"/>
              <a:t> </a:t>
            </a:r>
            <a:r>
              <a:rPr lang="it-IT" sz="1400" dirty="0" err="1"/>
              <a:t>p.ListPrice</a:t>
            </a:r>
            <a:r>
              <a:rPr lang="it-IT" sz="1400" dirty="0"/>
              <a:t> &gt; 0;</a:t>
            </a:r>
          </a:p>
          <a:p>
            <a:endParaRPr lang="it-IT" sz="1400" dirty="0"/>
          </a:p>
          <a:p>
            <a:r>
              <a:rPr lang="it-IT" sz="1400" dirty="0"/>
              <a:t>-- ❌ Da evitare in produzione</a:t>
            </a:r>
          </a:p>
          <a:p>
            <a:r>
              <a:rPr lang="it-IT" sz="1400" dirty="0">
                <a:solidFill>
                  <a:srgbClr val="C20E1A"/>
                </a:solidFill>
              </a:rPr>
              <a:t>SELECT</a:t>
            </a:r>
            <a:r>
              <a:rPr lang="it-IT" sz="1400" dirty="0"/>
              <a:t> *</a:t>
            </a:r>
          </a:p>
          <a:p>
            <a:r>
              <a:rPr lang="it-IT" sz="1400" dirty="0">
                <a:solidFill>
                  <a:srgbClr val="C20E1A"/>
                </a:solidFill>
              </a:rPr>
              <a:t>FROM</a:t>
            </a:r>
            <a:r>
              <a:rPr lang="it-IT" sz="1400" dirty="0"/>
              <a:t> </a:t>
            </a:r>
            <a:r>
              <a:rPr lang="it-IT" sz="1400" dirty="0" err="1"/>
              <a:t>Production.Product</a:t>
            </a:r>
            <a:r>
              <a:rPr lang="it-IT" sz="1400" dirty="0"/>
              <a:t>;</a:t>
            </a:r>
          </a:p>
        </p:txBody>
      </p:sp>
      <p:pic>
        <p:nvPicPr>
          <p:cNvPr id="7" name="Elemento grafico 6" descr="Programmatore (maschile) con riempimento a tinta unita">
            <a:extLst>
              <a:ext uri="{FF2B5EF4-FFF2-40B4-BE49-F238E27FC236}">
                <a16:creationId xmlns:a16="http://schemas.microsoft.com/office/drawing/2014/main" id="{8AF3DB59-9AA6-6FE8-814C-2AC75CE5F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4086" y="3565562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A75248-5618-AF3F-F07C-AB61A1A1A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Where</a:t>
            </a:r>
            <a:r>
              <a:rPr lang="it-IT" dirty="0"/>
              <a:t>: il filtro dei dati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133FD5-B0CB-B2F4-B5BC-6552E23B3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it-IT" dirty="0"/>
              <a:t>Decide righe che SQL Server legge prima di restituire qualsiasi risultato. </a:t>
            </a:r>
          </a:p>
          <a:p>
            <a:r>
              <a:rPr lang="it-IT" b="1" dirty="0"/>
              <a:t>È la forma di ottimizzazione più immediata e impattante.</a:t>
            </a:r>
          </a:p>
          <a:p>
            <a:r>
              <a:rPr lang="it-IT" dirty="0"/>
              <a:t>I filtri più selettivi della </a:t>
            </a:r>
            <a:r>
              <a:rPr lang="it-IT" dirty="0" err="1"/>
              <a:t>where</a:t>
            </a:r>
            <a:r>
              <a:rPr lang="it-IT" dirty="0"/>
              <a:t> è opportuno trovino corrispondenza negli indici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endParaRPr lang="it-IT" b="1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A0444D1-5487-816A-9EFB-30021AF42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74360"/>
              </p:ext>
            </p:extLst>
          </p:nvPr>
        </p:nvGraphicFramePr>
        <p:xfrm>
          <a:off x="4651666" y="1026023"/>
          <a:ext cx="4244281" cy="35231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58986">
                  <a:extLst>
                    <a:ext uri="{9D8B030D-6E8A-4147-A177-3AD203B41FA5}">
                      <a16:colId xmlns:a16="http://schemas.microsoft.com/office/drawing/2014/main" val="1249192924"/>
                    </a:ext>
                  </a:extLst>
                </a:gridCol>
                <a:gridCol w="2985295">
                  <a:extLst>
                    <a:ext uri="{9D8B030D-6E8A-4147-A177-3AD203B41FA5}">
                      <a16:colId xmlns:a16="http://schemas.microsoft.com/office/drawing/2014/main" val="223400339"/>
                    </a:ext>
                  </a:extLst>
                </a:gridCol>
              </a:tblGrid>
              <a:tr h="322361">
                <a:tc>
                  <a:txBody>
                    <a:bodyPr/>
                    <a:lstStyle/>
                    <a:p>
                      <a:r>
                        <a:rPr lang="it-IT" sz="1300" b="0" cap="none" spc="0">
                          <a:solidFill>
                            <a:schemeClr val="bg1"/>
                          </a:solidFill>
                        </a:rPr>
                        <a:t>Operatore </a:t>
                      </a:r>
                    </a:p>
                  </a:txBody>
                  <a:tcPr marL="61027" marR="61027" marT="61027" marB="30513" anchor="ctr"/>
                </a:tc>
                <a:tc>
                  <a:txBody>
                    <a:bodyPr/>
                    <a:lstStyle/>
                    <a:p>
                      <a:r>
                        <a:rPr lang="it-IT" sz="1300" b="0" cap="none" spc="0">
                          <a:solidFill>
                            <a:schemeClr val="bg1"/>
                          </a:solidFill>
                        </a:rPr>
                        <a:t>Note</a:t>
                      </a:r>
                    </a:p>
                  </a:txBody>
                  <a:tcPr marL="61027" marR="61027" marT="61027" marB="30513" anchor="ctr"/>
                </a:tc>
                <a:extLst>
                  <a:ext uri="{0D108BD9-81ED-4DB2-BD59-A6C34878D82A}">
                    <a16:rowId xmlns:a16="http://schemas.microsoft.com/office/drawing/2014/main" val="678400006"/>
                  </a:ext>
                </a:extLst>
              </a:tr>
              <a:tr h="292384">
                <a:tc>
                  <a:txBody>
                    <a:bodyPr/>
                    <a:lstStyle/>
                    <a:p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= &lt;&gt; &lt; &gt; &lt;= &gt;=</a:t>
                      </a:r>
                    </a:p>
                  </a:txBody>
                  <a:tcPr marL="61027" marR="61027" marT="61027" marB="30513"/>
                </a:tc>
                <a:tc>
                  <a:txBody>
                    <a:bodyPr/>
                    <a:lstStyle/>
                    <a:p>
                      <a:r>
                        <a:rPr lang="it-IT" sz="1100" b="1" cap="none" spc="0" dirty="0" err="1">
                          <a:solidFill>
                            <a:schemeClr val="tx1"/>
                          </a:solidFill>
                        </a:rPr>
                        <a:t>Sargable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. I più efficienti.</a:t>
                      </a:r>
                    </a:p>
                  </a:txBody>
                  <a:tcPr marL="61027" marR="61027" marT="61027" marB="30513"/>
                </a:tc>
                <a:extLst>
                  <a:ext uri="{0D108BD9-81ED-4DB2-BD59-A6C34878D82A}">
                    <a16:rowId xmlns:a16="http://schemas.microsoft.com/office/drawing/2014/main" val="1398383679"/>
                  </a:ext>
                </a:extLst>
              </a:tr>
              <a:tr h="622129">
                <a:tc>
                  <a:txBody>
                    <a:bodyPr/>
                    <a:lstStyle/>
                    <a:p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AND / OR / NOT</a:t>
                      </a:r>
                    </a:p>
                  </a:txBody>
                  <a:tcPr marL="61027" marR="61027" marT="61027" marB="30513"/>
                </a:tc>
                <a:tc>
                  <a:txBody>
                    <a:bodyPr/>
                    <a:lstStyle/>
                    <a:p>
                      <a:r>
                        <a:rPr lang="it-IT" sz="1100" kern="1200" cap="none" spc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 ha precedenza su </a:t>
                      </a:r>
                      <a:r>
                        <a:rPr lang="it-IT" sz="1100" kern="1200" cap="none" spc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. </a:t>
                      </a:r>
                      <a:br>
                        <a:rPr lang="it-IT" sz="1100" cap="none" spc="0">
                          <a:solidFill>
                            <a:schemeClr val="tx1"/>
                          </a:solidFill>
                        </a:rPr>
                      </a:br>
                      <a:r>
                        <a:rPr lang="it-IT" sz="1100" kern="1200" cap="none" spc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 su colonne diverse può impedire l'uso di un singolo indice.</a:t>
                      </a:r>
                    </a:p>
                  </a:txBody>
                  <a:tcPr marL="61027" marR="61027" marT="61027" marB="30513"/>
                </a:tc>
                <a:extLst>
                  <a:ext uri="{0D108BD9-81ED-4DB2-BD59-A6C34878D82A}">
                    <a16:rowId xmlns:a16="http://schemas.microsoft.com/office/drawing/2014/main" val="3820231880"/>
                  </a:ext>
                </a:extLst>
              </a:tr>
              <a:tr h="457257">
                <a:tc>
                  <a:txBody>
                    <a:bodyPr/>
                    <a:lstStyle/>
                    <a:p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IN (a, b, c)</a:t>
                      </a:r>
                    </a:p>
                  </a:txBody>
                  <a:tcPr marL="61027" marR="61027" marT="61027" marB="30513"/>
                </a:tc>
                <a:tc>
                  <a:txBody>
                    <a:bodyPr/>
                    <a:lstStyle/>
                    <a:p>
                      <a:r>
                        <a:rPr lang="it-IT" sz="1100" b="1" cap="none" spc="0" dirty="0" err="1">
                          <a:solidFill>
                            <a:schemeClr val="tx1"/>
                          </a:solidFill>
                        </a:rPr>
                        <a:t>Sargable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. Identico a OR ma più </a:t>
                      </a:r>
                      <a:r>
                        <a:rPr lang="it-IT" sz="1100" cap="none" spc="0" dirty="0" err="1">
                          <a:solidFill>
                            <a:schemeClr val="tx1"/>
                          </a:solidFill>
                        </a:rPr>
                        <a:t>leggibile.Evitare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 liste &gt; 1.000 valori.</a:t>
                      </a:r>
                    </a:p>
                  </a:txBody>
                  <a:tcPr marL="61027" marR="61027" marT="61027" marB="30513"/>
                </a:tc>
                <a:extLst>
                  <a:ext uri="{0D108BD9-81ED-4DB2-BD59-A6C34878D82A}">
                    <a16:rowId xmlns:a16="http://schemas.microsoft.com/office/drawing/2014/main" val="708687809"/>
                  </a:ext>
                </a:extLst>
              </a:tr>
              <a:tr h="457257">
                <a:tc>
                  <a:txBody>
                    <a:bodyPr/>
                    <a:lstStyle/>
                    <a:p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BETWEEN a AND b</a:t>
                      </a:r>
                    </a:p>
                  </a:txBody>
                  <a:tcPr marL="61027" marR="61027" marT="61027" marB="30513"/>
                </a:tc>
                <a:tc>
                  <a:txBody>
                    <a:bodyPr/>
                    <a:lstStyle/>
                    <a:p>
                      <a:r>
                        <a:rPr lang="it-IT" sz="1100" b="1" cap="none" spc="0" dirty="0" err="1">
                          <a:solidFill>
                            <a:schemeClr val="tx1"/>
                          </a:solidFill>
                        </a:rPr>
                        <a:t>Sargable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 e inclusivo. Su </a:t>
                      </a:r>
                      <a:r>
                        <a:rPr lang="it-IT" sz="1100" kern="1200" cap="none" spc="0" dirty="0" err="1">
                          <a:solidFill>
                            <a:schemeClr val="tx1"/>
                          </a:solidFill>
                        </a:rPr>
                        <a:t>datetime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: attenzione al limite superiore.</a:t>
                      </a:r>
                    </a:p>
                  </a:txBody>
                  <a:tcPr marL="61027" marR="61027" marT="61027" marB="30513"/>
                </a:tc>
                <a:extLst>
                  <a:ext uri="{0D108BD9-81ED-4DB2-BD59-A6C34878D82A}">
                    <a16:rowId xmlns:a16="http://schemas.microsoft.com/office/drawing/2014/main" val="974913239"/>
                  </a:ext>
                </a:extLst>
              </a:tr>
              <a:tr h="457257">
                <a:tc>
                  <a:txBody>
                    <a:bodyPr/>
                    <a:lstStyle/>
                    <a:p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LIKE 'val%'</a:t>
                      </a:r>
                    </a:p>
                  </a:txBody>
                  <a:tcPr marL="61027" marR="61027" marT="61027" marB="30513"/>
                </a:tc>
                <a:tc>
                  <a:txBody>
                    <a:bodyPr/>
                    <a:lstStyle/>
                    <a:p>
                      <a:r>
                        <a:rPr lang="it-IT" sz="1100" b="1" cap="none" spc="0" dirty="0" err="1">
                          <a:solidFill>
                            <a:schemeClr val="tx1"/>
                          </a:solidFill>
                        </a:rPr>
                        <a:t>Sargable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 solo senza </a:t>
                      </a:r>
                      <a:r>
                        <a:rPr lang="it-IT" sz="1100" kern="1200" cap="none" spc="0" dirty="0">
                          <a:solidFill>
                            <a:schemeClr val="tx1"/>
                          </a:solidFill>
                        </a:rPr>
                        <a:t>%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 iniziale. </a:t>
                      </a:r>
                      <a:r>
                        <a:rPr lang="it-IT" sz="1100" kern="1200" cap="none" spc="0" dirty="0">
                          <a:solidFill>
                            <a:schemeClr val="tx1"/>
                          </a:solidFill>
                        </a:rPr>
                        <a:t>'Mountain%'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 usa l'indice, </a:t>
                      </a:r>
                      <a:r>
                        <a:rPr lang="it-IT" sz="1100" kern="1200" cap="none" spc="0" dirty="0">
                          <a:solidFill>
                            <a:schemeClr val="tx1"/>
                          </a:solidFill>
                        </a:rPr>
                        <a:t>'%Mountain'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 no.</a:t>
                      </a:r>
                    </a:p>
                  </a:txBody>
                  <a:tcPr marL="61027" marR="61027" marT="61027" marB="30513"/>
                </a:tc>
                <a:extLst>
                  <a:ext uri="{0D108BD9-81ED-4DB2-BD59-A6C34878D82A}">
                    <a16:rowId xmlns:a16="http://schemas.microsoft.com/office/drawing/2014/main" val="774831442"/>
                  </a:ext>
                </a:extLst>
              </a:tr>
              <a:tr h="457257"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IS NULL / IS NOT NULL</a:t>
                      </a:r>
                      <a:endParaRPr lang="it-IT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027" marR="61027" marT="61027" marB="30513"/>
                </a:tc>
                <a:tc>
                  <a:txBody>
                    <a:bodyPr/>
                    <a:lstStyle/>
                    <a:p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Unico modo corretto per testare </a:t>
                      </a:r>
                      <a:r>
                        <a:rPr lang="it-IT" sz="1100" kern="1200" cap="none" spc="0">
                          <a:solidFill>
                            <a:schemeClr val="tx1"/>
                          </a:solidFill>
                        </a:rPr>
                        <a:t>NULL</a:t>
                      </a:r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. </a:t>
                      </a:r>
                      <a:br>
                        <a:rPr lang="it-IT" sz="1100" cap="none" spc="0">
                          <a:solidFill>
                            <a:schemeClr val="tx1"/>
                          </a:solidFill>
                        </a:rPr>
                      </a:br>
                      <a:r>
                        <a:rPr lang="it-IT" sz="1100" kern="1200" cap="none" spc="0">
                          <a:solidFill>
                            <a:schemeClr val="tx1"/>
                          </a:solidFill>
                        </a:rPr>
                        <a:t>= NULL</a:t>
                      </a:r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 non funziona mai.</a:t>
                      </a:r>
                    </a:p>
                  </a:txBody>
                  <a:tcPr marL="61027" marR="61027" marT="61027" marB="30513"/>
                </a:tc>
                <a:extLst>
                  <a:ext uri="{0D108BD9-81ED-4DB2-BD59-A6C34878D82A}">
                    <a16:rowId xmlns:a16="http://schemas.microsoft.com/office/drawing/2014/main" val="2369035672"/>
                  </a:ext>
                </a:extLst>
              </a:tr>
              <a:tr h="457257">
                <a:tc>
                  <a:txBody>
                    <a:bodyPr/>
                    <a:lstStyle/>
                    <a:p>
                      <a:r>
                        <a:rPr lang="it-IT" sz="1100" cap="none" spc="0">
                          <a:solidFill>
                            <a:schemeClr val="tx1"/>
                          </a:solidFill>
                        </a:rPr>
                        <a:t>EXISTS / NOT EXISTS</a:t>
                      </a:r>
                    </a:p>
                  </a:txBody>
                  <a:tcPr marL="61027" marR="61027" marT="61027" marB="30513"/>
                </a:tc>
                <a:tc>
                  <a:txBody>
                    <a:bodyPr/>
                    <a:lstStyle/>
                    <a:p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Preferibile a </a:t>
                      </a:r>
                      <a:r>
                        <a:rPr lang="it-IT" sz="1100" kern="1200" cap="none" spc="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 su </a:t>
                      </a:r>
                      <a:r>
                        <a:rPr lang="it-IT" sz="1100" cap="none" spc="0" dirty="0" err="1">
                          <a:solidFill>
                            <a:schemeClr val="tx1"/>
                          </a:solidFill>
                        </a:rPr>
                        <a:t>subquery</a:t>
                      </a:r>
                      <a:r>
                        <a:rPr lang="it-IT" sz="1100" cap="none" spc="0" dirty="0">
                          <a:solidFill>
                            <a:schemeClr val="tx1"/>
                          </a:solidFill>
                        </a:rPr>
                        <a:t> correlate — cortocircuita al primo match.</a:t>
                      </a:r>
                    </a:p>
                  </a:txBody>
                  <a:tcPr marL="61027" marR="61027" marT="61027" marB="30513"/>
                </a:tc>
                <a:extLst>
                  <a:ext uri="{0D108BD9-81ED-4DB2-BD59-A6C34878D82A}">
                    <a16:rowId xmlns:a16="http://schemas.microsoft.com/office/drawing/2014/main" val="1623270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29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2DAB73-9F6A-A340-9C0E-58C7AE0A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2700" dirty="0" err="1"/>
              <a:t>Sargability</a:t>
            </a:r>
            <a:r>
              <a:rPr lang="it-IT" sz="2700" dirty="0"/>
              <a:t>: il concetto </a:t>
            </a:r>
            <a:r>
              <a:rPr lang="it-IT" sz="2700" dirty="0" err="1"/>
              <a:t>piu’</a:t>
            </a:r>
            <a:r>
              <a:rPr lang="it-IT" sz="2700" dirty="0"/>
              <a:t> importante per gli indici</a:t>
            </a:r>
          </a:p>
        </p:txBody>
      </p:sp>
      <p:pic>
        <p:nvPicPr>
          <p:cNvPr id="6" name="Segnaposto contenuto 5" descr="File su scaffali">
            <a:extLst>
              <a:ext uri="{FF2B5EF4-FFF2-40B4-BE49-F238E27FC236}">
                <a16:creationId xmlns:a16="http://schemas.microsoft.com/office/drawing/2014/main" id="{856B8171-EDC9-AD18-A92B-E5E7388A752E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3" r="20256" b="1"/>
          <a:stretch>
            <a:fillRect/>
          </a:stretch>
        </p:blipFill>
        <p:spPr>
          <a:xfrm>
            <a:off x="4463988" y="843558"/>
            <a:ext cx="4244280" cy="3888083"/>
          </a:xfrm>
          <a:noFill/>
        </p:spPr>
      </p:pic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15E6D43A-FE2A-6E37-1BC8-0EBC3E8ABF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53907"/>
              </p:ext>
            </p:extLst>
          </p:nvPr>
        </p:nvGraphicFramePr>
        <p:xfrm>
          <a:off x="575556" y="843558"/>
          <a:ext cx="363640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Elemento grafico 9" descr="Libro chiuso con riempimento a tinta unita">
            <a:extLst>
              <a:ext uri="{FF2B5EF4-FFF2-40B4-BE49-F238E27FC236}">
                <a16:creationId xmlns:a16="http://schemas.microsoft.com/office/drawing/2014/main" id="{6C798BEE-AB87-5EE2-05B4-03079B7ABA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3939" y="2842398"/>
            <a:ext cx="559116" cy="559116"/>
          </a:xfrm>
          <a:prstGeom prst="rect">
            <a:avLst/>
          </a:prstGeom>
        </p:spPr>
      </p:pic>
      <p:pic>
        <p:nvPicPr>
          <p:cNvPr id="9" name="Elemento grafico 8" descr="Libro chiuso con riempimento a tinta unita">
            <a:extLst>
              <a:ext uri="{FF2B5EF4-FFF2-40B4-BE49-F238E27FC236}">
                <a16:creationId xmlns:a16="http://schemas.microsoft.com/office/drawing/2014/main" id="{2DAB8D60-F0D5-A849-FACF-65CBC3C2B7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3939" y="688662"/>
            <a:ext cx="559116" cy="55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975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7F1BFE-8502-B677-AD25-C99D1F052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Sargability</a:t>
            </a:r>
            <a:r>
              <a:rPr lang="it-IT" dirty="0"/>
              <a:t>: il concetto </a:t>
            </a:r>
            <a:r>
              <a:rPr lang="it-IT" dirty="0" err="1"/>
              <a:t>piu’</a:t>
            </a:r>
            <a:r>
              <a:rPr lang="it-IT" dirty="0"/>
              <a:t> importante per gli indici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4A9AEB-6D75-D86E-E7D9-04A3AFDB8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28" y="807554"/>
            <a:ext cx="6696744" cy="3804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0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7812E9-50DC-7D84-E3B6-E5F91DF0C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vert="horz" lIns="72000" tIns="0" rIns="72000" bIns="0" rtlCol="0" anchor="ctr">
            <a:normAutofit/>
          </a:bodyPr>
          <a:lstStyle/>
          <a:p>
            <a:r>
              <a:rPr lang="it-IT" b="0" kern="1200" cap="all" spc="-100" baseline="0">
                <a:latin typeface="+mj-lt"/>
                <a:ea typeface="+mj-ea"/>
                <a:cs typeface="Aharoni" panose="02010803020104030203" pitchFamily="2" charset="-79"/>
              </a:rPr>
              <a:t>NULL: il valore che non è un valore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D40AB3-8509-AB0A-5B71-D2402A40A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8815" y="1034834"/>
            <a:ext cx="4245868" cy="3073831"/>
          </a:xfrm>
        </p:spPr>
        <p:txBody>
          <a:bodyPr vert="horz" lIns="72000" tIns="45720" rIns="72000" bIns="45720" rtlCol="0">
            <a:normAutofit/>
          </a:bodyPr>
          <a:lstStyle/>
          <a:p>
            <a:r>
              <a:rPr lang="it-IT" dirty="0"/>
              <a:t>NULL rappresenta un valore sconosciuto, non zero né stringa vuota. </a:t>
            </a:r>
          </a:p>
          <a:p>
            <a:r>
              <a:rPr lang="it-IT" dirty="0"/>
              <a:t>La logica SQL è ternaria: TRUE, FALSE, UNKNOWN.</a:t>
            </a:r>
          </a:p>
          <a:p>
            <a:r>
              <a:rPr lang="it-IT" dirty="0"/>
              <a:t>Qualsiasi confronto con NULL produce UNKNOWN — e WHERE restituisce solo le righe TRUE.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BF9B7D8-B404-1255-5C2D-4198787CAAFE}"/>
              </a:ext>
            </a:extLst>
          </p:cNvPr>
          <p:cNvSpPr txBox="1"/>
          <p:nvPr/>
        </p:nvSpPr>
        <p:spPr>
          <a:xfrm>
            <a:off x="4572000" y="879562"/>
            <a:ext cx="4247455" cy="36364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chemeClr val="bg1"/>
                </a:solidFill>
                <a:latin typeface="+mj-lt"/>
              </a:rPr>
              <a:t>-- NULL non è uguale a nulla, nemmeno a se stesso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chemeClr val="bg1"/>
                </a:solidFill>
                <a:latin typeface="+mj-lt"/>
              </a:rPr>
              <a:t>NULL = NULL    --&gt; UNKNOWN (non TRUE)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chemeClr val="bg1"/>
                </a:solidFill>
                <a:latin typeface="+mj-lt"/>
              </a:rPr>
              <a:t>NULL &lt;&gt; NULL   --&gt; UNKNOWN (non TRUE)</a:t>
            </a:r>
          </a:p>
          <a:p>
            <a:pPr marL="268288" indent="-268288"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  <a:buFont typeface="Arial" panose="020B0604020202020204" pitchFamily="34" charset="0"/>
              <a:buChar char="•"/>
            </a:pPr>
            <a:endParaRPr lang="it-IT" sz="14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chemeClr val="bg1"/>
                </a:solidFill>
                <a:latin typeface="+mj-lt"/>
              </a:rPr>
              <a:t>-- ❌ Restituiscono sempre 0 righe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rgbClr val="C20E1A"/>
                </a:solidFill>
                <a:latin typeface="+mj-lt"/>
              </a:rPr>
              <a:t>WHERE</a:t>
            </a:r>
            <a:r>
              <a:rPr lang="it-IT" sz="1400" dirty="0">
                <a:solidFill>
                  <a:schemeClr val="bg1"/>
                </a:solidFill>
                <a:latin typeface="+mj-lt"/>
              </a:rPr>
              <a:t> Color = </a:t>
            </a:r>
            <a:r>
              <a:rPr lang="it-IT" sz="1400" dirty="0">
                <a:solidFill>
                  <a:srgbClr val="92D050"/>
                </a:solidFill>
                <a:latin typeface="+mj-lt"/>
              </a:rPr>
              <a:t>NULL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rgbClr val="C20E1A"/>
                </a:solidFill>
                <a:latin typeface="+mj-lt"/>
              </a:rPr>
              <a:t>WHERE</a:t>
            </a:r>
            <a:r>
              <a:rPr lang="it-IT" sz="1400" dirty="0">
                <a:solidFill>
                  <a:schemeClr val="bg1"/>
                </a:solidFill>
                <a:latin typeface="+mj-lt"/>
              </a:rPr>
              <a:t> Color &lt;&gt; </a:t>
            </a:r>
            <a:r>
              <a:rPr lang="it-IT" sz="1400" dirty="0">
                <a:solidFill>
                  <a:srgbClr val="92D050"/>
                </a:solidFill>
                <a:latin typeface="+mj-lt"/>
              </a:rPr>
              <a:t>NULL</a:t>
            </a:r>
          </a:p>
          <a:p>
            <a:pPr marL="268288" indent="-268288"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  <a:buFont typeface="Arial" panose="020B0604020202020204" pitchFamily="34" charset="0"/>
              <a:buChar char="•"/>
            </a:pPr>
            <a:endParaRPr lang="it-IT" sz="14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chemeClr val="bg1"/>
                </a:solidFill>
                <a:latin typeface="+mj-lt"/>
              </a:rPr>
              <a:t>-- ✅ Unico modo corretto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rgbClr val="C20E1A"/>
                </a:solidFill>
                <a:latin typeface="+mj-lt"/>
              </a:rPr>
              <a:t>WHERE</a:t>
            </a:r>
            <a:r>
              <a:rPr lang="it-IT" sz="1400" dirty="0">
                <a:solidFill>
                  <a:schemeClr val="bg1"/>
                </a:solidFill>
                <a:latin typeface="+mj-lt"/>
              </a:rPr>
              <a:t> Color IS </a:t>
            </a:r>
            <a:r>
              <a:rPr lang="it-IT" sz="1400" dirty="0">
                <a:solidFill>
                  <a:srgbClr val="92D050"/>
                </a:solidFill>
                <a:latin typeface="+mj-lt"/>
              </a:rPr>
              <a:t>NULL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rgbClr val="C20E1A"/>
                </a:solidFill>
                <a:latin typeface="+mj-lt"/>
              </a:rPr>
              <a:t>WHERE</a:t>
            </a:r>
            <a:r>
              <a:rPr lang="it-IT" sz="1400" dirty="0">
                <a:solidFill>
                  <a:schemeClr val="bg1"/>
                </a:solidFill>
                <a:latin typeface="+mj-lt"/>
              </a:rPr>
              <a:t> Color IS NOT </a:t>
            </a:r>
            <a:r>
              <a:rPr lang="it-IT" sz="1400" dirty="0">
                <a:solidFill>
                  <a:srgbClr val="92D050"/>
                </a:solidFill>
                <a:latin typeface="+mj-lt"/>
              </a:rPr>
              <a:t>NULL</a:t>
            </a:r>
          </a:p>
          <a:p>
            <a:pPr marL="268288" indent="-268288"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  <a:buFont typeface="Arial" panose="020B0604020202020204" pitchFamily="34" charset="0"/>
              <a:buChar char="•"/>
            </a:pPr>
            <a:endParaRPr lang="it-IT" sz="14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chemeClr val="bg1"/>
                </a:solidFill>
                <a:latin typeface="+mj-lt"/>
              </a:rPr>
              <a:t>-- Esempio: prodotti attivi su </a:t>
            </a:r>
            <a:r>
              <a:rPr lang="it-IT" sz="1400" dirty="0" err="1">
                <a:solidFill>
                  <a:schemeClr val="bg1"/>
                </a:solidFill>
                <a:latin typeface="+mj-lt"/>
              </a:rPr>
              <a:t>AdventureWorks</a:t>
            </a:r>
            <a:endParaRPr lang="it-IT" sz="14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rgbClr val="C20E1A"/>
                </a:solidFill>
                <a:latin typeface="+mj-lt"/>
              </a:rPr>
              <a:t>SELECT</a:t>
            </a:r>
            <a:r>
              <a:rPr lang="it-IT" sz="1400" dirty="0">
                <a:solidFill>
                  <a:schemeClr val="bg1"/>
                </a:solidFill>
                <a:latin typeface="+mj-lt"/>
              </a:rPr>
              <a:t> Name, </a:t>
            </a:r>
            <a:r>
              <a:rPr lang="it-IT" sz="1400" dirty="0" err="1">
                <a:solidFill>
                  <a:schemeClr val="bg1"/>
                </a:solidFill>
                <a:latin typeface="+mj-lt"/>
              </a:rPr>
              <a:t>ListPrice</a:t>
            </a:r>
            <a:endParaRPr lang="it-IT" sz="14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rgbClr val="C20E1A"/>
                </a:solidFill>
                <a:latin typeface="+mj-lt"/>
              </a:rPr>
              <a:t>FROM</a:t>
            </a:r>
            <a:r>
              <a:rPr lang="it-IT" sz="1400" dirty="0">
                <a:solidFill>
                  <a:schemeClr val="bg1"/>
                </a:solidFill>
                <a:latin typeface="+mj-lt"/>
              </a:rPr>
              <a:t>   </a:t>
            </a:r>
            <a:r>
              <a:rPr lang="it-IT" sz="1400" dirty="0" err="1">
                <a:solidFill>
                  <a:schemeClr val="bg1"/>
                </a:solidFill>
                <a:latin typeface="+mj-lt"/>
              </a:rPr>
              <a:t>Production.Product</a:t>
            </a:r>
            <a:endParaRPr lang="it-IT" sz="14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rgbClr val="C20E1A"/>
                </a:solidFill>
                <a:latin typeface="+mj-lt"/>
              </a:rPr>
              <a:t>WHERE</a:t>
            </a:r>
            <a:r>
              <a:rPr lang="it-IT" sz="1400" dirty="0">
                <a:solidFill>
                  <a:schemeClr val="bg1"/>
                </a:solidFill>
                <a:latin typeface="+mj-lt"/>
              </a:rPr>
              <a:t>  </a:t>
            </a:r>
            <a:r>
              <a:rPr lang="it-IT" sz="1400" dirty="0" err="1">
                <a:solidFill>
                  <a:schemeClr val="bg1"/>
                </a:solidFill>
                <a:latin typeface="+mj-lt"/>
              </a:rPr>
              <a:t>DiscontinuedDate</a:t>
            </a:r>
            <a:r>
              <a:rPr lang="it-IT" sz="1400" dirty="0">
                <a:solidFill>
                  <a:schemeClr val="bg1"/>
                </a:solidFill>
                <a:latin typeface="+mj-lt"/>
              </a:rPr>
              <a:t> IS </a:t>
            </a:r>
            <a:r>
              <a:rPr lang="it-IT" sz="1400" dirty="0">
                <a:solidFill>
                  <a:srgbClr val="92D050"/>
                </a:solidFill>
                <a:latin typeface="+mj-lt"/>
              </a:rPr>
              <a:t>NULL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sz="1400" dirty="0">
                <a:solidFill>
                  <a:schemeClr val="bg1"/>
                </a:solidFill>
                <a:latin typeface="+mj-lt"/>
              </a:rPr>
              <a:t>AND  </a:t>
            </a:r>
            <a:r>
              <a:rPr lang="it-IT" sz="1400" dirty="0" err="1">
                <a:solidFill>
                  <a:schemeClr val="bg1"/>
                </a:solidFill>
                <a:latin typeface="+mj-lt"/>
              </a:rPr>
              <a:t>ListPrice</a:t>
            </a:r>
            <a:r>
              <a:rPr lang="it-IT" sz="1400" dirty="0">
                <a:solidFill>
                  <a:schemeClr val="bg1"/>
                </a:solidFill>
                <a:latin typeface="+mj-lt"/>
              </a:rPr>
              <a:t> &gt; 0;</a:t>
            </a:r>
          </a:p>
        </p:txBody>
      </p:sp>
      <p:pic>
        <p:nvPicPr>
          <p:cNvPr id="4" name="Elemento grafico 3" descr="Programmatore (maschile) con riempimento a tinta unita">
            <a:extLst>
              <a:ext uri="{FF2B5EF4-FFF2-40B4-BE49-F238E27FC236}">
                <a16:creationId xmlns:a16="http://schemas.microsoft.com/office/drawing/2014/main" id="{9449B7D0-42FE-2B97-5454-6C7089BCD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2317" y="3939902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039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4B64EA-3A14-EF7D-F64C-C7DC464E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ORDER BY E TOP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2D2B25D-B62D-97B1-EB23-BFBFA69DE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it-IT" sz="2000" dirty="0"/>
              <a:t>Ordinare ha un costo. </a:t>
            </a:r>
          </a:p>
          <a:p>
            <a:r>
              <a:rPr lang="it-IT" sz="2000" dirty="0"/>
              <a:t>Senza ORDER BY l'ordine dei risultati è non deterministico</a:t>
            </a:r>
          </a:p>
          <a:p>
            <a:r>
              <a:rPr lang="it-IT" sz="2000" b="1" dirty="0"/>
              <a:t>Come aiutare l'</a:t>
            </a:r>
            <a:r>
              <a:rPr lang="it-IT" sz="2000" b="1" dirty="0" err="1"/>
              <a:t>optimizer</a:t>
            </a:r>
            <a:r>
              <a:rPr lang="it-IT" sz="2000" b="1" dirty="0"/>
              <a:t>:</a:t>
            </a:r>
            <a:endParaRPr lang="it-IT" sz="2000" dirty="0"/>
          </a:p>
          <a:p>
            <a:pPr lvl="1"/>
            <a:r>
              <a:rPr lang="it-IT" sz="1600" dirty="0"/>
              <a:t>una ORDER BY con una direzione ASC/DESC costante può lavorare meglio con un indice </a:t>
            </a:r>
            <a:r>
              <a:rPr lang="it-IT" sz="1600" dirty="0" err="1"/>
              <a:t>adhoc</a:t>
            </a:r>
            <a:r>
              <a:rPr lang="it-IT" sz="1600" dirty="0"/>
              <a:t>.</a:t>
            </a:r>
          </a:p>
          <a:p>
            <a:pPr lvl="1"/>
            <a:r>
              <a:rPr lang="it-IT" sz="1600" dirty="0"/>
              <a:t>Su grandi dataset, limitare le righe prima dell'ordinamento, meno righe da ordinare = sort più veloce.</a:t>
            </a:r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562E7722-AC22-B330-2E65-5A21919130F7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1126619028"/>
              </p:ext>
            </p:extLst>
          </p:nvPr>
        </p:nvGraphicFramePr>
        <p:xfrm>
          <a:off x="4651666" y="901412"/>
          <a:ext cx="4244281" cy="37723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3416">
                  <a:extLst>
                    <a:ext uri="{9D8B030D-6E8A-4147-A177-3AD203B41FA5}">
                      <a16:colId xmlns:a16="http://schemas.microsoft.com/office/drawing/2014/main" val="889278745"/>
                    </a:ext>
                  </a:extLst>
                </a:gridCol>
                <a:gridCol w="991927">
                  <a:extLst>
                    <a:ext uri="{9D8B030D-6E8A-4147-A177-3AD203B41FA5}">
                      <a16:colId xmlns:a16="http://schemas.microsoft.com/office/drawing/2014/main" val="3305640683"/>
                    </a:ext>
                  </a:extLst>
                </a:gridCol>
                <a:gridCol w="1888938">
                  <a:extLst>
                    <a:ext uri="{9D8B030D-6E8A-4147-A177-3AD203B41FA5}">
                      <a16:colId xmlns:a16="http://schemas.microsoft.com/office/drawing/2014/main" val="1353172522"/>
                    </a:ext>
                  </a:extLst>
                </a:gridCol>
              </a:tblGrid>
              <a:tr h="316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Scenario</a:t>
                      </a:r>
                    </a:p>
                  </a:txBody>
                  <a:tcPr marL="66303" marR="66303" marT="33153" marB="33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Costo</a:t>
                      </a:r>
                    </a:p>
                  </a:txBody>
                  <a:tcPr marL="66303" marR="66303" marT="33153" marB="33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Quando accade</a:t>
                      </a:r>
                    </a:p>
                  </a:txBody>
                  <a:tcPr marL="66303" marR="66303" marT="33153" marB="33153" anchor="ctr"/>
                </a:tc>
                <a:extLst>
                  <a:ext uri="{0D108BD9-81ED-4DB2-BD59-A6C34878D82A}">
                    <a16:rowId xmlns:a16="http://schemas.microsoft.com/office/drawing/2014/main" val="1410155761"/>
                  </a:ext>
                </a:extLst>
              </a:tr>
              <a:tr h="1151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Indice già ordinato</a:t>
                      </a:r>
                      <a:endParaRPr lang="it-IT" sz="1400" dirty="0"/>
                    </a:p>
                  </a:txBody>
                  <a:tcPr marL="66303" marR="66303" marT="33153" marB="33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Quasi zero</a:t>
                      </a:r>
                    </a:p>
                  </a:txBody>
                  <a:tcPr marL="66303" marR="66303" marT="33153" marB="33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Esiste un indice su quella colonna nella direzione richiesta — SQL legge le righe già ordinate.</a:t>
                      </a:r>
                    </a:p>
                  </a:txBody>
                  <a:tcPr marL="66303" marR="66303" marT="33153" marB="33153" anchor="ctr"/>
                </a:tc>
                <a:extLst>
                  <a:ext uri="{0D108BD9-81ED-4DB2-BD59-A6C34878D82A}">
                    <a16:rowId xmlns:a16="http://schemas.microsoft.com/office/drawing/2014/main" val="2790619243"/>
                  </a:ext>
                </a:extLst>
              </a:tr>
              <a:tr h="943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Sort in memoria</a:t>
                      </a:r>
                      <a:endParaRPr lang="it-IT" sz="1400" dirty="0"/>
                    </a:p>
                  </a:txBody>
                  <a:tcPr marL="66303" marR="66303" marT="33153" marB="33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Moderato</a:t>
                      </a:r>
                    </a:p>
                  </a:txBody>
                  <a:tcPr marL="66303" marR="66303" marT="33153" marB="33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Nessun indice utile, ma il dataset entra nel memory grant del piano.</a:t>
                      </a:r>
                    </a:p>
                  </a:txBody>
                  <a:tcPr marL="66303" marR="66303" marT="33153" marB="33153" anchor="ctr"/>
                </a:tc>
                <a:extLst>
                  <a:ext uri="{0D108BD9-81ED-4DB2-BD59-A6C34878D82A}">
                    <a16:rowId xmlns:a16="http://schemas.microsoft.com/office/drawing/2014/main" val="349216989"/>
                  </a:ext>
                </a:extLst>
              </a:tr>
              <a:tr h="1360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Sort su disco (spill in tempdb)</a:t>
                      </a:r>
                      <a:endParaRPr lang="it-IT" sz="1400"/>
                    </a:p>
                  </a:txBody>
                  <a:tcPr marL="66303" marR="66303" marT="33153" marB="33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Alto e variabile</a:t>
                      </a:r>
                    </a:p>
                  </a:txBody>
                  <a:tcPr marL="66303" marR="66303" marT="33153" marB="33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Il </a:t>
                      </a:r>
                      <a:r>
                        <a:rPr lang="it-IT" sz="1400" dirty="0" err="1"/>
                        <a:t>memory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grant</a:t>
                      </a:r>
                      <a:r>
                        <a:rPr lang="it-IT" sz="1400" dirty="0"/>
                        <a:t> non basta — SQL riversa i dati intermedi su </a:t>
                      </a:r>
                      <a:r>
                        <a:rPr lang="it-IT" sz="1400" dirty="0" err="1"/>
                        <a:t>tempdb</a:t>
                      </a:r>
                      <a:r>
                        <a:rPr lang="it-IT" sz="1400" dirty="0"/>
                        <a:t>. Visibile nel piano come sort con warning.</a:t>
                      </a:r>
                    </a:p>
                  </a:txBody>
                  <a:tcPr marL="66303" marR="66303" marT="33153" marB="33153" anchor="ctr"/>
                </a:tc>
                <a:extLst>
                  <a:ext uri="{0D108BD9-81ED-4DB2-BD59-A6C34878D82A}">
                    <a16:rowId xmlns:a16="http://schemas.microsoft.com/office/drawing/2014/main" val="548896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39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F19C-A660-27C5-550D-F6DD1012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6FA2CE1-A017-53FC-3E8E-1CCC0708E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SECONDA PARTE lezione</a:t>
            </a:r>
            <a:br>
              <a:rPr lang="it-IT" sz="3800" dirty="0"/>
            </a:br>
            <a:r>
              <a:rPr lang="it-IT" sz="3800" dirty="0"/>
              <a:t>AGGREGAZIONI, ESPRESSIONI E FUNZIONI AVANZATE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3463856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22145</TotalTime>
  <Words>1387</Words>
  <Application>Microsoft Office PowerPoint</Application>
  <PresentationFormat>Presentazione su schermo (16:9)</PresentationFormat>
  <Paragraphs>151</Paragraphs>
  <Slides>11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Arial Narrow</vt:lpstr>
      <vt:lpstr>Calibri</vt:lpstr>
      <vt:lpstr>Sistemi</vt:lpstr>
      <vt:lpstr>Presentazione standard di PowerPoint</vt:lpstr>
      <vt:lpstr>agenda</vt:lpstr>
      <vt:lpstr>Fondamenti della lettura</vt:lpstr>
      <vt:lpstr>L’ordine di esecuzione</vt:lpstr>
      <vt:lpstr>SELECT: La scelta delle colonne</vt:lpstr>
      <vt:lpstr>Where: il filtro dei dati</vt:lpstr>
      <vt:lpstr>Sargability: il concetto piu’ importante per gli indici</vt:lpstr>
      <vt:lpstr>Sargability: il concetto piu’ importante per gli indici</vt:lpstr>
      <vt:lpstr>NULL: il valore che non è un valore</vt:lpstr>
      <vt:lpstr>ORDER BY E TOP</vt:lpstr>
      <vt:lpstr>SECONDA PARTE lezione AGGREGAZIONI, ESPRESSIONI E FUNZIONI AVANZATE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2026-04-09T16:16:10Z</dcterms:modified>
</cp:coreProperties>
</file>