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3"/>
  </p:notesMasterIdLst>
  <p:handoutMasterIdLst>
    <p:handoutMasterId r:id="rId24"/>
  </p:handoutMasterIdLst>
  <p:sldIdLst>
    <p:sldId id="398" r:id="rId2"/>
    <p:sldId id="418" r:id="rId3"/>
    <p:sldId id="397" r:id="rId4"/>
    <p:sldId id="406" r:id="rId5"/>
    <p:sldId id="419" r:id="rId6"/>
    <p:sldId id="425" r:id="rId7"/>
    <p:sldId id="420" r:id="rId8"/>
    <p:sldId id="421" r:id="rId9"/>
    <p:sldId id="422" r:id="rId10"/>
    <p:sldId id="423" r:id="rId11"/>
    <p:sldId id="424" r:id="rId12"/>
    <p:sldId id="426" r:id="rId13"/>
    <p:sldId id="265" r:id="rId14"/>
    <p:sldId id="427" r:id="rId15"/>
    <p:sldId id="428" r:id="rId16"/>
    <p:sldId id="429" r:id="rId17"/>
    <p:sldId id="410" r:id="rId18"/>
    <p:sldId id="411" r:id="rId19"/>
    <p:sldId id="269" r:id="rId20"/>
    <p:sldId id="430" r:id="rId21"/>
    <p:sldId id="417" r:id="rId22"/>
  </p:sldIdLst>
  <p:sldSz cx="9144000" cy="5143500" type="screen16x9"/>
  <p:notesSz cx="6797675" cy="9928225"/>
  <p:custDataLst>
    <p:tags r:id="rId25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473A"/>
    <a:srgbClr val="C20E1A"/>
    <a:srgbClr val="FFFFCC"/>
    <a:srgbClr val="8C8C8C"/>
    <a:srgbClr val="AC1A2F"/>
    <a:srgbClr val="E30613"/>
    <a:srgbClr val="D3D3D3"/>
    <a:srgbClr val="33CC33"/>
    <a:srgbClr val="FFCC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4046A-7955-4B0C-AB60-899B7F3EDB6C}" v="5" dt="2026-07-27T12:55:34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1" autoAdjust="0"/>
    <p:restoredTop sz="78087" autoAdjust="0"/>
  </p:normalViewPr>
  <p:slideViewPr>
    <p:cSldViewPr showGuides="1">
      <p:cViewPr varScale="1">
        <p:scale>
          <a:sx n="109" d="100"/>
          <a:sy n="109" d="100"/>
        </p:scale>
        <p:origin x="1842" y="102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07-27T12:55:39.754" v="15242" actId="1076"/>
      <pc:docMkLst>
        <pc:docMk/>
      </pc:docMkLst>
      <pc:sldChg chg="addSp delSp modSp add mod setBg">
        <pc:chgData name="Murzio Luca" userId="62ead766-6eaf-4057-bb25-25909a8c13e9" providerId="ADAL" clId="{3FA68CEF-BA90-4830-B164-02BEB71A7E1D}" dt="2026-07-07T14:23:47.209" v="15078" actId="20577"/>
        <pc:sldMkLst>
          <pc:docMk/>
          <pc:sldMk cId="0" sldId="265"/>
        </pc:sldMkLst>
        <pc:spChg chg="mod">
          <ac:chgData name="Murzio Luca" userId="62ead766-6eaf-4057-bb25-25909a8c13e9" providerId="ADAL" clId="{3FA68CEF-BA90-4830-B164-02BEB71A7E1D}" dt="2026-06-29T13:28:53.975" v="14498" actId="1035"/>
          <ac:spMkLst>
            <pc:docMk/>
            <pc:sldMk cId="0" sldId="265"/>
            <ac:spMk id="8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7-07T14:23:47.209" v="15078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6-29T13:28:53.975" v="14498" actId="103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6-29T13:28:53.975" v="14498" actId="1035"/>
          <ac:spMkLst>
            <pc:docMk/>
            <pc:sldMk cId="0" sldId="265"/>
            <ac:spMk id="14" creationId="{00000000-0000-0000-0000-000000000000}"/>
          </ac:spMkLst>
        </pc:spChg>
        <pc:spChg chg="add del mod">
          <ac:chgData name="Murzio Luca" userId="62ead766-6eaf-4057-bb25-25909a8c13e9" providerId="ADAL" clId="{3FA68CEF-BA90-4830-B164-02BEB71A7E1D}" dt="2026-06-29T13:28:53.975" v="14498" actId="1035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6-29T13:28:53.975" v="14498" actId="103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6-29T13:28:53.975" v="14498" actId="1035"/>
          <ac:spMkLst>
            <pc:docMk/>
            <pc:sldMk cId="0" sldId="265"/>
            <ac:spMk id="17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6-29T13:28:53.975" v="14498" actId="1035"/>
          <ac:spMkLst>
            <pc:docMk/>
            <pc:sldMk cId="0" sldId="265"/>
            <ac:spMk id="19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6-29T13:28:53.975" v="14498" actId="1035"/>
          <ac:spMkLst>
            <pc:docMk/>
            <pc:sldMk cId="0" sldId="265"/>
            <ac:spMk id="25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6-29T13:28:53.975" v="14498" actId="103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6-29T13:28:53.975" v="14498" actId="1035"/>
          <ac:spMkLst>
            <pc:docMk/>
            <pc:sldMk cId="0" sldId="265"/>
            <ac:spMk id="29" creationId="{00000000-0000-0000-0000-000000000000}"/>
          </ac:spMkLst>
        </pc:spChg>
      </pc:sldChg>
      <pc:sldChg chg="addSp delSp modSp add mod ord setBg modNotesTx">
        <pc:chgData name="Murzio Luca" userId="62ead766-6eaf-4057-bb25-25909a8c13e9" providerId="ADAL" clId="{3FA68CEF-BA90-4830-B164-02BEB71A7E1D}" dt="2026-07-07T14:27:47.470" v="15121" actId="20578"/>
        <pc:sldMkLst>
          <pc:docMk/>
          <pc:sldMk cId="0" sldId="269"/>
        </pc:sldMkLst>
      </pc:sldChg>
      <pc:sldChg chg="addSp delSp modSp mod setBg modNotesTx">
        <pc:chgData name="Murzio Luca" userId="62ead766-6eaf-4057-bb25-25909a8c13e9" providerId="ADAL" clId="{3FA68CEF-BA90-4830-B164-02BEB71A7E1D}" dt="2026-07-07T14:12:23.719" v="14722" actId="20577"/>
        <pc:sldMkLst>
          <pc:docMk/>
          <pc:sldMk cId="2453220132" sldId="398"/>
        </pc:sldMkLst>
      </pc:sldChg>
      <pc:sldChg chg="addSp delSp modSp mod modNotesTx">
        <pc:chgData name="Murzio Luca" userId="62ead766-6eaf-4057-bb25-25909a8c13e9" providerId="ADAL" clId="{3FA68CEF-BA90-4830-B164-02BEB71A7E1D}" dt="2026-07-07T14:14:15.218" v="14891" actId="6549"/>
        <pc:sldMkLst>
          <pc:docMk/>
          <pc:sldMk cId="57708598" sldId="406"/>
        </pc:sldMkLst>
      </pc:sldChg>
      <pc:sldChg chg="addSp delSp modSp mod modNotesTx">
        <pc:chgData name="Murzio Luca" userId="62ead766-6eaf-4057-bb25-25909a8c13e9" providerId="ADAL" clId="{3FA68CEF-BA90-4830-B164-02BEB71A7E1D}" dt="2026-07-07T14:25:31.269" v="15095" actId="6549"/>
        <pc:sldMkLst>
          <pc:docMk/>
          <pc:sldMk cId="1280367679" sldId="411"/>
        </pc:sldMkLst>
      </pc:sldChg>
      <pc:sldChg chg="modSp add mod modNotesTx">
        <pc:chgData name="Murzio Luca" userId="62ead766-6eaf-4057-bb25-25909a8c13e9" providerId="ADAL" clId="{3FA68CEF-BA90-4830-B164-02BEB71A7E1D}" dt="2026-07-07T14:13:26.153" v="14886" actId="20577"/>
        <pc:sldMkLst>
          <pc:docMk/>
          <pc:sldMk cId="3540166546" sldId="418"/>
        </pc:sldMkLst>
      </pc:sldChg>
      <pc:sldChg chg="modSp add mod modNotesTx">
        <pc:chgData name="Murzio Luca" userId="62ead766-6eaf-4057-bb25-25909a8c13e9" providerId="ADAL" clId="{3FA68CEF-BA90-4830-B164-02BEB71A7E1D}" dt="2026-07-07T14:14:43.770" v="14892" actId="6549"/>
        <pc:sldMkLst>
          <pc:docMk/>
          <pc:sldMk cId="3860293861" sldId="419"/>
        </pc:sldMkLst>
      </pc:sldChg>
      <pc:sldChg chg="addSp modSp add mod modNotesTx">
        <pc:chgData name="Murzio Luca" userId="62ead766-6eaf-4057-bb25-25909a8c13e9" providerId="ADAL" clId="{3FA68CEF-BA90-4830-B164-02BEB71A7E1D}" dt="2026-07-08T14:53:00.052" v="15227" actId="6549"/>
        <pc:sldMkLst>
          <pc:docMk/>
          <pc:sldMk cId="210113248" sldId="420"/>
        </pc:sldMkLst>
        <pc:spChg chg="mod">
          <ac:chgData name="Murzio Luca" userId="62ead766-6eaf-4057-bb25-25909a8c13e9" providerId="ADAL" clId="{3FA68CEF-BA90-4830-B164-02BEB71A7E1D}" dt="2026-07-08T14:53:00.052" v="15227" actId="6549"/>
          <ac:spMkLst>
            <pc:docMk/>
            <pc:sldMk cId="210113248" sldId="420"/>
            <ac:spMk id="3" creationId="{5F1BD4CB-1C9C-48AD-8411-40D6546DDE23}"/>
          </ac:spMkLst>
        </pc:spChg>
      </pc:sldChg>
      <pc:sldChg chg="addSp delSp modSp new mod modNotes modNotesTx">
        <pc:chgData name="Murzio Luca" userId="62ead766-6eaf-4057-bb25-25909a8c13e9" providerId="ADAL" clId="{3FA68CEF-BA90-4830-B164-02BEB71A7E1D}" dt="2026-07-27T12:55:39.754" v="15242" actId="1076"/>
        <pc:sldMkLst>
          <pc:docMk/>
          <pc:sldMk cId="2885363159" sldId="421"/>
        </pc:sldMkLst>
        <pc:spChg chg="add mod">
          <ac:chgData name="Murzio Luca" userId="62ead766-6eaf-4057-bb25-25909a8c13e9" providerId="ADAL" clId="{3FA68CEF-BA90-4830-B164-02BEB71A7E1D}" dt="2026-06-29T10:11:15.274" v="14483" actId="1035"/>
          <ac:spMkLst>
            <pc:docMk/>
            <pc:sldMk cId="2885363159" sldId="421"/>
            <ac:spMk id="6" creationId="{F9D27526-46DD-E783-7E69-982606F8F92C}"/>
          </ac:spMkLst>
        </pc:spChg>
        <pc:spChg chg="add mod">
          <ac:chgData name="Murzio Luca" userId="62ead766-6eaf-4057-bb25-25909a8c13e9" providerId="ADAL" clId="{3FA68CEF-BA90-4830-B164-02BEB71A7E1D}" dt="2026-06-29T10:11:15.274" v="14483" actId="1035"/>
          <ac:spMkLst>
            <pc:docMk/>
            <pc:sldMk cId="2885363159" sldId="421"/>
            <ac:spMk id="7" creationId="{8D9317B0-A170-7B44-1443-AB56846E18AA}"/>
          </ac:spMkLst>
        </pc:spChg>
        <pc:spChg chg="mod">
          <ac:chgData name="Murzio Luca" userId="62ead766-6eaf-4057-bb25-25909a8c13e9" providerId="ADAL" clId="{3FA68CEF-BA90-4830-B164-02BEB71A7E1D}" dt="2026-06-29T10:11:15.274" v="14483" actId="1035"/>
          <ac:spMkLst>
            <pc:docMk/>
            <pc:sldMk cId="2885363159" sldId="421"/>
            <ac:spMk id="8" creationId="{7666D1E2-86B4-AE4D-60CF-2FB5A532C7FD}"/>
          </ac:spMkLst>
        </pc:spChg>
        <pc:spChg chg="mod">
          <ac:chgData name="Murzio Luca" userId="62ead766-6eaf-4057-bb25-25909a8c13e9" providerId="ADAL" clId="{3FA68CEF-BA90-4830-B164-02BEB71A7E1D}" dt="2026-06-29T10:11:15.274" v="14483" actId="1035"/>
          <ac:spMkLst>
            <pc:docMk/>
            <pc:sldMk cId="2885363159" sldId="421"/>
            <ac:spMk id="9" creationId="{2D26C491-8E80-F081-B9B1-735CE473A5F5}"/>
          </ac:spMkLst>
        </pc:spChg>
        <pc:spChg chg="mod">
          <ac:chgData name="Murzio Luca" userId="62ead766-6eaf-4057-bb25-25909a8c13e9" providerId="ADAL" clId="{3FA68CEF-BA90-4830-B164-02BEB71A7E1D}" dt="2026-06-29T10:11:21.064" v="14485" actId="1036"/>
          <ac:spMkLst>
            <pc:docMk/>
            <pc:sldMk cId="2885363159" sldId="421"/>
            <ac:spMk id="11" creationId="{BEA28B48-C2E9-14D2-635A-979D343CF5F2}"/>
          </ac:spMkLst>
        </pc:spChg>
        <pc:spChg chg="add mod">
          <ac:chgData name="Murzio Luca" userId="62ead766-6eaf-4057-bb25-25909a8c13e9" providerId="ADAL" clId="{3FA68CEF-BA90-4830-B164-02BEB71A7E1D}" dt="2026-06-29T10:11:21.064" v="14485" actId="1036"/>
          <ac:spMkLst>
            <pc:docMk/>
            <pc:sldMk cId="2885363159" sldId="421"/>
            <ac:spMk id="12" creationId="{8DA45EFE-4A9B-13B0-075A-3C7D96FE6BC5}"/>
          </ac:spMkLst>
        </pc:spChg>
        <pc:spChg chg="mod">
          <ac:chgData name="Murzio Luca" userId="62ead766-6eaf-4057-bb25-25909a8c13e9" providerId="ADAL" clId="{3FA68CEF-BA90-4830-B164-02BEB71A7E1D}" dt="2026-06-29T10:11:21.064" v="14485" actId="1036"/>
          <ac:spMkLst>
            <pc:docMk/>
            <pc:sldMk cId="2885363159" sldId="421"/>
            <ac:spMk id="13" creationId="{76A52496-4AB2-27A6-4B74-9CD3E08FA101}"/>
          </ac:spMkLst>
        </pc:spChg>
        <pc:spChg chg="mod">
          <ac:chgData name="Murzio Luca" userId="62ead766-6eaf-4057-bb25-25909a8c13e9" providerId="ADAL" clId="{3FA68CEF-BA90-4830-B164-02BEB71A7E1D}" dt="2026-06-29T10:11:21.064" v="14485" actId="1036"/>
          <ac:spMkLst>
            <pc:docMk/>
            <pc:sldMk cId="2885363159" sldId="421"/>
            <ac:spMk id="14" creationId="{AABFFFBA-4C29-E47D-2923-B937B0A9C024}"/>
          </ac:spMkLst>
        </pc:spChg>
        <pc:spChg chg="mod">
          <ac:chgData name="Murzio Luca" userId="62ead766-6eaf-4057-bb25-25909a8c13e9" providerId="ADAL" clId="{3FA68CEF-BA90-4830-B164-02BEB71A7E1D}" dt="2026-06-29T10:11:29.567" v="14489" actId="1036"/>
          <ac:spMkLst>
            <pc:docMk/>
            <pc:sldMk cId="2885363159" sldId="421"/>
            <ac:spMk id="16" creationId="{6BD5A867-9B17-8C27-7D19-8BBDBDC4AE2C}"/>
          </ac:spMkLst>
        </pc:spChg>
        <pc:spChg chg="mod">
          <ac:chgData name="Murzio Luca" userId="62ead766-6eaf-4057-bb25-25909a8c13e9" providerId="ADAL" clId="{3FA68CEF-BA90-4830-B164-02BEB71A7E1D}" dt="2026-07-07T14:16:27.238" v="14900" actId="1038"/>
          <ac:spMkLst>
            <pc:docMk/>
            <pc:sldMk cId="2885363159" sldId="421"/>
            <ac:spMk id="17" creationId="{41725DEA-0150-E6EF-D782-440B1A0F1226}"/>
          </ac:spMkLst>
        </pc:spChg>
        <pc:spChg chg="mod">
          <ac:chgData name="Murzio Luca" userId="62ead766-6eaf-4057-bb25-25909a8c13e9" providerId="ADAL" clId="{3FA68CEF-BA90-4830-B164-02BEB71A7E1D}" dt="2026-06-29T10:11:29.567" v="14489" actId="1036"/>
          <ac:spMkLst>
            <pc:docMk/>
            <pc:sldMk cId="2885363159" sldId="421"/>
            <ac:spMk id="18" creationId="{A2238F56-EE9D-5493-8913-09E530F619C0}"/>
          </ac:spMkLst>
        </pc:spChg>
        <pc:spChg chg="mod">
          <ac:chgData name="Murzio Luca" userId="62ead766-6eaf-4057-bb25-25909a8c13e9" providerId="ADAL" clId="{3FA68CEF-BA90-4830-B164-02BEB71A7E1D}" dt="2026-06-29T10:11:29.567" v="14489" actId="1036"/>
          <ac:spMkLst>
            <pc:docMk/>
            <pc:sldMk cId="2885363159" sldId="421"/>
            <ac:spMk id="19" creationId="{9D680B67-DEB6-AC11-EC89-4965BED129BD}"/>
          </ac:spMkLst>
        </pc:spChg>
        <pc:spChg chg="add mod">
          <ac:chgData name="Murzio Luca" userId="62ead766-6eaf-4057-bb25-25909a8c13e9" providerId="ADAL" clId="{3FA68CEF-BA90-4830-B164-02BEB71A7E1D}" dt="2026-07-09T13:55:58.267" v="15230" actId="404"/>
          <ac:spMkLst>
            <pc:docMk/>
            <pc:sldMk cId="2885363159" sldId="421"/>
            <ac:spMk id="21" creationId="{4D3C7CCA-8C2E-0A5C-2C84-393F9F7D321D}"/>
          </ac:spMkLst>
        </pc:spChg>
        <pc:spChg chg="mod">
          <ac:chgData name="Murzio Luca" userId="62ead766-6eaf-4057-bb25-25909a8c13e9" providerId="ADAL" clId="{3FA68CEF-BA90-4830-B164-02BEB71A7E1D}" dt="2026-06-29T10:11:35.096" v="14491" actId="1036"/>
          <ac:spMkLst>
            <pc:docMk/>
            <pc:sldMk cId="2885363159" sldId="421"/>
            <ac:spMk id="22" creationId="{CEA7F07B-4375-560E-F5BE-42945441350B}"/>
          </ac:spMkLst>
        </pc:spChg>
        <pc:spChg chg="add mod">
          <ac:chgData name="Murzio Luca" userId="62ead766-6eaf-4057-bb25-25909a8c13e9" providerId="ADAL" clId="{3FA68CEF-BA90-4830-B164-02BEB71A7E1D}" dt="2026-06-29T10:11:35.096" v="14491" actId="1036"/>
          <ac:spMkLst>
            <pc:docMk/>
            <pc:sldMk cId="2885363159" sldId="421"/>
            <ac:spMk id="23" creationId="{E6DF686A-9BAC-E64E-96D3-4A63C147485F}"/>
          </ac:spMkLst>
        </pc:spChg>
        <pc:spChg chg="mod">
          <ac:chgData name="Murzio Luca" userId="62ead766-6eaf-4057-bb25-25909a8c13e9" providerId="ADAL" clId="{3FA68CEF-BA90-4830-B164-02BEB71A7E1D}" dt="2026-06-29T10:11:35.096" v="14491" actId="1036"/>
          <ac:spMkLst>
            <pc:docMk/>
            <pc:sldMk cId="2885363159" sldId="421"/>
            <ac:spMk id="24" creationId="{131159D2-7D9A-9871-0EB4-35CB3303615E}"/>
          </ac:spMkLst>
        </pc:spChg>
        <pc:spChg chg="mod">
          <ac:chgData name="Murzio Luca" userId="62ead766-6eaf-4057-bb25-25909a8c13e9" providerId="ADAL" clId="{3FA68CEF-BA90-4830-B164-02BEB71A7E1D}" dt="2026-06-29T10:11:41.930" v="14493" actId="1036"/>
          <ac:spMkLst>
            <pc:docMk/>
            <pc:sldMk cId="2885363159" sldId="421"/>
            <ac:spMk id="26" creationId="{E6405DAB-F3D2-4B5F-7133-EDD28D0B6B2A}"/>
          </ac:spMkLst>
        </pc:spChg>
        <pc:spChg chg="mod">
          <ac:chgData name="Murzio Luca" userId="62ead766-6eaf-4057-bb25-25909a8c13e9" providerId="ADAL" clId="{3FA68CEF-BA90-4830-B164-02BEB71A7E1D}" dt="2026-06-29T10:11:41.930" v="14493" actId="1036"/>
          <ac:spMkLst>
            <pc:docMk/>
            <pc:sldMk cId="2885363159" sldId="421"/>
            <ac:spMk id="27" creationId="{98FE8024-013F-D0C7-F47D-8D15B2105E92}"/>
          </ac:spMkLst>
        </pc:spChg>
        <pc:spChg chg="add mod">
          <ac:chgData name="Murzio Luca" userId="62ead766-6eaf-4057-bb25-25909a8c13e9" providerId="ADAL" clId="{3FA68CEF-BA90-4830-B164-02BEB71A7E1D}" dt="2026-06-29T10:11:41.930" v="14493" actId="1036"/>
          <ac:spMkLst>
            <pc:docMk/>
            <pc:sldMk cId="2885363159" sldId="421"/>
            <ac:spMk id="28" creationId="{5CE1A5B8-25A1-05AF-20C2-260B7211F576}"/>
          </ac:spMkLst>
        </pc:spChg>
        <pc:spChg chg="add mod">
          <ac:chgData name="Murzio Luca" userId="62ead766-6eaf-4057-bb25-25909a8c13e9" providerId="ADAL" clId="{3FA68CEF-BA90-4830-B164-02BEB71A7E1D}" dt="2026-06-29T10:11:41.930" v="14493" actId="1036"/>
          <ac:spMkLst>
            <pc:docMk/>
            <pc:sldMk cId="2885363159" sldId="421"/>
            <ac:spMk id="29" creationId="{F94EFD8F-9DFD-EABC-5E51-B2D555EB457F}"/>
          </ac:spMkLst>
        </pc:spChg>
        <pc:spChg chg="mod">
          <ac:chgData name="Murzio Luca" userId="62ead766-6eaf-4057-bb25-25909a8c13e9" providerId="ADAL" clId="{3FA68CEF-BA90-4830-B164-02BEB71A7E1D}" dt="2026-06-29T10:11:47.985" v="14495" actId="1036"/>
          <ac:spMkLst>
            <pc:docMk/>
            <pc:sldMk cId="2885363159" sldId="421"/>
            <ac:spMk id="31" creationId="{E58A2A54-DF74-D68F-CE11-06621BEB29B9}"/>
          </ac:spMkLst>
        </pc:spChg>
        <pc:spChg chg="mod">
          <ac:chgData name="Murzio Luca" userId="62ead766-6eaf-4057-bb25-25909a8c13e9" providerId="ADAL" clId="{3FA68CEF-BA90-4830-B164-02BEB71A7E1D}" dt="2026-06-29T10:11:47.985" v="14495" actId="1036"/>
          <ac:spMkLst>
            <pc:docMk/>
            <pc:sldMk cId="2885363159" sldId="421"/>
            <ac:spMk id="32" creationId="{9636880B-C016-7CA4-B22D-8BAC7E6837D7}"/>
          </ac:spMkLst>
        </pc:spChg>
        <pc:spChg chg="mod">
          <ac:chgData name="Murzio Luca" userId="62ead766-6eaf-4057-bb25-25909a8c13e9" providerId="ADAL" clId="{3FA68CEF-BA90-4830-B164-02BEB71A7E1D}" dt="2026-06-29T10:11:47.985" v="14495" actId="1036"/>
          <ac:spMkLst>
            <pc:docMk/>
            <pc:sldMk cId="2885363159" sldId="421"/>
            <ac:spMk id="33" creationId="{68502B57-185B-1241-42F0-EA5AF6A2A943}"/>
          </ac:spMkLst>
        </pc:spChg>
        <pc:spChg chg="mod">
          <ac:chgData name="Murzio Luca" userId="62ead766-6eaf-4057-bb25-25909a8c13e9" providerId="ADAL" clId="{3FA68CEF-BA90-4830-B164-02BEB71A7E1D}" dt="2026-06-29T10:11:47.985" v="14495" actId="1036"/>
          <ac:spMkLst>
            <pc:docMk/>
            <pc:sldMk cId="2885363159" sldId="421"/>
            <ac:spMk id="34" creationId="{C76DAFB0-5FA7-5EE9-D841-567B53980F1D}"/>
          </ac:spMkLst>
        </pc:spChg>
        <pc:graphicFrameChg chg="add mod modGraphic">
          <ac:chgData name="Murzio Luca" userId="62ead766-6eaf-4057-bb25-25909a8c13e9" providerId="ADAL" clId="{3FA68CEF-BA90-4830-B164-02BEB71A7E1D}" dt="2026-07-27T12:55:39.754" v="15242" actId="1076"/>
          <ac:graphicFrameMkLst>
            <pc:docMk/>
            <pc:sldMk cId="2885363159" sldId="421"/>
            <ac:graphicFrameMk id="55" creationId="{5ABD9305-C80F-5B6B-8706-CA82860A03DD}"/>
          </ac:graphicFrameMkLst>
        </pc:graphicFrameChg>
      </pc:sldChg>
      <pc:sldChg chg="modSp add mod modNotesTx">
        <pc:chgData name="Murzio Luca" userId="62ead766-6eaf-4057-bb25-25909a8c13e9" providerId="ADAL" clId="{3FA68CEF-BA90-4830-B164-02BEB71A7E1D}" dt="2026-07-07T14:20:36.870" v="14915" actId="6549"/>
        <pc:sldMkLst>
          <pc:docMk/>
          <pc:sldMk cId="958445748" sldId="423"/>
        </pc:sldMkLst>
      </pc:sldChg>
      <pc:sldChg chg="modSp add mod modNotesTx">
        <pc:chgData name="Murzio Luca" userId="62ead766-6eaf-4057-bb25-25909a8c13e9" providerId="ADAL" clId="{3FA68CEF-BA90-4830-B164-02BEB71A7E1D}" dt="2026-07-07T14:20:41.322" v="14916" actId="6549"/>
        <pc:sldMkLst>
          <pc:docMk/>
          <pc:sldMk cId="1723068466" sldId="424"/>
        </pc:sldMkLst>
      </pc:sldChg>
      <pc:sldChg chg="modSp add mod modNotesTx">
        <pc:chgData name="Murzio Luca" userId="62ead766-6eaf-4057-bb25-25909a8c13e9" providerId="ADAL" clId="{3FA68CEF-BA90-4830-B164-02BEB71A7E1D}" dt="2026-07-07T14:24:19.231" v="15079" actId="6549"/>
        <pc:sldMkLst>
          <pc:docMk/>
          <pc:sldMk cId="1646784082" sldId="428"/>
        </pc:sldMkLst>
      </pc:sldChg>
      <pc:sldChg chg="modSp add mod modNotesTx">
        <pc:chgData name="Murzio Luca" userId="62ead766-6eaf-4057-bb25-25909a8c13e9" providerId="ADAL" clId="{3FA68CEF-BA90-4830-B164-02BEB71A7E1D}" dt="2026-07-07T14:25:07.682" v="15094" actId="6549"/>
        <pc:sldMkLst>
          <pc:docMk/>
          <pc:sldMk cId="1929819726" sldId="429"/>
        </pc:sldMkLst>
      </pc:sldChg>
      <pc:sldChg chg="modSp add mod modNotesTx">
        <pc:chgData name="Murzio Luca" userId="62ead766-6eaf-4057-bb25-25909a8c13e9" providerId="ADAL" clId="{3FA68CEF-BA90-4830-B164-02BEB71A7E1D}" dt="2026-07-07T14:28:56.290" v="15226" actId="20577"/>
        <pc:sldMkLst>
          <pc:docMk/>
          <pc:sldMk cId="2862467164" sldId="430"/>
        </pc:sldMkLst>
        <pc:graphicFrameChg chg="mod modGraphic">
          <ac:chgData name="Murzio Luca" userId="62ead766-6eaf-4057-bb25-25909a8c13e9" providerId="ADAL" clId="{3FA68CEF-BA90-4830-B164-02BEB71A7E1D}" dt="2026-07-07T14:28:56.290" v="15226" actId="20577"/>
          <ac:graphicFrameMkLst>
            <pc:docMk/>
            <pc:sldMk cId="2862467164" sldId="430"/>
            <ac:graphicFrameMk id="5" creationId="{B67D8B25-D8A9-3A93-8ADC-C1EC97F2547D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1F62B-6749-4127-BF33-B948C18E53A1}" type="doc">
      <dgm:prSet loTypeId="urn:microsoft.com/office/officeart/2005/8/layout/p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2FB198A0-1714-4D5D-8656-E075BCF10151}">
      <dgm:prSet phldrT="[Testo]"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 err="1"/>
            <a:t>Subquery</a:t>
          </a:r>
          <a:endParaRPr lang="it-IT" dirty="0"/>
        </a:p>
      </dgm:t>
    </dgm:pt>
    <dgm:pt modelId="{61A79EF9-7BEC-42D8-999F-5525070377BE}" type="parTrans" cxnId="{22E17AE5-481C-44B1-BAEC-8A9615112D17}">
      <dgm:prSet/>
      <dgm:spPr/>
      <dgm:t>
        <a:bodyPr/>
        <a:lstStyle/>
        <a:p>
          <a:endParaRPr lang="it-IT"/>
        </a:p>
      </dgm:t>
    </dgm:pt>
    <dgm:pt modelId="{C4510213-4CD4-4865-91F9-9490F01B9AF6}" type="sibTrans" cxnId="{22E17AE5-481C-44B1-BAEC-8A9615112D17}">
      <dgm:prSet/>
      <dgm:spPr/>
      <dgm:t>
        <a:bodyPr/>
        <a:lstStyle/>
        <a:p>
          <a:endParaRPr lang="it-IT"/>
        </a:p>
      </dgm:t>
    </dgm:pt>
    <dgm:pt modelId="{0DEA05F1-C0DA-42CA-B513-1D07AE7C3B4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Scalare</a:t>
          </a:r>
        </a:p>
      </dgm:t>
    </dgm:pt>
    <dgm:pt modelId="{61042808-7344-4A32-8299-4EF8AF4747DA}" type="parTrans" cxnId="{F4C146D5-3401-4867-A6DB-77E7BC0DBCC4}">
      <dgm:prSet/>
      <dgm:spPr/>
      <dgm:t>
        <a:bodyPr/>
        <a:lstStyle/>
        <a:p>
          <a:endParaRPr lang="it-IT"/>
        </a:p>
      </dgm:t>
    </dgm:pt>
    <dgm:pt modelId="{5B49E091-3E50-40C8-AF98-D2DBF1FF1F39}" type="sibTrans" cxnId="{F4C146D5-3401-4867-A6DB-77E7BC0DBCC4}">
      <dgm:prSet/>
      <dgm:spPr/>
      <dgm:t>
        <a:bodyPr/>
        <a:lstStyle/>
        <a:p>
          <a:endParaRPr lang="it-IT"/>
        </a:p>
      </dgm:t>
    </dgm:pt>
    <dgm:pt modelId="{1DD11827-D47B-4997-B821-EB0203AD2F2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Multi-riga</a:t>
          </a:r>
        </a:p>
      </dgm:t>
    </dgm:pt>
    <dgm:pt modelId="{8C60E279-DCCD-434F-9122-41C31BE98F30}" type="parTrans" cxnId="{28EB3FBF-2885-4367-9D65-494221D09C5E}">
      <dgm:prSet/>
      <dgm:spPr/>
      <dgm:t>
        <a:bodyPr/>
        <a:lstStyle/>
        <a:p>
          <a:endParaRPr lang="it-IT"/>
        </a:p>
      </dgm:t>
    </dgm:pt>
    <dgm:pt modelId="{157E78DD-7021-444C-8724-FBACA241AC21}" type="sibTrans" cxnId="{28EB3FBF-2885-4367-9D65-494221D09C5E}">
      <dgm:prSet/>
      <dgm:spPr/>
      <dgm:t>
        <a:bodyPr/>
        <a:lstStyle/>
        <a:p>
          <a:endParaRPr lang="it-IT"/>
        </a:p>
      </dgm:t>
    </dgm:pt>
    <dgm:pt modelId="{AF6C438C-1726-4ABE-A18C-DB9907DCF7EC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Correlata</a:t>
          </a:r>
        </a:p>
      </dgm:t>
    </dgm:pt>
    <dgm:pt modelId="{21466346-2F48-4343-9DFC-3677C87CC508}" type="parTrans" cxnId="{9CAA5B90-62CE-411F-90FA-85BD5F3C3516}">
      <dgm:prSet/>
      <dgm:spPr/>
      <dgm:t>
        <a:bodyPr/>
        <a:lstStyle/>
        <a:p>
          <a:endParaRPr lang="it-IT"/>
        </a:p>
      </dgm:t>
    </dgm:pt>
    <dgm:pt modelId="{DBBC8BF0-BB26-4EDE-B98F-9114E69F4CD2}" type="sibTrans" cxnId="{9CAA5B90-62CE-411F-90FA-85BD5F3C3516}">
      <dgm:prSet/>
      <dgm:spPr/>
      <dgm:t>
        <a:bodyPr/>
        <a:lstStyle/>
        <a:p>
          <a:endParaRPr lang="it-IT"/>
        </a:p>
      </dgm:t>
    </dgm:pt>
    <dgm:pt modelId="{51C28666-D447-4B0A-9D45-58EAAAF4C45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CTE</a:t>
          </a:r>
        </a:p>
      </dgm:t>
    </dgm:pt>
    <dgm:pt modelId="{4603A966-9B49-4831-8263-104779E5CE66}" type="parTrans" cxnId="{FCFA18B9-FA7D-411B-A9B7-70C9B8E67110}">
      <dgm:prSet/>
      <dgm:spPr/>
      <dgm:t>
        <a:bodyPr/>
        <a:lstStyle/>
        <a:p>
          <a:endParaRPr lang="it-IT"/>
        </a:p>
      </dgm:t>
    </dgm:pt>
    <dgm:pt modelId="{3994FE86-EFE3-43FE-85C1-A1162D6271C7}" type="sibTrans" cxnId="{FCFA18B9-FA7D-411B-A9B7-70C9B8E67110}">
      <dgm:prSet/>
      <dgm:spPr/>
      <dgm:t>
        <a:bodyPr/>
        <a:lstStyle/>
        <a:p>
          <a:endParaRPr lang="it-IT"/>
        </a:p>
      </dgm:t>
    </dgm:pt>
    <dgm:pt modelId="{53108772-0380-4A20-BA63-BA632A278629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Sintassi</a:t>
          </a:r>
        </a:p>
      </dgm:t>
    </dgm:pt>
    <dgm:pt modelId="{EA984A75-1A4C-4479-88BE-94DB790DD3DB}" type="parTrans" cxnId="{194F612F-7D47-4E05-807E-D3370B1BBAC4}">
      <dgm:prSet/>
      <dgm:spPr/>
      <dgm:t>
        <a:bodyPr/>
        <a:lstStyle/>
        <a:p>
          <a:endParaRPr lang="it-IT"/>
        </a:p>
      </dgm:t>
    </dgm:pt>
    <dgm:pt modelId="{B3C3CB41-C4A7-4FC1-A945-78D49F483F33}" type="sibTrans" cxnId="{194F612F-7D47-4E05-807E-D3370B1BBAC4}">
      <dgm:prSet/>
      <dgm:spPr/>
      <dgm:t>
        <a:bodyPr/>
        <a:lstStyle/>
        <a:p>
          <a:endParaRPr lang="it-IT"/>
        </a:p>
      </dgm:t>
    </dgm:pt>
    <dgm:pt modelId="{D27FDA1A-92E1-45CC-80EC-FEB6EDAF8063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CTE Multiple </a:t>
          </a:r>
        </a:p>
      </dgm:t>
    </dgm:pt>
    <dgm:pt modelId="{FF16E574-AE17-4ECF-AA07-789695DB4AA0}" type="parTrans" cxnId="{D590EC09-0DAC-4CCD-B16D-4AC385B2CA51}">
      <dgm:prSet/>
      <dgm:spPr/>
      <dgm:t>
        <a:bodyPr/>
        <a:lstStyle/>
        <a:p>
          <a:endParaRPr lang="it-IT"/>
        </a:p>
      </dgm:t>
    </dgm:pt>
    <dgm:pt modelId="{EA72DAD2-E33C-4B5F-AB5F-6DAC7129A25A}" type="sibTrans" cxnId="{D590EC09-0DAC-4CCD-B16D-4AC385B2CA51}">
      <dgm:prSet/>
      <dgm:spPr/>
      <dgm:t>
        <a:bodyPr/>
        <a:lstStyle/>
        <a:p>
          <a:endParaRPr lang="it-IT"/>
        </a:p>
      </dgm:t>
    </dgm:pt>
    <dgm:pt modelId="{5CBF31A6-E422-4451-B62E-737400DA849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Viste</a:t>
          </a:r>
          <a:endParaRPr lang="it-IT" dirty="0"/>
        </a:p>
      </dgm:t>
    </dgm:pt>
    <dgm:pt modelId="{8CA55899-402A-419A-953C-E4450B950111}" type="parTrans" cxnId="{5E856F7F-9F16-44C8-8344-BDD5222D54C6}">
      <dgm:prSet/>
      <dgm:spPr/>
      <dgm:t>
        <a:bodyPr/>
        <a:lstStyle/>
        <a:p>
          <a:endParaRPr lang="it-IT"/>
        </a:p>
      </dgm:t>
    </dgm:pt>
    <dgm:pt modelId="{1E6245A8-C582-42F7-B1C4-717977BAED51}" type="sibTrans" cxnId="{5E856F7F-9F16-44C8-8344-BDD5222D54C6}">
      <dgm:prSet/>
      <dgm:spPr/>
      <dgm:t>
        <a:bodyPr/>
        <a:lstStyle/>
        <a:p>
          <a:endParaRPr lang="it-IT"/>
        </a:p>
      </dgm:t>
    </dgm:pt>
    <dgm:pt modelId="{F75A4402-9271-46B7-AED0-2D303206886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Viste</a:t>
          </a:r>
        </a:p>
      </dgm:t>
    </dgm:pt>
    <dgm:pt modelId="{3528218E-A868-4FA3-94C8-4CF601B7317A}" type="parTrans" cxnId="{C176A59E-F2FC-40E0-8A22-07A5E1B41A00}">
      <dgm:prSet/>
      <dgm:spPr/>
      <dgm:t>
        <a:bodyPr/>
        <a:lstStyle/>
        <a:p>
          <a:endParaRPr lang="it-IT"/>
        </a:p>
      </dgm:t>
    </dgm:pt>
    <dgm:pt modelId="{ED4A72D2-A54A-40D1-88E6-4C67004BDE73}" type="sibTrans" cxnId="{C176A59E-F2FC-40E0-8A22-07A5E1B41A00}">
      <dgm:prSet/>
      <dgm:spPr/>
      <dgm:t>
        <a:bodyPr/>
        <a:lstStyle/>
        <a:p>
          <a:endParaRPr lang="it-IT"/>
        </a:p>
      </dgm:t>
    </dgm:pt>
    <dgm:pt modelId="{60FF2340-5FB3-490D-A782-4C3761E9BC47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Viste indicizzate</a:t>
          </a:r>
        </a:p>
      </dgm:t>
    </dgm:pt>
    <dgm:pt modelId="{55579DFD-3431-4AA4-94B1-C1C89F094C11}" type="parTrans" cxnId="{CDDF9531-5472-4F21-A54A-7BFB09D1F544}">
      <dgm:prSet/>
      <dgm:spPr/>
      <dgm:t>
        <a:bodyPr/>
        <a:lstStyle/>
        <a:p>
          <a:endParaRPr lang="it-IT"/>
        </a:p>
      </dgm:t>
    </dgm:pt>
    <dgm:pt modelId="{C4D80E53-2208-40C2-9B2F-C1BF32EABC2E}" type="sibTrans" cxnId="{CDDF9531-5472-4F21-A54A-7BFB09D1F544}">
      <dgm:prSet/>
      <dgm:spPr/>
      <dgm:t>
        <a:bodyPr/>
        <a:lstStyle/>
        <a:p>
          <a:endParaRPr lang="it-IT"/>
        </a:p>
      </dgm:t>
    </dgm:pt>
    <dgm:pt modelId="{69F305E5-F72E-496A-B695-369648AE165F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None/>
          </a:pPr>
          <a:r>
            <a:rPr lang="it-IT" b="1" dirty="0"/>
            <a:t>Performance e leggibilità</a:t>
          </a:r>
        </a:p>
      </dgm:t>
    </dgm:pt>
    <dgm:pt modelId="{17225EA7-43C5-4888-8D23-0F6F264200E6}" type="parTrans" cxnId="{F7C931B7-680E-4C1F-BED9-6BB851C3A0D1}">
      <dgm:prSet/>
      <dgm:spPr/>
      <dgm:t>
        <a:bodyPr/>
        <a:lstStyle/>
        <a:p>
          <a:endParaRPr lang="it-IT"/>
        </a:p>
      </dgm:t>
    </dgm:pt>
    <dgm:pt modelId="{C47C920A-CF95-489A-BD08-FFAF01D67A5C}" type="sibTrans" cxnId="{F7C931B7-680E-4C1F-BED9-6BB851C3A0D1}">
      <dgm:prSet/>
      <dgm:spPr/>
      <dgm:t>
        <a:bodyPr/>
        <a:lstStyle/>
        <a:p>
          <a:endParaRPr lang="it-IT"/>
        </a:p>
      </dgm:t>
    </dgm:pt>
    <dgm:pt modelId="{C7011348-2CFD-44F3-AC0C-D9D086B35A25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Quando usare cosa</a:t>
          </a:r>
        </a:p>
      </dgm:t>
    </dgm:pt>
    <dgm:pt modelId="{92328D12-4706-493E-9490-38DC6F7B6639}" type="parTrans" cxnId="{1440EA77-F7BB-43DC-90A4-170B59532FB1}">
      <dgm:prSet/>
      <dgm:spPr/>
      <dgm:t>
        <a:bodyPr/>
        <a:lstStyle/>
        <a:p>
          <a:endParaRPr lang="it-IT"/>
        </a:p>
      </dgm:t>
    </dgm:pt>
    <dgm:pt modelId="{3E1FCB56-4E52-4BAF-9056-9369D54A15A6}" type="sibTrans" cxnId="{1440EA77-F7BB-43DC-90A4-170B59532FB1}">
      <dgm:prSet/>
      <dgm:spPr/>
      <dgm:t>
        <a:bodyPr/>
        <a:lstStyle/>
        <a:p>
          <a:endParaRPr lang="it-IT"/>
        </a:p>
      </dgm:t>
    </dgm:pt>
    <dgm:pt modelId="{41434913-54C4-486C-94E1-621AFE12EB44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Performance</a:t>
          </a:r>
        </a:p>
      </dgm:t>
    </dgm:pt>
    <dgm:pt modelId="{581A4A3F-CCB4-4EEC-82D6-EECE42CB5B9C}" type="parTrans" cxnId="{F5F95723-CB8E-47D2-BB29-6551FC432188}">
      <dgm:prSet/>
      <dgm:spPr/>
      <dgm:t>
        <a:bodyPr/>
        <a:lstStyle/>
        <a:p>
          <a:endParaRPr lang="it-IT"/>
        </a:p>
      </dgm:t>
    </dgm:pt>
    <dgm:pt modelId="{65146017-A0D2-4A54-9312-6BB7E90A10FB}" type="sibTrans" cxnId="{F5F95723-CB8E-47D2-BB29-6551FC432188}">
      <dgm:prSet/>
      <dgm:spPr/>
      <dgm:t>
        <a:bodyPr/>
        <a:lstStyle/>
        <a:p>
          <a:endParaRPr lang="it-IT"/>
        </a:p>
      </dgm:t>
    </dgm:pt>
    <dgm:pt modelId="{45BB9372-096F-4326-8AB3-27AA3A9C1BF1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CTE Ricorsive</a:t>
          </a:r>
        </a:p>
      </dgm:t>
    </dgm:pt>
    <dgm:pt modelId="{0BFA724C-8974-4458-BE9A-25B6FE43DD33}" type="parTrans" cxnId="{DB16E436-0238-4859-B2EB-2A7312C9E43C}">
      <dgm:prSet/>
      <dgm:spPr/>
      <dgm:t>
        <a:bodyPr/>
        <a:lstStyle/>
        <a:p>
          <a:endParaRPr lang="it-IT"/>
        </a:p>
      </dgm:t>
    </dgm:pt>
    <dgm:pt modelId="{08B984F4-8A69-4115-9AD6-0FE4CDA5D9A0}" type="sibTrans" cxnId="{DB16E436-0238-4859-B2EB-2A7312C9E43C}">
      <dgm:prSet/>
      <dgm:spPr/>
      <dgm:t>
        <a:bodyPr/>
        <a:lstStyle/>
        <a:p>
          <a:endParaRPr lang="it-IT"/>
        </a:p>
      </dgm:t>
    </dgm:pt>
    <dgm:pt modelId="{B214506A-9513-458E-8BD6-AE8FE376365D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 err="1"/>
            <a:t>Inline</a:t>
          </a:r>
          <a:endParaRPr lang="it-IT" dirty="0"/>
        </a:p>
      </dgm:t>
    </dgm:pt>
    <dgm:pt modelId="{AD7134CD-A79D-46EE-A12C-124BABD90DDC}" type="parTrans" cxnId="{41564C42-3544-4FF2-8930-8B81D779DB70}">
      <dgm:prSet/>
      <dgm:spPr/>
      <dgm:t>
        <a:bodyPr/>
        <a:lstStyle/>
        <a:p>
          <a:endParaRPr lang="it-IT"/>
        </a:p>
      </dgm:t>
    </dgm:pt>
    <dgm:pt modelId="{4CC9C584-03B3-482D-A5D8-B0FC38DB0A21}" type="sibTrans" cxnId="{41564C42-3544-4FF2-8930-8B81D779DB70}">
      <dgm:prSet/>
      <dgm:spPr/>
      <dgm:t>
        <a:bodyPr/>
        <a:lstStyle/>
        <a:p>
          <a:endParaRPr lang="it-IT"/>
        </a:p>
      </dgm:t>
    </dgm:pt>
    <dgm:pt modelId="{7F3571C3-9ACB-417C-812D-0A11EB86A360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endParaRPr lang="it-IT" dirty="0"/>
        </a:p>
      </dgm:t>
    </dgm:pt>
    <dgm:pt modelId="{9528D0E5-3F86-4B17-B162-542ABB8D7A8F}" type="parTrans" cxnId="{0D226C52-564D-4825-A133-DCE7E36DEAD1}">
      <dgm:prSet/>
      <dgm:spPr/>
      <dgm:t>
        <a:bodyPr/>
        <a:lstStyle/>
        <a:p>
          <a:endParaRPr lang="it-IT"/>
        </a:p>
      </dgm:t>
    </dgm:pt>
    <dgm:pt modelId="{22C80F03-BC39-434B-B94B-C64DF67ED387}" type="sibTrans" cxnId="{0D226C52-564D-4825-A133-DCE7E36DEAD1}">
      <dgm:prSet/>
      <dgm:spPr/>
      <dgm:t>
        <a:bodyPr/>
        <a:lstStyle/>
        <a:p>
          <a:endParaRPr lang="it-IT"/>
        </a:p>
      </dgm:t>
    </dgm:pt>
    <dgm:pt modelId="{06DCDF8B-144A-4DDE-8C8C-AB0B5E551470}" type="pres">
      <dgm:prSet presAssocID="{A6D1F62B-6749-4127-BF33-B948C18E53A1}" presName="Name0" presStyleCnt="0">
        <dgm:presLayoutVars>
          <dgm:dir/>
          <dgm:resizeHandles val="exact"/>
        </dgm:presLayoutVars>
      </dgm:prSet>
      <dgm:spPr/>
    </dgm:pt>
    <dgm:pt modelId="{D27675B3-CBC1-4D81-AA80-13CE7334BE69}" type="pres">
      <dgm:prSet presAssocID="{A6D1F62B-6749-4127-BF33-B948C18E53A1}" presName="bkgdShp" presStyleLbl="alignAccFollowNode1" presStyleIdx="0" presStyleCnt="1" custLinFactNeighborX="-8" custLinFactNeighborY="465"/>
      <dgm:spPr>
        <a:ln>
          <a:solidFill>
            <a:srgbClr val="C20E1A">
              <a:alpha val="90000"/>
            </a:srgbClr>
          </a:solidFill>
        </a:ln>
      </dgm:spPr>
    </dgm:pt>
    <dgm:pt modelId="{63588C70-A0B9-44A7-AE9F-B257E34B8B88}" type="pres">
      <dgm:prSet presAssocID="{A6D1F62B-6749-4127-BF33-B948C18E53A1}" presName="linComp" presStyleCnt="0"/>
      <dgm:spPr/>
    </dgm:pt>
    <dgm:pt modelId="{61032929-C9AB-4203-B0C8-B19653CCFD80}" type="pres">
      <dgm:prSet presAssocID="{2FB198A0-1714-4D5D-8656-E075BCF10151}" presName="compNode" presStyleCnt="0"/>
      <dgm:spPr/>
    </dgm:pt>
    <dgm:pt modelId="{278E81E2-930D-4299-BB4A-429B1923B8CC}" type="pres">
      <dgm:prSet presAssocID="{2FB198A0-1714-4D5D-8656-E075BCF10151}" presName="node" presStyleLbl="node1" presStyleIdx="0" presStyleCnt="4">
        <dgm:presLayoutVars>
          <dgm:bulletEnabled val="1"/>
        </dgm:presLayoutVars>
      </dgm:prSet>
      <dgm:spPr/>
    </dgm:pt>
    <dgm:pt modelId="{7966EECC-426C-4BCE-B86F-5739FE724519}" type="pres">
      <dgm:prSet presAssocID="{2FB198A0-1714-4D5D-8656-E075BCF10151}" presName="invisiNode" presStyleLbl="node1" presStyleIdx="0" presStyleCnt="4"/>
      <dgm:spPr/>
    </dgm:pt>
    <dgm:pt modelId="{820E0940-A629-4F3E-BA84-620FC446B63B}" type="pres">
      <dgm:prSet presAssocID="{2FB198A0-1714-4D5D-8656-E075BCF10151}" presName="imagNode" presStyleLbl="fgImgPlace1" presStyleIdx="0" presStyleCnt="4" custScaleX="100001" custScaleY="100001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</dgm:pt>
    <dgm:pt modelId="{D8783325-6210-4DED-9C6E-86BBF7F00C2D}" type="pres">
      <dgm:prSet presAssocID="{C4510213-4CD4-4865-91F9-9490F01B9AF6}" presName="sibTrans" presStyleLbl="sibTrans2D1" presStyleIdx="0" presStyleCnt="0"/>
      <dgm:spPr/>
    </dgm:pt>
    <dgm:pt modelId="{54798144-41ED-4E49-91CB-4D425676BDF3}" type="pres">
      <dgm:prSet presAssocID="{51C28666-D447-4B0A-9D45-58EAAAF4C45B}" presName="compNode" presStyleCnt="0"/>
      <dgm:spPr/>
    </dgm:pt>
    <dgm:pt modelId="{58EDBEB8-0D9B-41C8-BAC2-2E69CD618183}" type="pres">
      <dgm:prSet presAssocID="{51C28666-D447-4B0A-9D45-58EAAAF4C45B}" presName="node" presStyleLbl="node1" presStyleIdx="1" presStyleCnt="4">
        <dgm:presLayoutVars>
          <dgm:bulletEnabled val="1"/>
        </dgm:presLayoutVars>
      </dgm:prSet>
      <dgm:spPr/>
    </dgm:pt>
    <dgm:pt modelId="{B97801AF-267A-45C7-B996-9DF3BAA0A629}" type="pres">
      <dgm:prSet presAssocID="{51C28666-D447-4B0A-9D45-58EAAAF4C45B}" presName="invisiNode" presStyleLbl="node1" presStyleIdx="1" presStyleCnt="4"/>
      <dgm:spPr/>
    </dgm:pt>
    <dgm:pt modelId="{E6F33BB0-5AF0-4D49-A2DF-B843F0E6783C}" type="pres">
      <dgm:prSet presAssocID="{51C28666-D447-4B0A-9D45-58EAAAF4C45B}" presName="imagNode" presStyleLbl="fgImgPlace1" presStyleIdx="1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</dgm:pt>
    <dgm:pt modelId="{4CAA2775-7F36-415D-841D-A58AA1687C77}" type="pres">
      <dgm:prSet presAssocID="{3994FE86-EFE3-43FE-85C1-A1162D6271C7}" presName="sibTrans" presStyleLbl="sibTrans2D1" presStyleIdx="0" presStyleCnt="0"/>
      <dgm:spPr/>
    </dgm:pt>
    <dgm:pt modelId="{829340DB-A550-4132-86C9-7C44F8539202}" type="pres">
      <dgm:prSet presAssocID="{5CBF31A6-E422-4451-B62E-737400DA8498}" presName="compNode" presStyleCnt="0"/>
      <dgm:spPr/>
    </dgm:pt>
    <dgm:pt modelId="{6A1F988B-DE1B-458A-9EA7-BB35FE57DC74}" type="pres">
      <dgm:prSet presAssocID="{5CBF31A6-E422-4451-B62E-737400DA8498}" presName="node" presStyleLbl="node1" presStyleIdx="2" presStyleCnt="4">
        <dgm:presLayoutVars>
          <dgm:bulletEnabled val="1"/>
        </dgm:presLayoutVars>
      </dgm:prSet>
      <dgm:spPr/>
    </dgm:pt>
    <dgm:pt modelId="{E98E9E03-768B-42F9-90ED-D7D598753E7F}" type="pres">
      <dgm:prSet presAssocID="{5CBF31A6-E422-4451-B62E-737400DA8498}" presName="invisiNode" presStyleLbl="node1" presStyleIdx="2" presStyleCnt="4"/>
      <dgm:spPr/>
    </dgm:pt>
    <dgm:pt modelId="{38AF4963-AAA9-4E30-ABE4-C8382111EE81}" type="pres">
      <dgm:prSet presAssocID="{5CBF31A6-E422-4451-B62E-737400DA8498}" presName="imagNode" presStyleLbl="fgImgPlace1" presStyleIdx="2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</dgm:pt>
    <dgm:pt modelId="{BFEB1368-E2FF-42D5-A6E7-027ED0A9B185}" type="pres">
      <dgm:prSet presAssocID="{1E6245A8-C582-42F7-B1C4-717977BAED51}" presName="sibTrans" presStyleLbl="sibTrans2D1" presStyleIdx="0" presStyleCnt="0"/>
      <dgm:spPr/>
    </dgm:pt>
    <dgm:pt modelId="{CB0DA1CF-2E8A-4120-85BA-8F37B57B2A51}" type="pres">
      <dgm:prSet presAssocID="{69F305E5-F72E-496A-B695-369648AE165F}" presName="compNode" presStyleCnt="0"/>
      <dgm:spPr/>
    </dgm:pt>
    <dgm:pt modelId="{39E080BF-A278-4C2E-944E-BF966591CAC9}" type="pres">
      <dgm:prSet presAssocID="{69F305E5-F72E-496A-B695-369648AE165F}" presName="node" presStyleLbl="node1" presStyleIdx="3" presStyleCnt="4">
        <dgm:presLayoutVars>
          <dgm:bulletEnabled val="1"/>
        </dgm:presLayoutVars>
      </dgm:prSet>
      <dgm:spPr/>
    </dgm:pt>
    <dgm:pt modelId="{80CE2725-D237-4709-BDC7-6D9DE06CF7E1}" type="pres">
      <dgm:prSet presAssocID="{69F305E5-F72E-496A-B695-369648AE165F}" presName="invisiNode" presStyleLbl="node1" presStyleIdx="3" presStyleCnt="4"/>
      <dgm:spPr/>
    </dgm:pt>
    <dgm:pt modelId="{FFE68A80-8BD7-42B3-8EE4-2EDBA63F756C}" type="pres">
      <dgm:prSet presAssocID="{69F305E5-F72E-496A-B695-369648AE165F}" presName="imagNode" presStyleLbl="fgImgPlace1" presStyleIdx="3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Cronometro con riempimento a tinta unita"/>
        </a:ext>
      </dgm:extLst>
    </dgm:pt>
  </dgm:ptLst>
  <dgm:cxnLst>
    <dgm:cxn modelId="{061A2F01-A49F-46F2-B49F-E1FAC049D12E}" type="presOf" srcId="{51C28666-D447-4B0A-9D45-58EAAAF4C45B}" destId="{58EDBEB8-0D9B-41C8-BAC2-2E69CD618183}" srcOrd="0" destOrd="0" presId="urn:microsoft.com/office/officeart/2005/8/layout/pList2"/>
    <dgm:cxn modelId="{DE0CAD01-65F3-43C2-A5F8-40D2D4B51070}" type="presOf" srcId="{D27FDA1A-92E1-45CC-80EC-FEB6EDAF8063}" destId="{58EDBEB8-0D9B-41C8-BAC2-2E69CD618183}" srcOrd="0" destOrd="2" presId="urn:microsoft.com/office/officeart/2005/8/layout/pList2"/>
    <dgm:cxn modelId="{D590EC09-0DAC-4CCD-B16D-4AC385B2CA51}" srcId="{51C28666-D447-4B0A-9D45-58EAAAF4C45B}" destId="{D27FDA1A-92E1-45CC-80EC-FEB6EDAF8063}" srcOrd="1" destOrd="0" parTransId="{FF16E574-AE17-4ECF-AA07-789695DB4AA0}" sibTransId="{EA72DAD2-E33C-4B5F-AB5F-6DAC7129A25A}"/>
    <dgm:cxn modelId="{3E2D4517-423D-4472-B254-43AF282FFF24}" type="presOf" srcId="{5CBF31A6-E422-4451-B62E-737400DA8498}" destId="{6A1F988B-DE1B-458A-9EA7-BB35FE57DC74}" srcOrd="0" destOrd="0" presId="urn:microsoft.com/office/officeart/2005/8/layout/pList2"/>
    <dgm:cxn modelId="{32DBFF1D-AD7B-4A37-82AC-149D66B6F876}" type="presOf" srcId="{1DD11827-D47B-4997-B821-EB0203AD2F2B}" destId="{278E81E2-930D-4299-BB4A-429B1923B8CC}" srcOrd="0" destOrd="2" presId="urn:microsoft.com/office/officeart/2005/8/layout/pList2"/>
    <dgm:cxn modelId="{5D683C22-1354-427C-A817-1C5B84DAA129}" type="presOf" srcId="{B214506A-9513-458E-8BD6-AE8FE376365D}" destId="{278E81E2-930D-4299-BB4A-429B1923B8CC}" srcOrd="0" destOrd="3" presId="urn:microsoft.com/office/officeart/2005/8/layout/pList2"/>
    <dgm:cxn modelId="{F5F95723-CB8E-47D2-BB29-6551FC432188}" srcId="{2FB198A0-1714-4D5D-8656-E075BCF10151}" destId="{41434913-54C4-486C-94E1-621AFE12EB44}" srcOrd="4" destOrd="0" parTransId="{581A4A3F-CCB4-4EEC-82D6-EECE42CB5B9C}" sibTransId="{65146017-A0D2-4A54-9312-6BB7E90A10FB}"/>
    <dgm:cxn modelId="{194F612F-7D47-4E05-807E-D3370B1BBAC4}" srcId="{51C28666-D447-4B0A-9D45-58EAAAF4C45B}" destId="{53108772-0380-4A20-BA63-BA632A278629}" srcOrd="0" destOrd="0" parTransId="{EA984A75-1A4C-4479-88BE-94DB790DD3DB}" sibTransId="{B3C3CB41-C4A7-4FC1-A945-78D49F483F33}"/>
    <dgm:cxn modelId="{CDDF9531-5472-4F21-A54A-7BFB09D1F544}" srcId="{5CBF31A6-E422-4451-B62E-737400DA8498}" destId="{60FF2340-5FB3-490D-A782-4C3761E9BC47}" srcOrd="1" destOrd="0" parTransId="{55579DFD-3431-4AA4-94B1-C1C89F094C11}" sibTransId="{C4D80E53-2208-40C2-9B2F-C1BF32EABC2E}"/>
    <dgm:cxn modelId="{DB16E436-0238-4859-B2EB-2A7312C9E43C}" srcId="{51C28666-D447-4B0A-9D45-58EAAAF4C45B}" destId="{45BB9372-096F-4326-8AB3-27AA3A9C1BF1}" srcOrd="2" destOrd="0" parTransId="{0BFA724C-8974-4458-BE9A-25B6FE43DD33}" sibTransId="{08B984F4-8A69-4115-9AD6-0FE4CDA5D9A0}"/>
    <dgm:cxn modelId="{39644D3C-17A6-4FD0-877E-905556F0C3F0}" type="presOf" srcId="{F75A4402-9271-46B7-AED0-2D3032068868}" destId="{6A1F988B-DE1B-458A-9EA7-BB35FE57DC74}" srcOrd="0" destOrd="1" presId="urn:microsoft.com/office/officeart/2005/8/layout/pList2"/>
    <dgm:cxn modelId="{1CA22C5D-28B1-4ED7-84E5-6B95F8FCAF57}" type="presOf" srcId="{C4510213-4CD4-4865-91F9-9490F01B9AF6}" destId="{D8783325-6210-4DED-9C6E-86BBF7F00C2D}" srcOrd="0" destOrd="0" presId="urn:microsoft.com/office/officeart/2005/8/layout/pList2"/>
    <dgm:cxn modelId="{41564C42-3544-4FF2-8930-8B81D779DB70}" srcId="{2FB198A0-1714-4D5D-8656-E075BCF10151}" destId="{B214506A-9513-458E-8BD6-AE8FE376365D}" srcOrd="2" destOrd="0" parTransId="{AD7134CD-A79D-46EE-A12C-124BABD90DDC}" sibTransId="{4CC9C584-03B3-482D-A5D8-B0FC38DB0A21}"/>
    <dgm:cxn modelId="{0D226C52-564D-4825-A133-DCE7E36DEAD1}" srcId="{69F305E5-F72E-496A-B695-369648AE165F}" destId="{7F3571C3-9ACB-417C-812D-0A11EB86A360}" srcOrd="1" destOrd="0" parTransId="{9528D0E5-3F86-4B17-B162-542ABB8D7A8F}" sibTransId="{22C80F03-BC39-434B-B94B-C64DF67ED387}"/>
    <dgm:cxn modelId="{130B3A76-3E13-48CD-8DF0-DA35C82D450D}" type="presOf" srcId="{1E6245A8-C582-42F7-B1C4-717977BAED51}" destId="{BFEB1368-E2FF-42D5-A6E7-027ED0A9B185}" srcOrd="0" destOrd="0" presId="urn:microsoft.com/office/officeart/2005/8/layout/pList2"/>
    <dgm:cxn modelId="{1440EA77-F7BB-43DC-90A4-170B59532FB1}" srcId="{69F305E5-F72E-496A-B695-369648AE165F}" destId="{C7011348-2CFD-44F3-AC0C-D9D086B35A25}" srcOrd="0" destOrd="0" parTransId="{92328D12-4706-493E-9490-38DC6F7B6639}" sibTransId="{3E1FCB56-4E52-4BAF-9056-9369D54A15A6}"/>
    <dgm:cxn modelId="{BF19737E-4008-48B4-B410-BE78D8D1B4F4}" type="presOf" srcId="{0DEA05F1-C0DA-42CA-B513-1D07AE7C3B4B}" destId="{278E81E2-930D-4299-BB4A-429B1923B8CC}" srcOrd="0" destOrd="1" presId="urn:microsoft.com/office/officeart/2005/8/layout/pList2"/>
    <dgm:cxn modelId="{5E856F7F-9F16-44C8-8344-BDD5222D54C6}" srcId="{A6D1F62B-6749-4127-BF33-B948C18E53A1}" destId="{5CBF31A6-E422-4451-B62E-737400DA8498}" srcOrd="2" destOrd="0" parTransId="{8CA55899-402A-419A-953C-E4450B950111}" sibTransId="{1E6245A8-C582-42F7-B1C4-717977BAED51}"/>
    <dgm:cxn modelId="{9CCC9687-F043-4711-96AD-DA2A6F9BD4D4}" type="presOf" srcId="{A6D1F62B-6749-4127-BF33-B948C18E53A1}" destId="{06DCDF8B-144A-4DDE-8C8C-AB0B5E551470}" srcOrd="0" destOrd="0" presId="urn:microsoft.com/office/officeart/2005/8/layout/pList2"/>
    <dgm:cxn modelId="{9CAA5B90-62CE-411F-90FA-85BD5F3C3516}" srcId="{2FB198A0-1714-4D5D-8656-E075BCF10151}" destId="{AF6C438C-1726-4ABE-A18C-DB9907DCF7EC}" srcOrd="3" destOrd="0" parTransId="{21466346-2F48-4343-9DFC-3677C87CC508}" sibTransId="{DBBC8BF0-BB26-4EDE-B98F-9114E69F4CD2}"/>
    <dgm:cxn modelId="{3D4A4794-8DCC-442B-9722-6BC15D70ED4C}" type="presOf" srcId="{53108772-0380-4A20-BA63-BA632A278629}" destId="{58EDBEB8-0D9B-41C8-BAC2-2E69CD618183}" srcOrd="0" destOrd="1" presId="urn:microsoft.com/office/officeart/2005/8/layout/pList2"/>
    <dgm:cxn modelId="{C176A59E-F2FC-40E0-8A22-07A5E1B41A00}" srcId="{5CBF31A6-E422-4451-B62E-737400DA8498}" destId="{F75A4402-9271-46B7-AED0-2D3032068868}" srcOrd="0" destOrd="0" parTransId="{3528218E-A868-4FA3-94C8-4CF601B7317A}" sibTransId="{ED4A72D2-A54A-40D1-88E6-4C67004BDE73}"/>
    <dgm:cxn modelId="{F7C931B7-680E-4C1F-BED9-6BB851C3A0D1}" srcId="{A6D1F62B-6749-4127-BF33-B948C18E53A1}" destId="{69F305E5-F72E-496A-B695-369648AE165F}" srcOrd="3" destOrd="0" parTransId="{17225EA7-43C5-4888-8D23-0F6F264200E6}" sibTransId="{C47C920A-CF95-489A-BD08-FFAF01D67A5C}"/>
    <dgm:cxn modelId="{FCFA18B9-FA7D-411B-A9B7-70C9B8E67110}" srcId="{A6D1F62B-6749-4127-BF33-B948C18E53A1}" destId="{51C28666-D447-4B0A-9D45-58EAAAF4C45B}" srcOrd="1" destOrd="0" parTransId="{4603A966-9B49-4831-8263-104779E5CE66}" sibTransId="{3994FE86-EFE3-43FE-85C1-A1162D6271C7}"/>
    <dgm:cxn modelId="{28EB3FBF-2885-4367-9D65-494221D09C5E}" srcId="{2FB198A0-1714-4D5D-8656-E075BCF10151}" destId="{1DD11827-D47B-4997-B821-EB0203AD2F2B}" srcOrd="1" destOrd="0" parTransId="{8C60E279-DCCD-434F-9122-41C31BE98F30}" sibTransId="{157E78DD-7021-444C-8724-FBACA241AC21}"/>
    <dgm:cxn modelId="{6A829EC6-F1C7-495D-943B-27174E37AFF3}" type="presOf" srcId="{AF6C438C-1726-4ABE-A18C-DB9907DCF7EC}" destId="{278E81E2-930D-4299-BB4A-429B1923B8CC}" srcOrd="0" destOrd="4" presId="urn:microsoft.com/office/officeart/2005/8/layout/pList2"/>
    <dgm:cxn modelId="{71642BC7-5DD6-43DB-9568-C3B4DA73FD9B}" type="presOf" srcId="{2FB198A0-1714-4D5D-8656-E075BCF10151}" destId="{278E81E2-930D-4299-BB4A-429B1923B8CC}" srcOrd="0" destOrd="0" presId="urn:microsoft.com/office/officeart/2005/8/layout/pList2"/>
    <dgm:cxn modelId="{C10C6EC7-8F0D-42E5-B44C-393DF3AF5E7C}" type="presOf" srcId="{7F3571C3-9ACB-417C-812D-0A11EB86A360}" destId="{39E080BF-A278-4C2E-944E-BF966591CAC9}" srcOrd="0" destOrd="2" presId="urn:microsoft.com/office/officeart/2005/8/layout/pList2"/>
    <dgm:cxn modelId="{E27DFDC9-1F15-4A64-AC77-5CECC3F83105}" type="presOf" srcId="{69F305E5-F72E-496A-B695-369648AE165F}" destId="{39E080BF-A278-4C2E-944E-BF966591CAC9}" srcOrd="0" destOrd="0" presId="urn:microsoft.com/office/officeart/2005/8/layout/pList2"/>
    <dgm:cxn modelId="{6CF9E6CF-4154-4AA5-921F-E41D8EBE96B2}" type="presOf" srcId="{60FF2340-5FB3-490D-A782-4C3761E9BC47}" destId="{6A1F988B-DE1B-458A-9EA7-BB35FE57DC74}" srcOrd="0" destOrd="2" presId="urn:microsoft.com/office/officeart/2005/8/layout/pList2"/>
    <dgm:cxn modelId="{060F0BD3-F56D-4A83-BE51-C9698762EDC7}" type="presOf" srcId="{C7011348-2CFD-44F3-AC0C-D9D086B35A25}" destId="{39E080BF-A278-4C2E-944E-BF966591CAC9}" srcOrd="0" destOrd="1" presId="urn:microsoft.com/office/officeart/2005/8/layout/pList2"/>
    <dgm:cxn modelId="{F4C146D5-3401-4867-A6DB-77E7BC0DBCC4}" srcId="{2FB198A0-1714-4D5D-8656-E075BCF10151}" destId="{0DEA05F1-C0DA-42CA-B513-1D07AE7C3B4B}" srcOrd="0" destOrd="0" parTransId="{61042808-7344-4A32-8299-4EF8AF4747DA}" sibTransId="{5B49E091-3E50-40C8-AF98-D2DBF1FF1F39}"/>
    <dgm:cxn modelId="{2E4EC7D7-034D-4987-83FB-A412F9175309}" type="presOf" srcId="{41434913-54C4-486C-94E1-621AFE12EB44}" destId="{278E81E2-930D-4299-BB4A-429B1923B8CC}" srcOrd="0" destOrd="5" presId="urn:microsoft.com/office/officeart/2005/8/layout/pList2"/>
    <dgm:cxn modelId="{22E17AE5-481C-44B1-BAEC-8A9615112D17}" srcId="{A6D1F62B-6749-4127-BF33-B948C18E53A1}" destId="{2FB198A0-1714-4D5D-8656-E075BCF10151}" srcOrd="0" destOrd="0" parTransId="{61A79EF9-7BEC-42D8-999F-5525070377BE}" sibTransId="{C4510213-4CD4-4865-91F9-9490F01B9AF6}"/>
    <dgm:cxn modelId="{FCF2A3E5-C0DC-4AC2-8B41-0DB126A889BB}" type="presOf" srcId="{45BB9372-096F-4326-8AB3-27AA3A9C1BF1}" destId="{58EDBEB8-0D9B-41C8-BAC2-2E69CD618183}" srcOrd="0" destOrd="3" presId="urn:microsoft.com/office/officeart/2005/8/layout/pList2"/>
    <dgm:cxn modelId="{B6614DF0-B63F-4AF0-88CD-C9C974C9D3C2}" type="presOf" srcId="{3994FE86-EFE3-43FE-85C1-A1162D6271C7}" destId="{4CAA2775-7F36-415D-841D-A58AA1687C77}" srcOrd="0" destOrd="0" presId="urn:microsoft.com/office/officeart/2005/8/layout/pList2"/>
    <dgm:cxn modelId="{63AB5D4C-446D-4398-B9C6-115446776AE9}" type="presParOf" srcId="{06DCDF8B-144A-4DDE-8C8C-AB0B5E551470}" destId="{D27675B3-CBC1-4D81-AA80-13CE7334BE69}" srcOrd="0" destOrd="0" presId="urn:microsoft.com/office/officeart/2005/8/layout/pList2"/>
    <dgm:cxn modelId="{E6A685E4-9E8D-434D-864E-46E5BE460076}" type="presParOf" srcId="{06DCDF8B-144A-4DDE-8C8C-AB0B5E551470}" destId="{63588C70-A0B9-44A7-AE9F-B257E34B8B88}" srcOrd="1" destOrd="0" presId="urn:microsoft.com/office/officeart/2005/8/layout/pList2"/>
    <dgm:cxn modelId="{C24614EC-BA58-4145-9266-7E40F2139DD1}" type="presParOf" srcId="{63588C70-A0B9-44A7-AE9F-B257E34B8B88}" destId="{61032929-C9AB-4203-B0C8-B19653CCFD80}" srcOrd="0" destOrd="0" presId="urn:microsoft.com/office/officeart/2005/8/layout/pList2"/>
    <dgm:cxn modelId="{025BCF96-D9B2-4EDC-B2EE-B6EA7A4F3F3C}" type="presParOf" srcId="{61032929-C9AB-4203-B0C8-B19653CCFD80}" destId="{278E81E2-930D-4299-BB4A-429B1923B8CC}" srcOrd="0" destOrd="0" presId="urn:microsoft.com/office/officeart/2005/8/layout/pList2"/>
    <dgm:cxn modelId="{6949C74A-5697-4D36-BFE6-A4DFE2009F8E}" type="presParOf" srcId="{61032929-C9AB-4203-B0C8-B19653CCFD80}" destId="{7966EECC-426C-4BCE-B86F-5739FE724519}" srcOrd="1" destOrd="0" presId="urn:microsoft.com/office/officeart/2005/8/layout/pList2"/>
    <dgm:cxn modelId="{8F09A53A-275B-4543-8E3B-B44EF03C3309}" type="presParOf" srcId="{61032929-C9AB-4203-B0C8-B19653CCFD80}" destId="{820E0940-A629-4F3E-BA84-620FC446B63B}" srcOrd="2" destOrd="0" presId="urn:microsoft.com/office/officeart/2005/8/layout/pList2"/>
    <dgm:cxn modelId="{269628A3-0791-41DA-A3C7-2CDBFA9FA83C}" type="presParOf" srcId="{63588C70-A0B9-44A7-AE9F-B257E34B8B88}" destId="{D8783325-6210-4DED-9C6E-86BBF7F00C2D}" srcOrd="1" destOrd="0" presId="urn:microsoft.com/office/officeart/2005/8/layout/pList2"/>
    <dgm:cxn modelId="{41151C1B-3498-45AC-98FF-0C3CBA982304}" type="presParOf" srcId="{63588C70-A0B9-44A7-AE9F-B257E34B8B88}" destId="{54798144-41ED-4E49-91CB-4D425676BDF3}" srcOrd="2" destOrd="0" presId="urn:microsoft.com/office/officeart/2005/8/layout/pList2"/>
    <dgm:cxn modelId="{D0253005-7086-4E56-9072-E73E003C87AC}" type="presParOf" srcId="{54798144-41ED-4E49-91CB-4D425676BDF3}" destId="{58EDBEB8-0D9B-41C8-BAC2-2E69CD618183}" srcOrd="0" destOrd="0" presId="urn:microsoft.com/office/officeart/2005/8/layout/pList2"/>
    <dgm:cxn modelId="{E8EA7569-76EC-4B63-9AC6-378DBD2E4197}" type="presParOf" srcId="{54798144-41ED-4E49-91CB-4D425676BDF3}" destId="{B97801AF-267A-45C7-B996-9DF3BAA0A629}" srcOrd="1" destOrd="0" presId="urn:microsoft.com/office/officeart/2005/8/layout/pList2"/>
    <dgm:cxn modelId="{51D9554E-77EC-40DD-8E2D-B20C91B7E163}" type="presParOf" srcId="{54798144-41ED-4E49-91CB-4D425676BDF3}" destId="{E6F33BB0-5AF0-4D49-A2DF-B843F0E6783C}" srcOrd="2" destOrd="0" presId="urn:microsoft.com/office/officeart/2005/8/layout/pList2"/>
    <dgm:cxn modelId="{24F09451-88E6-49B6-ACF3-150BD4FD25EC}" type="presParOf" srcId="{63588C70-A0B9-44A7-AE9F-B257E34B8B88}" destId="{4CAA2775-7F36-415D-841D-A58AA1687C77}" srcOrd="3" destOrd="0" presId="urn:microsoft.com/office/officeart/2005/8/layout/pList2"/>
    <dgm:cxn modelId="{AF4C703C-1D0F-47C4-A395-27551246F605}" type="presParOf" srcId="{63588C70-A0B9-44A7-AE9F-B257E34B8B88}" destId="{829340DB-A550-4132-86C9-7C44F8539202}" srcOrd="4" destOrd="0" presId="urn:microsoft.com/office/officeart/2005/8/layout/pList2"/>
    <dgm:cxn modelId="{CF29CFB1-A2F2-4C99-A5D3-A21FD01CEC07}" type="presParOf" srcId="{829340DB-A550-4132-86C9-7C44F8539202}" destId="{6A1F988B-DE1B-458A-9EA7-BB35FE57DC74}" srcOrd="0" destOrd="0" presId="urn:microsoft.com/office/officeart/2005/8/layout/pList2"/>
    <dgm:cxn modelId="{086366A2-AD28-4F31-B76F-CD9FCDBCB389}" type="presParOf" srcId="{829340DB-A550-4132-86C9-7C44F8539202}" destId="{E98E9E03-768B-42F9-90ED-D7D598753E7F}" srcOrd="1" destOrd="0" presId="urn:microsoft.com/office/officeart/2005/8/layout/pList2"/>
    <dgm:cxn modelId="{4CCA064D-3F6E-478B-A5E2-670EB86F7D59}" type="presParOf" srcId="{829340DB-A550-4132-86C9-7C44F8539202}" destId="{38AF4963-AAA9-4E30-ABE4-C8382111EE81}" srcOrd="2" destOrd="0" presId="urn:microsoft.com/office/officeart/2005/8/layout/pList2"/>
    <dgm:cxn modelId="{C3D6830E-ACBF-4B46-A7A6-838B68C09A90}" type="presParOf" srcId="{63588C70-A0B9-44A7-AE9F-B257E34B8B88}" destId="{BFEB1368-E2FF-42D5-A6E7-027ED0A9B185}" srcOrd="5" destOrd="0" presId="urn:microsoft.com/office/officeart/2005/8/layout/pList2"/>
    <dgm:cxn modelId="{005CF707-EA84-4FF3-89E0-A2A73D224A3A}" type="presParOf" srcId="{63588C70-A0B9-44A7-AE9F-B257E34B8B88}" destId="{CB0DA1CF-2E8A-4120-85BA-8F37B57B2A51}" srcOrd="6" destOrd="0" presId="urn:microsoft.com/office/officeart/2005/8/layout/pList2"/>
    <dgm:cxn modelId="{13E704C4-79EF-429D-B6FF-DD914DA8D1F7}" type="presParOf" srcId="{CB0DA1CF-2E8A-4120-85BA-8F37B57B2A51}" destId="{39E080BF-A278-4C2E-944E-BF966591CAC9}" srcOrd="0" destOrd="0" presId="urn:microsoft.com/office/officeart/2005/8/layout/pList2"/>
    <dgm:cxn modelId="{6188C5C7-E00E-4CBA-A68D-EEAA9AC85B21}" type="presParOf" srcId="{CB0DA1CF-2E8A-4120-85BA-8F37B57B2A51}" destId="{80CE2725-D237-4709-BDC7-6D9DE06CF7E1}" srcOrd="1" destOrd="0" presId="urn:microsoft.com/office/officeart/2005/8/layout/pList2"/>
    <dgm:cxn modelId="{1685ED32-8420-49AA-A9B4-571E6BDAF757}" type="presParOf" srcId="{CB0DA1CF-2E8A-4120-85BA-8F37B57B2A51}" destId="{FFE68A80-8BD7-42B3-8EE4-2EDBA63F756C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DA8832-7671-461D-9212-1CC85C2951F0}" type="doc">
      <dgm:prSet loTypeId="urn:microsoft.com/office/officeart/2005/8/layout/defaul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it-IT"/>
        </a:p>
      </dgm:t>
    </dgm:pt>
    <dgm:pt modelId="{1BF88420-C183-4060-A705-4D15E2DDCCF6}">
      <dgm:prSet phldrT="[Testo]" phldr="0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it-IT" sz="1400" b="1" dirty="0">
              <a:latin typeface="+mn-lt"/>
            </a:rPr>
            <a:t>Set «piccolo» vs «grande»</a:t>
          </a:r>
          <a:br>
            <a:rPr lang="it-IT" sz="1400" dirty="0">
              <a:latin typeface="+mn-lt"/>
            </a:rPr>
          </a:br>
          <a:r>
            <a:rPr lang="it-IT" sz="1400" dirty="0">
              <a:latin typeface="+mn-lt"/>
            </a:rPr>
            <a:t>Non c’è soglia fissa dipende da stime e indici. </a:t>
          </a:r>
        </a:p>
      </dgm:t>
    </dgm:pt>
    <dgm:pt modelId="{37F4F8E2-0C80-4690-BD27-99802D11788C}" type="parTrans" cxnId="{41F017A1-9E28-4507-95AE-CB709E288747}">
      <dgm:prSet/>
      <dgm:spPr/>
      <dgm:t>
        <a:bodyPr/>
        <a:lstStyle/>
        <a:p>
          <a:endParaRPr lang="it-IT"/>
        </a:p>
      </dgm:t>
    </dgm:pt>
    <dgm:pt modelId="{5BADE74C-F7FA-47C1-BEC0-0F1612130CA0}" type="sibTrans" cxnId="{41F017A1-9E28-4507-95AE-CB709E288747}">
      <dgm:prSet/>
      <dgm:spPr/>
      <dgm:t>
        <a:bodyPr/>
        <a:lstStyle/>
        <a:p>
          <a:endParaRPr lang="it-IT"/>
        </a:p>
      </dgm:t>
    </dgm:pt>
    <dgm:pt modelId="{0EC02182-98C3-48C6-B4D7-1084208DB245}">
      <dgm:prSet phldrT="[Testo]" phldr="0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it-IT" sz="1400" b="1" dirty="0">
              <a:latin typeface="+mn-lt"/>
            </a:rPr>
            <a:t>IN diventa semi-join</a:t>
          </a:r>
        </a:p>
        <a:p>
          <a:r>
            <a:rPr lang="it-IT" sz="1400" dirty="0">
              <a:latin typeface="+mn-lt"/>
            </a:rPr>
            <a:t>L’</a:t>
          </a:r>
          <a:r>
            <a:rPr lang="it-IT" sz="1400" dirty="0" err="1">
              <a:latin typeface="+mn-lt"/>
            </a:rPr>
            <a:t>optimizer</a:t>
          </a:r>
          <a:r>
            <a:rPr lang="it-IT" sz="1400" dirty="0">
              <a:latin typeface="+mn-lt"/>
            </a:rPr>
            <a:t> lo trasforma in semi-join (stesso piano JOIN) </a:t>
          </a:r>
        </a:p>
      </dgm:t>
    </dgm:pt>
    <dgm:pt modelId="{103209A9-3063-4F46-8103-EEE18031C58C}" type="parTrans" cxnId="{9EE5B2B4-A96C-4E83-AA5C-09254A68421E}">
      <dgm:prSet/>
      <dgm:spPr/>
      <dgm:t>
        <a:bodyPr/>
        <a:lstStyle/>
        <a:p>
          <a:endParaRPr lang="it-IT"/>
        </a:p>
      </dgm:t>
    </dgm:pt>
    <dgm:pt modelId="{283742DD-4FDD-4B9A-8FE7-394868DAAD57}" type="sibTrans" cxnId="{9EE5B2B4-A96C-4E83-AA5C-09254A68421E}">
      <dgm:prSet/>
      <dgm:spPr/>
      <dgm:t>
        <a:bodyPr/>
        <a:lstStyle/>
        <a:p>
          <a:endParaRPr lang="it-IT"/>
        </a:p>
      </dgm:t>
    </dgm:pt>
    <dgm:pt modelId="{AFDB3272-EA11-42D6-8EAF-E1D0F0C14C2F}">
      <dgm:prSet phldrT="[Testo]" phldr="0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it-IT" sz="1400" b="1" dirty="0">
              <a:latin typeface="+mn-lt"/>
            </a:rPr>
            <a:t>Correlata vs indice</a:t>
          </a:r>
        </a:p>
        <a:p>
          <a:r>
            <a:rPr lang="it-IT" sz="1400" dirty="0">
              <a:latin typeface="+mn-lt"/>
            </a:rPr>
            <a:t>Indice della correlata è importante per evitare </a:t>
          </a:r>
          <a:r>
            <a:rPr lang="it-IT" sz="1400" dirty="0" err="1">
              <a:latin typeface="+mn-lt"/>
            </a:rPr>
            <a:t>scan</a:t>
          </a:r>
          <a:endParaRPr lang="it-IT" sz="1400" dirty="0">
            <a:latin typeface="+mn-lt"/>
          </a:endParaRPr>
        </a:p>
      </dgm:t>
    </dgm:pt>
    <dgm:pt modelId="{FF34C218-1080-4CCF-BB3B-AC6EB1759B7A}" type="parTrans" cxnId="{70015332-D119-4F76-AE5C-3D9140B7DD4D}">
      <dgm:prSet/>
      <dgm:spPr/>
      <dgm:t>
        <a:bodyPr/>
        <a:lstStyle/>
        <a:p>
          <a:endParaRPr lang="it-IT"/>
        </a:p>
      </dgm:t>
    </dgm:pt>
    <dgm:pt modelId="{634FB531-0FAD-42C9-807F-59C95D69FF9E}" type="sibTrans" cxnId="{70015332-D119-4F76-AE5C-3D9140B7DD4D}">
      <dgm:prSet/>
      <dgm:spPr/>
      <dgm:t>
        <a:bodyPr/>
        <a:lstStyle/>
        <a:p>
          <a:endParaRPr lang="it-IT"/>
        </a:p>
      </dgm:t>
    </dgm:pt>
    <dgm:pt modelId="{1ECD9E21-2879-46B6-8804-A5CD06E6ED02}">
      <dgm:prSet phldrT="[Testo]" phldr="0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it-IT" sz="1400" dirty="0">
              <a:latin typeface="+mn-lt"/>
            </a:rPr>
            <a:t>EXISTS vs IN </a:t>
          </a:r>
          <a:br>
            <a:rPr lang="it-IT" sz="1400" dirty="0">
              <a:latin typeface="+mn-lt"/>
            </a:rPr>
          </a:br>
          <a:r>
            <a:rPr lang="it-IT" sz="1400" dirty="0">
              <a:latin typeface="+mn-lt"/>
            </a:rPr>
            <a:t>Non hanno stesse performance</a:t>
          </a:r>
        </a:p>
        <a:p>
          <a:endParaRPr lang="it-IT" sz="1700" dirty="0"/>
        </a:p>
      </dgm:t>
    </dgm:pt>
    <dgm:pt modelId="{2530E3DF-A453-41A8-8278-8EE457EAE754}" type="parTrans" cxnId="{ACD1BD6D-4CE1-4DE8-8F24-382C97E8C612}">
      <dgm:prSet/>
      <dgm:spPr/>
      <dgm:t>
        <a:bodyPr/>
        <a:lstStyle/>
        <a:p>
          <a:endParaRPr lang="it-IT"/>
        </a:p>
      </dgm:t>
    </dgm:pt>
    <dgm:pt modelId="{FEC9CB4F-2651-4B2A-9001-9FC51A82F672}" type="sibTrans" cxnId="{ACD1BD6D-4CE1-4DE8-8F24-382C97E8C612}">
      <dgm:prSet/>
      <dgm:spPr/>
      <dgm:t>
        <a:bodyPr/>
        <a:lstStyle/>
        <a:p>
          <a:endParaRPr lang="it-IT"/>
        </a:p>
      </dgm:t>
    </dgm:pt>
    <dgm:pt modelId="{D1BDCD25-8FDA-41EB-9B0E-FC8D2E0AA4FC}" type="pres">
      <dgm:prSet presAssocID="{89DA8832-7671-461D-9212-1CC85C2951F0}" presName="diagram" presStyleCnt="0">
        <dgm:presLayoutVars>
          <dgm:dir/>
          <dgm:resizeHandles val="exact"/>
        </dgm:presLayoutVars>
      </dgm:prSet>
      <dgm:spPr/>
    </dgm:pt>
    <dgm:pt modelId="{A9D833E1-01AA-4098-BE62-41D057845B19}" type="pres">
      <dgm:prSet presAssocID="{1BF88420-C183-4060-A705-4D15E2DDCCF6}" presName="node" presStyleLbl="node1" presStyleIdx="0" presStyleCnt="4" custLinFactNeighborX="1765" custLinFactNeighborY="-40674">
        <dgm:presLayoutVars>
          <dgm:bulletEnabled val="1"/>
        </dgm:presLayoutVars>
      </dgm:prSet>
      <dgm:spPr/>
    </dgm:pt>
    <dgm:pt modelId="{823FBFEF-BBBD-454E-B221-ED3B2F8E31F7}" type="pres">
      <dgm:prSet presAssocID="{5BADE74C-F7FA-47C1-BEC0-0F1612130CA0}" presName="sibTrans" presStyleCnt="0"/>
      <dgm:spPr/>
    </dgm:pt>
    <dgm:pt modelId="{9E0700C2-F239-4589-B893-B33C6A2112CD}" type="pres">
      <dgm:prSet presAssocID="{0EC02182-98C3-48C6-B4D7-1084208DB245}" presName="node" presStyleLbl="node1" presStyleIdx="1" presStyleCnt="4" custLinFactNeighborX="-4586" custLinFactNeighborY="-41154">
        <dgm:presLayoutVars>
          <dgm:bulletEnabled val="1"/>
        </dgm:presLayoutVars>
      </dgm:prSet>
      <dgm:spPr/>
    </dgm:pt>
    <dgm:pt modelId="{C3BE69D7-8DE7-4371-997F-650C7151DE24}" type="pres">
      <dgm:prSet presAssocID="{283742DD-4FDD-4B9A-8FE7-394868DAAD57}" presName="sibTrans" presStyleCnt="0"/>
      <dgm:spPr/>
    </dgm:pt>
    <dgm:pt modelId="{D48B93E8-DD2A-4158-84BE-75E7FAB4CC04}" type="pres">
      <dgm:prSet presAssocID="{AFDB3272-EA11-42D6-8EAF-E1D0F0C14C2F}" presName="node" presStyleLbl="node1" presStyleIdx="2" presStyleCnt="4" custLinFactNeighborX="1765" custLinFactNeighborY="-52997">
        <dgm:presLayoutVars>
          <dgm:bulletEnabled val="1"/>
        </dgm:presLayoutVars>
      </dgm:prSet>
      <dgm:spPr/>
    </dgm:pt>
    <dgm:pt modelId="{E2D3D946-278B-45FE-B583-EA03F887B588}" type="pres">
      <dgm:prSet presAssocID="{634FB531-0FAD-42C9-807F-59C95D69FF9E}" presName="sibTrans" presStyleCnt="0"/>
      <dgm:spPr/>
    </dgm:pt>
    <dgm:pt modelId="{5F5D02FB-C671-4E2C-A33B-56877C09A386}" type="pres">
      <dgm:prSet presAssocID="{1ECD9E21-2879-46B6-8804-A5CD06E6ED02}" presName="node" presStyleLbl="node1" presStyleIdx="3" presStyleCnt="4" custLinFactNeighborX="-4586" custLinFactNeighborY="-54552">
        <dgm:presLayoutVars>
          <dgm:bulletEnabled val="1"/>
        </dgm:presLayoutVars>
      </dgm:prSet>
      <dgm:spPr/>
    </dgm:pt>
  </dgm:ptLst>
  <dgm:cxnLst>
    <dgm:cxn modelId="{B5D39A2D-1C11-4296-B8DA-25AA262D44C4}" type="presOf" srcId="{89DA8832-7671-461D-9212-1CC85C2951F0}" destId="{D1BDCD25-8FDA-41EB-9B0E-FC8D2E0AA4FC}" srcOrd="0" destOrd="0" presId="urn:microsoft.com/office/officeart/2005/8/layout/default"/>
    <dgm:cxn modelId="{70015332-D119-4F76-AE5C-3D9140B7DD4D}" srcId="{89DA8832-7671-461D-9212-1CC85C2951F0}" destId="{AFDB3272-EA11-42D6-8EAF-E1D0F0C14C2F}" srcOrd="2" destOrd="0" parTransId="{FF34C218-1080-4CCF-BB3B-AC6EB1759B7A}" sibTransId="{634FB531-0FAD-42C9-807F-59C95D69FF9E}"/>
    <dgm:cxn modelId="{ACD1BD6D-4CE1-4DE8-8F24-382C97E8C612}" srcId="{89DA8832-7671-461D-9212-1CC85C2951F0}" destId="{1ECD9E21-2879-46B6-8804-A5CD06E6ED02}" srcOrd="3" destOrd="0" parTransId="{2530E3DF-A453-41A8-8278-8EE457EAE754}" sibTransId="{FEC9CB4F-2651-4B2A-9001-9FC51A82F672}"/>
    <dgm:cxn modelId="{78B3C54E-B80E-4FAD-BB29-4F421FCEEB28}" type="presOf" srcId="{AFDB3272-EA11-42D6-8EAF-E1D0F0C14C2F}" destId="{D48B93E8-DD2A-4158-84BE-75E7FAB4CC04}" srcOrd="0" destOrd="0" presId="urn:microsoft.com/office/officeart/2005/8/layout/default"/>
    <dgm:cxn modelId="{9E5E5199-4D9D-43F5-8B28-6A3A1AE58740}" type="presOf" srcId="{0EC02182-98C3-48C6-B4D7-1084208DB245}" destId="{9E0700C2-F239-4589-B893-B33C6A2112CD}" srcOrd="0" destOrd="0" presId="urn:microsoft.com/office/officeart/2005/8/layout/default"/>
    <dgm:cxn modelId="{41F017A1-9E28-4507-95AE-CB709E288747}" srcId="{89DA8832-7671-461D-9212-1CC85C2951F0}" destId="{1BF88420-C183-4060-A705-4D15E2DDCCF6}" srcOrd="0" destOrd="0" parTransId="{37F4F8E2-0C80-4690-BD27-99802D11788C}" sibTransId="{5BADE74C-F7FA-47C1-BEC0-0F1612130CA0}"/>
    <dgm:cxn modelId="{9EE5B2B4-A96C-4E83-AA5C-09254A68421E}" srcId="{89DA8832-7671-461D-9212-1CC85C2951F0}" destId="{0EC02182-98C3-48C6-B4D7-1084208DB245}" srcOrd="1" destOrd="0" parTransId="{103209A9-3063-4F46-8103-EEE18031C58C}" sibTransId="{283742DD-4FDD-4B9A-8FE7-394868DAAD57}"/>
    <dgm:cxn modelId="{CE55A5DD-D6FF-456A-A999-CB1148E6B9FE}" type="presOf" srcId="{1BF88420-C183-4060-A705-4D15E2DDCCF6}" destId="{A9D833E1-01AA-4098-BE62-41D057845B19}" srcOrd="0" destOrd="0" presId="urn:microsoft.com/office/officeart/2005/8/layout/default"/>
    <dgm:cxn modelId="{718D94FC-E800-42FB-8B70-FD4C6B4C08D1}" type="presOf" srcId="{1ECD9E21-2879-46B6-8804-A5CD06E6ED02}" destId="{5F5D02FB-C671-4E2C-A33B-56877C09A386}" srcOrd="0" destOrd="0" presId="urn:microsoft.com/office/officeart/2005/8/layout/default"/>
    <dgm:cxn modelId="{4CDA7BE1-8F96-4B03-AB25-850DAC61A582}" type="presParOf" srcId="{D1BDCD25-8FDA-41EB-9B0E-FC8D2E0AA4FC}" destId="{A9D833E1-01AA-4098-BE62-41D057845B19}" srcOrd="0" destOrd="0" presId="urn:microsoft.com/office/officeart/2005/8/layout/default"/>
    <dgm:cxn modelId="{0CE64B84-E10C-4D0C-8D43-77A888C307D4}" type="presParOf" srcId="{D1BDCD25-8FDA-41EB-9B0E-FC8D2E0AA4FC}" destId="{823FBFEF-BBBD-454E-B221-ED3B2F8E31F7}" srcOrd="1" destOrd="0" presId="urn:microsoft.com/office/officeart/2005/8/layout/default"/>
    <dgm:cxn modelId="{42A28E20-0CC7-4EBD-9D04-E2BFA83B22F3}" type="presParOf" srcId="{D1BDCD25-8FDA-41EB-9B0E-FC8D2E0AA4FC}" destId="{9E0700C2-F239-4589-B893-B33C6A2112CD}" srcOrd="2" destOrd="0" presId="urn:microsoft.com/office/officeart/2005/8/layout/default"/>
    <dgm:cxn modelId="{DDF20F0E-1F5D-45AB-B7C8-A16F325B6A54}" type="presParOf" srcId="{D1BDCD25-8FDA-41EB-9B0E-FC8D2E0AA4FC}" destId="{C3BE69D7-8DE7-4371-997F-650C7151DE24}" srcOrd="3" destOrd="0" presId="urn:microsoft.com/office/officeart/2005/8/layout/default"/>
    <dgm:cxn modelId="{1330B545-96DF-49EB-89BF-0CF83C6DC5C3}" type="presParOf" srcId="{D1BDCD25-8FDA-41EB-9B0E-FC8D2E0AA4FC}" destId="{D48B93E8-DD2A-4158-84BE-75E7FAB4CC04}" srcOrd="4" destOrd="0" presId="urn:microsoft.com/office/officeart/2005/8/layout/default"/>
    <dgm:cxn modelId="{9442B4C0-F8FA-492A-BE6E-9BBFE5009554}" type="presParOf" srcId="{D1BDCD25-8FDA-41EB-9B0E-FC8D2E0AA4FC}" destId="{E2D3D946-278B-45FE-B583-EA03F887B588}" srcOrd="5" destOrd="0" presId="urn:microsoft.com/office/officeart/2005/8/layout/default"/>
    <dgm:cxn modelId="{7B308709-2597-44F0-BB18-1632B44A6354}" type="presParOf" srcId="{D1BDCD25-8FDA-41EB-9B0E-FC8D2E0AA4FC}" destId="{5F5D02FB-C671-4E2C-A33B-56877C09A38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675B3-CBC1-4D81-AA80-13CE7334BE69}">
      <dsp:nvSpPr>
        <dsp:cNvPr id="0" name=""/>
        <dsp:cNvSpPr/>
      </dsp:nvSpPr>
      <dsp:spPr>
        <a:xfrm>
          <a:off x="0" y="8251"/>
          <a:ext cx="8642350" cy="1774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0940-A629-4F3E-BA84-620FC446B63B}">
      <dsp:nvSpPr>
        <dsp:cNvPr id="0" name=""/>
        <dsp:cNvSpPr/>
      </dsp:nvSpPr>
      <dsp:spPr>
        <a:xfrm>
          <a:off x="261641" y="236594"/>
          <a:ext cx="1888169" cy="13013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81E2-930D-4299-BB4A-429B1923B8CC}">
      <dsp:nvSpPr>
        <dsp:cNvPr id="0" name=""/>
        <dsp:cNvSpPr/>
      </dsp:nvSpPr>
      <dsp:spPr>
        <a:xfrm rot="10800000">
          <a:off x="261650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b="1" kern="1200" dirty="0" err="1"/>
            <a:t>Subquery</a:t>
          </a:r>
          <a:endParaRPr lang="it-IT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/>
            <a:t>Scalare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/>
            <a:t>Multi-riga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 err="1"/>
            <a:t>Inline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/>
            <a:t>Correlata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/>
            <a:t>Performance</a:t>
          </a:r>
        </a:p>
      </dsp:txBody>
      <dsp:txXfrm rot="10800000">
        <a:off x="319717" y="1774507"/>
        <a:ext cx="1772016" cy="2110775"/>
      </dsp:txXfrm>
    </dsp:sp>
    <dsp:sp modelId="{E6F33BB0-5AF0-4D49-A2DF-B843F0E6783C}">
      <dsp:nvSpPr>
        <dsp:cNvPr id="0" name=""/>
        <dsp:cNvSpPr/>
      </dsp:nvSpPr>
      <dsp:spPr>
        <a:xfrm>
          <a:off x="2338625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DBEB8-0D9B-41C8-BAC2-2E69CD618183}">
      <dsp:nvSpPr>
        <dsp:cNvPr id="0" name=""/>
        <dsp:cNvSpPr/>
      </dsp:nvSpPr>
      <dsp:spPr>
        <a:xfrm rot="10800000">
          <a:off x="2338625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b="1" kern="1200" dirty="0"/>
            <a:t>CTE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/>
            <a:t>Sintassi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/>
            <a:t>CTE Multiple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/>
            <a:t>CTE Ricorsive</a:t>
          </a:r>
        </a:p>
      </dsp:txBody>
      <dsp:txXfrm rot="10800000">
        <a:off x="2396692" y="1774507"/>
        <a:ext cx="1772016" cy="2110775"/>
      </dsp:txXfrm>
    </dsp:sp>
    <dsp:sp modelId="{38AF4963-AAA9-4E30-ABE4-C8382111EE81}">
      <dsp:nvSpPr>
        <dsp:cNvPr id="0" name=""/>
        <dsp:cNvSpPr/>
      </dsp:nvSpPr>
      <dsp:spPr>
        <a:xfrm>
          <a:off x="4415591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F988B-DE1B-458A-9EA7-BB35FE57DC74}">
      <dsp:nvSpPr>
        <dsp:cNvPr id="0" name=""/>
        <dsp:cNvSpPr/>
      </dsp:nvSpPr>
      <dsp:spPr>
        <a:xfrm rot="10800000">
          <a:off x="4415591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b="1" kern="1200" dirty="0"/>
            <a:t>Viste</a:t>
          </a:r>
          <a:endParaRPr lang="it-IT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/>
            <a:t>Viste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/>
            <a:t>Viste indicizzate</a:t>
          </a:r>
        </a:p>
      </dsp:txBody>
      <dsp:txXfrm rot="10800000">
        <a:off x="4473658" y="1774507"/>
        <a:ext cx="1772016" cy="2110775"/>
      </dsp:txXfrm>
    </dsp:sp>
    <dsp:sp modelId="{FFE68A80-8BD7-42B3-8EE4-2EDBA63F756C}">
      <dsp:nvSpPr>
        <dsp:cNvPr id="0" name=""/>
        <dsp:cNvSpPr/>
      </dsp:nvSpPr>
      <dsp:spPr>
        <a:xfrm>
          <a:off x="6492557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080BF-A278-4C2E-944E-BF966591CAC9}">
      <dsp:nvSpPr>
        <dsp:cNvPr id="0" name=""/>
        <dsp:cNvSpPr/>
      </dsp:nvSpPr>
      <dsp:spPr>
        <a:xfrm rot="10800000">
          <a:off x="6492557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b="1" kern="1200" dirty="0"/>
            <a:t>Performance e leggibilità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600" kern="1200" dirty="0"/>
            <a:t>Quando usare cosa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it-IT" sz="1600" kern="1200" dirty="0"/>
        </a:p>
      </dsp:txBody>
      <dsp:txXfrm rot="10800000">
        <a:off x="6550624" y="1774507"/>
        <a:ext cx="1772016" cy="21107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833E1-01AA-4098-BE62-41D057845B19}">
      <dsp:nvSpPr>
        <dsp:cNvPr id="0" name=""/>
        <dsp:cNvSpPr/>
      </dsp:nvSpPr>
      <dsp:spPr>
        <a:xfrm>
          <a:off x="36085" y="53018"/>
          <a:ext cx="2015216" cy="120913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 dirty="0">
              <a:latin typeface="+mn-lt"/>
            </a:rPr>
            <a:t>Set «piccolo» vs «grande»</a:t>
          </a:r>
          <a:br>
            <a:rPr lang="it-IT" sz="1400" kern="1200" dirty="0">
              <a:latin typeface="+mn-lt"/>
            </a:rPr>
          </a:br>
          <a:r>
            <a:rPr lang="it-IT" sz="1400" kern="1200" dirty="0">
              <a:latin typeface="+mn-lt"/>
            </a:rPr>
            <a:t>Non c’è soglia fissa dipende da stime e indici. </a:t>
          </a:r>
        </a:p>
      </dsp:txBody>
      <dsp:txXfrm>
        <a:off x="36085" y="53018"/>
        <a:ext cx="2015216" cy="1209130"/>
      </dsp:txXfrm>
    </dsp:sp>
    <dsp:sp modelId="{9E0700C2-F239-4589-B893-B33C6A2112CD}">
      <dsp:nvSpPr>
        <dsp:cNvPr id="0" name=""/>
        <dsp:cNvSpPr/>
      </dsp:nvSpPr>
      <dsp:spPr>
        <a:xfrm>
          <a:off x="2124837" y="47214"/>
          <a:ext cx="2015216" cy="120913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 dirty="0">
              <a:latin typeface="+mn-lt"/>
            </a:rPr>
            <a:t>IN diventa semi-join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+mn-lt"/>
            </a:rPr>
            <a:t>L’</a:t>
          </a:r>
          <a:r>
            <a:rPr lang="it-IT" sz="1400" kern="1200" dirty="0" err="1">
              <a:latin typeface="+mn-lt"/>
            </a:rPr>
            <a:t>optimizer</a:t>
          </a:r>
          <a:r>
            <a:rPr lang="it-IT" sz="1400" kern="1200" dirty="0">
              <a:latin typeface="+mn-lt"/>
            </a:rPr>
            <a:t> lo trasforma in semi-join (stesso piano JOIN) </a:t>
          </a:r>
        </a:p>
      </dsp:txBody>
      <dsp:txXfrm>
        <a:off x="2124837" y="47214"/>
        <a:ext cx="2015216" cy="1209130"/>
      </dsp:txXfrm>
    </dsp:sp>
    <dsp:sp modelId="{D48B93E8-DD2A-4158-84BE-75E7FAB4CC04}">
      <dsp:nvSpPr>
        <dsp:cNvPr id="0" name=""/>
        <dsp:cNvSpPr/>
      </dsp:nvSpPr>
      <dsp:spPr>
        <a:xfrm>
          <a:off x="36085" y="1314669"/>
          <a:ext cx="2015216" cy="120913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 dirty="0">
              <a:latin typeface="+mn-lt"/>
            </a:rPr>
            <a:t>Correlata vs indice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+mn-lt"/>
            </a:rPr>
            <a:t>Indice della correlata è importante per evitare </a:t>
          </a:r>
          <a:r>
            <a:rPr lang="it-IT" sz="1400" kern="1200" dirty="0" err="1">
              <a:latin typeface="+mn-lt"/>
            </a:rPr>
            <a:t>scan</a:t>
          </a:r>
          <a:endParaRPr lang="it-IT" sz="1400" kern="1200" dirty="0">
            <a:latin typeface="+mn-lt"/>
          </a:endParaRPr>
        </a:p>
      </dsp:txBody>
      <dsp:txXfrm>
        <a:off x="36085" y="1314669"/>
        <a:ext cx="2015216" cy="1209130"/>
      </dsp:txXfrm>
    </dsp:sp>
    <dsp:sp modelId="{5F5D02FB-C671-4E2C-A33B-56877C09A386}">
      <dsp:nvSpPr>
        <dsp:cNvPr id="0" name=""/>
        <dsp:cNvSpPr/>
      </dsp:nvSpPr>
      <dsp:spPr>
        <a:xfrm>
          <a:off x="2124837" y="1295867"/>
          <a:ext cx="2015216" cy="120913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+mn-lt"/>
            </a:rPr>
            <a:t>EXISTS vs IN </a:t>
          </a:r>
          <a:br>
            <a:rPr lang="it-IT" sz="1400" kern="1200" dirty="0">
              <a:latin typeface="+mn-lt"/>
            </a:rPr>
          </a:br>
          <a:r>
            <a:rPr lang="it-IT" sz="1400" kern="1200" dirty="0">
              <a:latin typeface="+mn-lt"/>
            </a:rPr>
            <a:t>Non hanno stesse performance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700" kern="1200" dirty="0"/>
        </a:p>
      </dsp:txBody>
      <dsp:txXfrm>
        <a:off x="2124837" y="1295867"/>
        <a:ext cx="2015216" cy="12091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27/07/2026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27/07/2026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Le abbiamo intraviste negli esempi del modulo 1 ora vediamo tutte le possibilità per estrarre informazioni dalle tabelle usando </a:t>
            </a:r>
            <a:r>
              <a:rPr lang="it-IT" dirty="0" err="1"/>
              <a:t>subquery</a:t>
            </a:r>
            <a:r>
              <a:rPr lang="it-IT" dirty="0"/>
              <a:t>, </a:t>
            </a:r>
            <a:r>
              <a:rPr lang="it-IT" dirty="0" err="1"/>
              <a:t>cte</a:t>
            </a:r>
            <a:r>
              <a:rPr lang="it-IT" dirty="0"/>
              <a:t>, viste e le implicazioni in termini di performance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Nella sezione precedente abbiamo imparato a leggere dati da una singola tabella in join con altre. Quando si estraggono dati questo non basta e occorre leggere dati con distribuzione differente, aggregati, trasformati.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800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Restituisce un singolo valore</a:t>
            </a:r>
          </a:p>
          <a:p>
            <a:r>
              <a:rPr lang="it-IT" dirty="0"/>
              <a:t>Può essere usata nella SELECT, nella WHERE o nella HAVING</a:t>
            </a:r>
          </a:p>
          <a:p>
            <a:r>
              <a:rPr lang="it-IT" dirty="0"/>
              <a:t>Se non è correlata viene eseguita prima del resto della query</a:t>
            </a:r>
          </a:p>
          <a:p>
            <a:br>
              <a:rPr lang="it-IT" dirty="0"/>
            </a:br>
            <a:r>
              <a:rPr lang="it-IT" dirty="0"/>
              <a:t>Query viene eseguita una sola volta e poi il risultato viene usato per effettuare la </a:t>
            </a:r>
            <a:r>
              <a:rPr lang="it-IT" dirty="0" err="1"/>
              <a:t>where</a:t>
            </a:r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7950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Trappola restituisce SEMPRE</a:t>
            </a:r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righe (logica ternaria: il confronto con NULL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e'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UNKNOWN).</a:t>
            </a:r>
          </a:p>
          <a:p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8087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ADF7-C1A2-2B0E-9DB2-728C4A9F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DE6E1A-C6FB-36CD-6B24-E091122DE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0E82F6C-197C-8F4B-59DF-124518999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CTE più leggibile quando livelli crescono:</a:t>
            </a:r>
            <a:br>
              <a:rPr lang="it-IT" dirty="0"/>
            </a:br>
            <a:r>
              <a:rPr lang="it-IT" dirty="0"/>
              <a:t>- </a:t>
            </a:r>
            <a:r>
              <a:rPr lang="it-IT" dirty="0" err="1"/>
              <a:t>inline</a:t>
            </a:r>
            <a:r>
              <a:rPr lang="it-IT" dirty="0"/>
              <a:t> comoda se usata una sola volta</a:t>
            </a:r>
          </a:p>
          <a:p>
            <a:pPr marL="171450" indent="-171450">
              <a:buFontTx/>
              <a:buChar char="-"/>
            </a:pPr>
            <a:r>
              <a:rPr lang="it-IT" dirty="0"/>
              <a:t>Per riferimenti multipli o con più livelli meglio CTE</a:t>
            </a:r>
          </a:p>
          <a:p>
            <a:pPr marL="0" indent="0">
              <a:buFontTx/>
              <a:buNone/>
            </a:pPr>
            <a:r>
              <a:rPr lang="it-IT" dirty="0"/>
              <a:t>Piano di esecuzione tendenzialmente uguale</a:t>
            </a: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A1B854E-3809-FA34-E4CF-8E83ADAD1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9594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ED3A-160C-0FE8-A3B8-5F9A852F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E2FF4C6-C0EB-F153-A50F-B7848FDAB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D0CCD2F-C83A-C452-CA7B-C5B74E474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Potente ma pericolosa per performance su grandi dataset, importante accompagnare con indici</a:t>
            </a:r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DC69132-BA2B-4A88-2574-28966C1D4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8316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b="1" dirty="0"/>
              <a:t>Scalare non correlata → basso.</a:t>
            </a:r>
            <a:r>
              <a:rPr lang="it-IT" dirty="0"/>
              <a:t> Viene eseguita una volta sola e il risultato riusato per tutte le righe. Costo trascurabile.</a:t>
            </a:r>
          </a:p>
          <a:p>
            <a:r>
              <a:rPr lang="it-IT" b="1" dirty="0"/>
              <a:t>Multi-riga con IN, set piccolo → basso.</a:t>
            </a:r>
            <a:r>
              <a:rPr lang="it-IT" dirty="0"/>
              <a:t> Se la </a:t>
            </a:r>
            <a:r>
              <a:rPr lang="it-IT" dirty="0" err="1"/>
              <a:t>subquery</a:t>
            </a:r>
            <a:r>
              <a:rPr lang="it-IT" dirty="0"/>
              <a:t> restituisce poche righe, l'</a:t>
            </a:r>
            <a:r>
              <a:rPr lang="it-IT" dirty="0" err="1"/>
              <a:t>optimizer</a:t>
            </a:r>
            <a:r>
              <a:rPr lang="it-IT" dirty="0"/>
              <a:t> gestisce il confronto in modo efficiente.</a:t>
            </a:r>
            <a:br>
              <a:rPr lang="it-IT" dirty="0"/>
            </a:br>
            <a:r>
              <a:rPr lang="it-IT" b="1" dirty="0"/>
              <a:t>Multi-riga con IN, set grande → medio.</a:t>
            </a:r>
            <a:r>
              <a:rPr lang="it-IT" dirty="0"/>
              <a:t> Quando il set cresce, il costo di materializzarlo e confrontarlo sale.</a:t>
            </a:r>
          </a:p>
          <a:p>
            <a:endParaRPr lang="it-IT" dirty="0"/>
          </a:p>
          <a:p>
            <a:r>
              <a:rPr lang="it-IT" dirty="0"/>
              <a:t>Grande vs piccolo Il costo dipende da come l'</a:t>
            </a:r>
            <a:r>
              <a:rPr lang="it-IT" dirty="0" err="1"/>
              <a:t>optimizer</a:t>
            </a:r>
            <a:r>
              <a:rPr lang="it-IT" dirty="0"/>
              <a:t> decide di gestire il confronto, e questa decisione è guidata dalle stime di cardinalità e dagli indici disponibili, non da un numero fisso. Detto questo, per dare ai partecipanti un riferimento mentale utile:</a:t>
            </a:r>
            <a:br>
              <a:rPr lang="it-IT" dirty="0"/>
            </a:br>
            <a:br>
              <a:rPr lang="it-IT" dirty="0"/>
            </a:br>
            <a:r>
              <a:rPr lang="it-IT" b="1" dirty="0"/>
              <a:t>Set piccolo</a:t>
            </a:r>
            <a:r>
              <a:rPr lang="it-IT" dirty="0"/>
              <a:t> — indicativamente fino a qualche centinaio di valori, oppure un set che entra comodamente in memoria e su cui l'</a:t>
            </a:r>
            <a:r>
              <a:rPr lang="it-IT" dirty="0" err="1"/>
              <a:t>optimizer</a:t>
            </a:r>
            <a:r>
              <a:rPr lang="it-IT" dirty="0"/>
              <a:t> può costruire una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table</a:t>
            </a:r>
            <a:r>
              <a:rPr lang="it-IT" dirty="0"/>
              <a:t> o tenerlo come lista. Qui il confronto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it-IT" dirty="0"/>
              <a:t> è economico a prescindere dal metodo scelto.</a:t>
            </a:r>
          </a:p>
          <a:p>
            <a:r>
              <a:rPr lang="it-IT" b="1" dirty="0"/>
              <a:t>Set grande</a:t>
            </a:r>
            <a:r>
              <a:rPr lang="it-IT" dirty="0"/>
              <a:t> — quando il numero di righe restituite dalla </a:t>
            </a:r>
            <a:r>
              <a:rPr lang="it-IT" dirty="0" err="1"/>
              <a:t>subquery</a:t>
            </a:r>
            <a:r>
              <a:rPr lang="it-IT" dirty="0"/>
              <a:t> diventa paragonabile alla tabella esterna, o abbastanza grande da rendere costosa la sua materializzazione/scansione. A quel punto la differenza la fa se le colonne coinvolte nel confronto sono indicizzate: con un indice l'</a:t>
            </a:r>
            <a:r>
              <a:rPr lang="it-IT" dirty="0" err="1"/>
              <a:t>optimizer</a:t>
            </a:r>
            <a:r>
              <a:rPr lang="it-IT" dirty="0"/>
              <a:t> fa una </a:t>
            </a:r>
            <a:r>
              <a:rPr lang="it-IT" dirty="0" err="1"/>
              <a:t>seek</a:t>
            </a:r>
            <a:r>
              <a:rPr lang="it-IT" dirty="0"/>
              <a:t> per ogni record, senza indice ripiega su </a:t>
            </a:r>
            <a:r>
              <a:rPr lang="it-IT" dirty="0" err="1"/>
              <a:t>scan</a:t>
            </a:r>
            <a:r>
              <a:rPr lang="it-IT" dirty="0"/>
              <a:t> ripetute o su un </a:t>
            </a:r>
            <a:r>
              <a:rPr lang="it-IT" dirty="0" err="1"/>
              <a:t>hash</a:t>
            </a:r>
            <a:r>
              <a:rPr lang="it-IT" dirty="0"/>
              <a:t> join costoso in memoria.</a:t>
            </a:r>
          </a:p>
          <a:p>
            <a:br>
              <a:rPr lang="it-IT" dirty="0"/>
            </a:br>
            <a:r>
              <a:rPr lang="it-IT" dirty="0"/>
              <a:t>Per darsi una regola la raccomandazione di </a:t>
            </a:r>
            <a:r>
              <a:rPr lang="it-IT" b="1" dirty="0"/>
              <a:t>evitare liste IN con più di ~1.000 valori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Correlata con EXISTS → medio.</a:t>
            </a:r>
            <a:r>
              <a:rPr lang="it-IT" dirty="0"/>
              <a:t> Viene rieseguita per ogni riga esterna, ma EXISTS cortocircuita al primo match, quindi resta gestibile se c'è un indice.</a:t>
            </a:r>
          </a:p>
          <a:p>
            <a:r>
              <a:rPr lang="it-IT" b="1" dirty="0"/>
              <a:t>Correlata senza indice → alto.</a:t>
            </a:r>
            <a:r>
              <a:rPr lang="it-IT" dirty="0"/>
              <a:t> Questo è il caso critico: per ogni riga esterna fa una </a:t>
            </a:r>
            <a:r>
              <a:rPr lang="it-IT" dirty="0" err="1"/>
              <a:t>scan</a:t>
            </a:r>
            <a:r>
              <a:rPr lang="it-IT" dirty="0"/>
              <a:t> completa della tabella interna. </a:t>
            </a:r>
          </a:p>
          <a:p>
            <a:r>
              <a:rPr lang="it-IT" b="1" dirty="0"/>
              <a:t>NOT IN con possibili NULL → alto.</a:t>
            </a:r>
            <a:r>
              <a:rPr lang="it-IT" dirty="0"/>
              <a:t> Doppio problema: costo </a:t>
            </a:r>
            <a:r>
              <a:rPr lang="it-IT" i="1" dirty="0"/>
              <a:t>e</a:t>
            </a:r>
            <a:r>
              <a:rPr lang="it-IT" dirty="0"/>
              <a:t> correttezza (un solo NULL nel set fa restituire 0 righe).</a:t>
            </a:r>
          </a:p>
          <a:p>
            <a:endParaRPr lang="it-IT" dirty="0"/>
          </a:p>
          <a:p>
            <a:r>
              <a:rPr lang="it-IT" dirty="0"/>
              <a:t>Il punto pedagogico della barra: </a:t>
            </a:r>
            <a:r>
              <a:rPr lang="it-IT" b="1" dirty="0"/>
              <a:t>non è il tipo di </a:t>
            </a:r>
            <a:r>
              <a:rPr lang="it-IT" b="1" dirty="0" err="1"/>
              <a:t>subquery</a:t>
            </a:r>
            <a:r>
              <a:rPr lang="it-IT" b="1" dirty="0"/>
              <a:t> a essere lento, ma la combinazione con indici e volume dei dati.</a:t>
            </a:r>
            <a:endParaRPr lang="it-IT" dirty="0"/>
          </a:p>
          <a:p>
            <a:endParaRPr lang="it-IT" b="1" dirty="0"/>
          </a:p>
          <a:p>
            <a:r>
              <a:rPr lang="it-IT" b="1" dirty="0"/>
              <a:t>I due riquadri (colonna destra)</a:t>
            </a:r>
          </a:p>
          <a:p>
            <a:r>
              <a:rPr lang="it-IT" b="1" dirty="0"/>
              <a:t>"L'</a:t>
            </a:r>
            <a:r>
              <a:rPr lang="it-IT" b="1" dirty="0" err="1"/>
              <a:t>optimizer</a:t>
            </a:r>
            <a:r>
              <a:rPr lang="it-IT" b="1" dirty="0"/>
              <a:t> può riscrivere IN → JOIN"</a:t>
            </a:r>
            <a:r>
              <a:rPr lang="it-IT" dirty="0"/>
              <a:t> — Questo sfata un mito comune. Molti pensano che scrivere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(SELECT...)</a:t>
            </a:r>
            <a:r>
              <a:rPr lang="it-IT" dirty="0"/>
              <a:t> sia intrinsecamente diverso da un JOIN. In realtà SQL Server spesso converte automaticamente la </a:t>
            </a:r>
            <a:r>
              <a:rPr lang="it-IT" dirty="0" err="1"/>
              <a:t>subquery</a:t>
            </a:r>
            <a:r>
              <a:rPr lang="it-IT" dirty="0"/>
              <a:t>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it-IT" dirty="0"/>
              <a:t> </a:t>
            </a:r>
            <a:r>
              <a:rPr lang="it-IT" dirty="0" err="1"/>
              <a:t>in</a:t>
            </a:r>
            <a:r>
              <a:rPr lang="it-IT" dirty="0"/>
              <a:t> una </a:t>
            </a:r>
            <a:r>
              <a:rPr lang="it-IT" i="1" dirty="0"/>
              <a:t>semi-join</a:t>
            </a:r>
            <a:r>
              <a:rPr lang="it-IT" dirty="0"/>
              <a:t>, producendo un piano identico a quello di un JOIN scritto a mano. Il messaggio operativo: non riscrivere a mano per "ottimizzare" senza prima guardare il piano — spesso l'</a:t>
            </a:r>
            <a:r>
              <a:rPr lang="it-IT" dirty="0" err="1"/>
              <a:t>optimizer</a:t>
            </a:r>
            <a:r>
              <a:rPr lang="it-IT" dirty="0"/>
              <a:t> l'ha già fatto.</a:t>
            </a:r>
          </a:p>
          <a:p>
            <a:r>
              <a:rPr lang="it-IT" b="1" dirty="0"/>
              <a:t>"Indice sulla colonna referenziata"</a:t>
            </a:r>
            <a:r>
              <a:rPr lang="it-IT" dirty="0"/>
              <a:t> — È la leva di performance più importante per le correlate. Una correlata che filtra su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SalesOrderHeader.CustomerID</a:t>
            </a:r>
            <a:r>
              <a:rPr lang="it-IT" dirty="0"/>
              <a:t>: se quella colonna non ha indice, ogni iterazione fa una </a:t>
            </a:r>
            <a:r>
              <a:rPr lang="it-IT" dirty="0" err="1"/>
              <a:t>scan</a:t>
            </a:r>
            <a:r>
              <a:rPr lang="it-IT" dirty="0"/>
              <a:t>. Con un indice, ogni iterazione fa una </a:t>
            </a:r>
            <a:r>
              <a:rPr lang="it-IT" dirty="0" err="1"/>
              <a:t>seek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8078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5308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20C52-B961-3EB2-3815-6CB137DE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0704327-7C8B-1120-21DE-03BBC30CA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28B1D14-64F4-1722-B635-A77BADF0B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Query viene eseguita una sola volta e poi il risultato viene usato per effettuare la </a:t>
            </a:r>
            <a:r>
              <a:rPr lang="it-IT" dirty="0" err="1"/>
              <a:t>where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8C34F3-7D1A-FA5E-9380-6091F47C3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9748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7E8C6-095C-72BD-FA16-2DA971AE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07BF7E7-E70F-E67F-0D82-1F38A4634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1BB891F-411B-6E82-8AC7-E910D5C0A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Query viene eseguita una sola volta e poi il risultato viene usato per effettuare la </a:t>
            </a:r>
            <a:r>
              <a:rPr lang="it-IT" dirty="0" err="1"/>
              <a:t>where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B0DFF0-CAEE-9E2F-928A-F3277DD12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7161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A66DA-9E04-FE2E-0D97-8782FF7D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DD3FC60-ECC5-EFC0-DCA8-50DF14E2D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A8FE272-4313-BE41-7B88-89627E6B2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B2BEF9-0A0D-CE4E-870E-ADB4EFC0C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259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E8623-BE2F-03D6-BF86-B40295BA2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0CAAAE-A3E9-9C40-CBB8-E4C52BAE4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1D3D24C-8AAC-3359-4DBE-854C01BE2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3196CC-4797-B820-23DF-EF5D16E6C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423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49CD2-C50E-D8D9-8D99-7CDCAEE0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990D6E-C6F4-FB3E-26B1-08E025184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1B29AED-BD63-321E-24DF-E71549847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r>
              <a:rPr lang="it-IT" dirty="0"/>
              <a:t>funzioni deterministiche no </a:t>
            </a:r>
            <a:r>
              <a:rPr lang="it-IT" dirty="0" err="1"/>
              <a:t>getdate</a:t>
            </a:r>
            <a:r>
              <a:rPr lang="it-IT" dirty="0"/>
              <a:t> per esempio</a:t>
            </a:r>
          </a:p>
          <a:p>
            <a:r>
              <a:rPr lang="it-IT" dirty="0"/>
              <a:t>Materializzata = indicizzata</a:t>
            </a:r>
          </a:p>
          <a:p>
            <a:endParaRPr lang="it-IT" dirty="0"/>
          </a:p>
          <a:p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E82FB8-035F-B428-B8C4-633090E65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5210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64809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Leggibilità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1044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9129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99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  <p:sldLayoutId id="2147483724" r:id="rId18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sv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err="1"/>
              <a:t>Subquery</a:t>
            </a:r>
            <a:r>
              <a:rPr lang="it-IT" dirty="0"/>
              <a:t>, CTE, viste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Tre modi di scrivere query modulari e </a:t>
            </a:r>
            <a:r>
              <a:rPr lang="it-IT" dirty="0" err="1"/>
              <a:t>manutenibili</a:t>
            </a:r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F11E5-C10D-D44C-0194-64FF27C3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6BFF772B-8A15-9994-B0EE-F4836F067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621570"/>
              </p:ext>
            </p:extLst>
          </p:nvPr>
        </p:nvGraphicFramePr>
        <p:xfrm>
          <a:off x="250825" y="788988"/>
          <a:ext cx="8642350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016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880B918-0CF5-735A-BA31-CEE0BB487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 err="1"/>
              <a:t>subquery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276047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AC77C5-FFE7-8703-2B0B-FB0D072A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Subquery</a:t>
            </a:r>
            <a:r>
              <a:rPr lang="it-IT" dirty="0"/>
              <a:t> scalare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2BC05E-E236-F8D2-BA82-2AD2FE8DD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it-IT" dirty="0"/>
              <a:t>Restituisce singolo valore</a:t>
            </a:r>
          </a:p>
          <a:p>
            <a:r>
              <a:rPr lang="it-IT" dirty="0"/>
              <a:t>Può essere usata nella SELECT, nella WHERE o nella HAVING</a:t>
            </a:r>
          </a:p>
          <a:p>
            <a:r>
              <a:rPr lang="it-IT" dirty="0"/>
              <a:t>Se non correlata viene eseguita prima del resto della query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A6811FC-4053-C8EA-1C79-B7592AC09D6D}"/>
              </a:ext>
            </a:extLst>
          </p:cNvPr>
          <p:cNvSpPr txBox="1"/>
          <p:nvPr/>
        </p:nvSpPr>
        <p:spPr>
          <a:xfrm>
            <a:off x="4572000" y="1671650"/>
            <a:ext cx="4247455" cy="1908212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 lnSpcReduction="10000"/>
          </a:bodyPr>
          <a:lstStyle/>
          <a:p>
            <a:r>
              <a:rPr lang="en-US" sz="1600" dirty="0">
                <a:solidFill>
                  <a:srgbClr val="608B4E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-- </a:t>
            </a:r>
            <a:r>
              <a:rPr lang="en-US" sz="1600" dirty="0" err="1">
                <a:solidFill>
                  <a:srgbClr val="608B4E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Prodotti</a:t>
            </a:r>
            <a:r>
              <a:rPr lang="en-US" sz="1600" dirty="0">
                <a:solidFill>
                  <a:srgbClr val="608B4E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 err="1">
                <a:solidFill>
                  <a:srgbClr val="608B4E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più</a:t>
            </a:r>
            <a:r>
              <a:rPr lang="en-US" sz="1600" dirty="0">
                <a:solidFill>
                  <a:srgbClr val="608B4E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 err="1">
                <a:solidFill>
                  <a:srgbClr val="608B4E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cari</a:t>
            </a:r>
            <a:r>
              <a:rPr lang="en-US" sz="1600" dirty="0">
                <a:solidFill>
                  <a:srgbClr val="608B4E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della media
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SELECT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Name,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ListPrice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
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FROM 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Product
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WHERE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ListPrice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&gt; (
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SELECT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AVG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ListPrice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)
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FROM 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Product
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WHERE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ListPrice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&gt; 0
);</a:t>
            </a:r>
            <a:endParaRPr lang="en-US"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F7DA3C9E-BC3A-67B2-6203-8ABC16F93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6416" y="3039802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CD820-1B47-39BE-D627-92B30647D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80E7EC-E67B-1939-B439-F16DCFFE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Subquery</a:t>
            </a:r>
            <a:r>
              <a:rPr lang="it-IT" dirty="0"/>
              <a:t> multi-riga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759175-746F-57F3-89C1-FB1ECB64F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it-IT" dirty="0"/>
              <a:t>Restituisce set di valori (N righe, una colonna)</a:t>
            </a:r>
          </a:p>
          <a:p>
            <a:r>
              <a:rPr lang="it-IT" dirty="0"/>
              <a:t>Può essere usata con la IN e con la EXISTS</a:t>
            </a:r>
          </a:p>
          <a:p>
            <a:r>
              <a:rPr lang="it-IT" dirty="0"/>
              <a:t>Trappola: </a:t>
            </a:r>
            <a:r>
              <a:rPr lang="it-IT" dirty="0" err="1"/>
              <a:t>Subquery</a:t>
            </a:r>
            <a:r>
              <a:rPr lang="it-IT" dirty="0"/>
              <a:t> che restituisce un NULL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0BD6B2A-1704-1849-24E8-7C4F0980D79D}"/>
              </a:ext>
            </a:extLst>
          </p:cNvPr>
          <p:cNvSpPr txBox="1"/>
          <p:nvPr/>
        </p:nvSpPr>
        <p:spPr>
          <a:xfrm>
            <a:off x="4656384" y="1005576"/>
            <a:ext cx="4416116" cy="31323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r>
              <a:rPr lang="en-US" sz="1600" dirty="0">
                <a:solidFill>
                  <a:srgbClr val="608B4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-- IN: </a:t>
            </a:r>
            <a:r>
              <a:rPr lang="en-US" sz="1600" dirty="0" err="1">
                <a:solidFill>
                  <a:srgbClr val="608B4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categorie</a:t>
            </a:r>
            <a:r>
              <a:rPr lang="en-US" sz="1600" dirty="0">
                <a:solidFill>
                  <a:srgbClr val="608B4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con </a:t>
            </a:r>
            <a:r>
              <a:rPr lang="en-US" sz="1600" dirty="0" err="1">
                <a:solidFill>
                  <a:srgbClr val="608B4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prodotti</a:t>
            </a:r>
            <a:r>
              <a:rPr lang="en-US" sz="1600" dirty="0">
                <a:solidFill>
                  <a:srgbClr val="608B4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&gt; 500$
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pc.Name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AS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ProductCategory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pc
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pc.ProductCategoryID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(
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ps.ProductCategoryID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ProductSubcategory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ps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
  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INNER 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Product p
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p.ProductSubcategoryID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=                  	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ps.ProductSubcategoryID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600" b="1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C8473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p.ListPrice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600" dirty="0">
                <a:solidFill>
                  <a:srgbClr val="CE9178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500
</a:t>
            </a:r>
            <a:r>
              <a:rPr lang="en-US" sz="1600" dirty="0">
                <a:solidFill>
                  <a:srgbClr val="DCDCDC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>
              <a:latin typeface="+mj-lt"/>
            </a:endParaRPr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B4391A46-503A-55A9-A063-0A3882942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2440" y="3507854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9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48AAF-1CBE-7A57-6BDF-4F075A2C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A5AFE0-542E-988D-4153-5E72C781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Subquery</a:t>
            </a:r>
            <a:r>
              <a:rPr lang="it-IT" dirty="0"/>
              <a:t> INLINE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7F0C2D-D7FA-C3C4-5A41-3F8337D6A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pPr marL="342900" indent="-342900">
              <a:buSzPct val="100000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virtuale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ALIAS</a:t>
            </a:r>
          </a:p>
          <a:p>
            <a:pPr marL="342900" indent="-342900">
              <a:buSzPct val="100000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per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aggregare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fare join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aggregazione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Funzionalmente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simile a CTE</a:t>
            </a: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4654218-0AB0-C488-4641-32A51E9431CC}"/>
              </a:ext>
            </a:extLst>
          </p:cNvPr>
          <p:cNvSpPr txBox="1"/>
          <p:nvPr/>
        </p:nvSpPr>
        <p:spPr>
          <a:xfrm>
            <a:off x="4572000" y="811176"/>
            <a:ext cx="4408039" cy="35211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--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Aggrega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prima e poi join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sul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risultato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p.Name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vp.TotQty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vp.NumOrdini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b="1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Product p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INNER JOIN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(
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, </a:t>
            </a:r>
            <a:b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</a:b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                SUM(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OrderQty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 AS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TotQty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,</a:t>
            </a:r>
            <a:b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</a:b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                COUNT(*) AS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NumOrdini</a:t>
            </a:r>
            <a:b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</a:b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SalesOrderDetail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</a:t>
            </a:r>
          </a:p>
          <a:p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ProductId</a:t>
            </a:r>
            <a:endParaRPr lang="en-US" sz="1600" dirty="0">
              <a:solidFill>
                <a:srgbClr val="DCDCDC"/>
              </a:solidFill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 AS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vp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– Alias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obbligatorio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</a:t>
            </a:r>
          </a:p>
          <a:p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ON </a:t>
            </a:r>
            <a:r>
              <a:rPr lang="en-US" sz="1600" b="1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vp.ProductID</a:t>
            </a:r>
            <a:r>
              <a:rPr lang="en-US" sz="1600" b="1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b="1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p.ProductID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vp.TotQty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&gt;1000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vp.TotQty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DESC;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
</a:t>
            </a:r>
            <a:endParaRPr lang="en-US" sz="1600" dirty="0"/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FF1DBC4B-9A18-C998-936A-261464C60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0996" y="3583135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9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302B-C321-B852-D436-5D0B908A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AF593-2C73-374E-D3A2-FE97A21F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Subquery</a:t>
            </a:r>
            <a:r>
              <a:rPr lang="it-IT" dirty="0"/>
              <a:t> correlata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1BD4CB-1C9C-48AD-8411-40D6546DD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pPr marL="342900" indent="-342900">
              <a:buSzPct val="100000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query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esterna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alias.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rieseguita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ogni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esterno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EXISTS a IN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subquery correlate: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cortocircuita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primo </a:t>
            </a:r>
            <a:r>
              <a:rPr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match.</a:t>
            </a: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F576048-1BAA-A7E2-AA96-BBB64BA252A7}"/>
              </a:ext>
            </a:extLst>
          </p:cNvPr>
          <p:cNvSpPr txBox="1"/>
          <p:nvPr/>
        </p:nvSpPr>
        <p:spPr>
          <a:xfrm>
            <a:off x="4495800" y="627883"/>
            <a:ext cx="4408039" cy="35211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-- ✓  EXISTS: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cortocircuita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c.CustomerID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c.AccountNumber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Customer c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EXISTS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(
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SalesOrderHeader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soh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soh.CustomerID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c.CustomerID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soh.TotalDue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1000
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);
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-- ✗  IN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su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subquery: valuta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tutto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il set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(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SalesOrderHeader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TotalDue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E7A2CD76-5CBA-1821-05DA-988A9A5A9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4796" y="3399842"/>
            <a:ext cx="446348" cy="446348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FA861A39-400C-9CB9-68E5-38234453A224}"/>
              </a:ext>
            </a:extLst>
          </p:cNvPr>
          <p:cNvSpPr/>
          <p:nvPr/>
        </p:nvSpPr>
        <p:spPr bwMode="auto">
          <a:xfrm>
            <a:off x="431539" y="4263938"/>
            <a:ext cx="7668853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	</a:t>
            </a:r>
            <a:r>
              <a:rPr lang="it-IT" sz="2000" dirty="0"/>
              <a:t>Correlata su 100k righe significa 100k esecuzioni della </a:t>
            </a:r>
            <a:r>
              <a:rPr lang="it-IT" sz="2000" dirty="0" err="1"/>
              <a:t>subquery</a:t>
            </a:r>
            <a:endParaRPr lang="it-IT" sz="2400" dirty="0"/>
          </a:p>
        </p:txBody>
      </p:sp>
      <p:pic>
        <p:nvPicPr>
          <p:cNvPr id="7" name="Elemento grafico 6" descr="Avviso con riempimento a tinta unita">
            <a:extLst>
              <a:ext uri="{FF2B5EF4-FFF2-40B4-BE49-F238E27FC236}">
                <a16:creationId xmlns:a16="http://schemas.microsoft.com/office/drawing/2014/main" id="{F7D05E6D-D86E-3902-69E8-6BBA49DF0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552" y="4317743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3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326BE-7155-1D7B-326A-70081D439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Subquery</a:t>
            </a:r>
            <a:r>
              <a:rPr lang="it-IT" dirty="0"/>
              <a:t> VS Performance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97226B7-DD92-AE6B-19C0-EA5F76E493C1}"/>
              </a:ext>
            </a:extLst>
          </p:cNvPr>
          <p:cNvSpPr/>
          <p:nvPr/>
        </p:nvSpPr>
        <p:spPr>
          <a:xfrm>
            <a:off x="366388" y="120302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9D27526-46DD-E783-7E69-982606F8F92C}"/>
              </a:ext>
            </a:extLst>
          </p:cNvPr>
          <p:cNvSpPr/>
          <p:nvPr/>
        </p:nvSpPr>
        <p:spPr>
          <a:xfrm>
            <a:off x="503548" y="131161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Scalare non correlata</a:t>
            </a:r>
            <a:endParaRPr lang="en-US" sz="14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D9317B0-A170-7B44-1443-AB56846E18AA}"/>
              </a:ext>
            </a:extLst>
          </p:cNvPr>
          <p:cNvSpPr/>
          <p:nvPr/>
        </p:nvSpPr>
        <p:spPr>
          <a:xfrm>
            <a:off x="3475348" y="1348186"/>
            <a:ext cx="256032" cy="201168"/>
          </a:xfrm>
          <a:prstGeom prst="rect">
            <a:avLst/>
          </a:prstGeom>
          <a:solidFill>
            <a:srgbClr val="3A8C50"/>
          </a:solidFill>
          <a:ln w="6350">
            <a:solidFill>
              <a:srgbClr val="3A8C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666D1E2-86B4-AE4D-60CF-2FB5A532C7FD}"/>
              </a:ext>
            </a:extLst>
          </p:cNvPr>
          <p:cNvSpPr/>
          <p:nvPr/>
        </p:nvSpPr>
        <p:spPr>
          <a:xfrm>
            <a:off x="3795388" y="1348186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D26C491-8E80-F081-B9B1-735CE473A5F5}"/>
              </a:ext>
            </a:extLst>
          </p:cNvPr>
          <p:cNvSpPr/>
          <p:nvPr/>
        </p:nvSpPr>
        <p:spPr>
          <a:xfrm>
            <a:off x="4115428" y="1348186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9D21F8B-12DE-62F8-A686-6A6E422C08F9}"/>
              </a:ext>
            </a:extLst>
          </p:cNvPr>
          <p:cNvSpPr/>
          <p:nvPr/>
        </p:nvSpPr>
        <p:spPr>
          <a:xfrm>
            <a:off x="366388" y="1705946"/>
            <a:ext cx="411480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EA28B48-C2E9-14D2-635A-979D343CF5F2}"/>
              </a:ext>
            </a:extLst>
          </p:cNvPr>
          <p:cNvSpPr/>
          <p:nvPr/>
        </p:nvSpPr>
        <p:spPr>
          <a:xfrm>
            <a:off x="503548" y="179337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Multi-riga con IN - set piccolo</a:t>
            </a:r>
            <a:endParaRPr lang="en-US" sz="14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DA45EFE-4A9B-13B0-075A-3C7D96FE6BC5}"/>
              </a:ext>
            </a:extLst>
          </p:cNvPr>
          <p:cNvSpPr/>
          <p:nvPr/>
        </p:nvSpPr>
        <p:spPr>
          <a:xfrm>
            <a:off x="3475348" y="1829950"/>
            <a:ext cx="256032" cy="201168"/>
          </a:xfrm>
          <a:prstGeom prst="rect">
            <a:avLst/>
          </a:prstGeom>
          <a:solidFill>
            <a:srgbClr val="3A8C50"/>
          </a:solidFill>
          <a:ln w="6350">
            <a:solidFill>
              <a:srgbClr val="3A8C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6A52496-4AB2-27A6-4B74-9CD3E08FA101}"/>
              </a:ext>
            </a:extLst>
          </p:cNvPr>
          <p:cNvSpPr/>
          <p:nvPr/>
        </p:nvSpPr>
        <p:spPr>
          <a:xfrm>
            <a:off x="3795388" y="1829950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AABFFFBA-4C29-E47D-2923-B937B0A9C024}"/>
              </a:ext>
            </a:extLst>
          </p:cNvPr>
          <p:cNvSpPr/>
          <p:nvPr/>
        </p:nvSpPr>
        <p:spPr>
          <a:xfrm>
            <a:off x="4115428" y="1829950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9B4D980-C1FF-430D-D5C0-F3953AE46348}"/>
              </a:ext>
            </a:extLst>
          </p:cNvPr>
          <p:cNvSpPr/>
          <p:nvPr/>
        </p:nvSpPr>
        <p:spPr>
          <a:xfrm>
            <a:off x="366388" y="220886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6BD5A867-9B17-8C27-7D19-8BBDBDC4AE2C}"/>
              </a:ext>
            </a:extLst>
          </p:cNvPr>
          <p:cNvSpPr/>
          <p:nvPr/>
        </p:nvSpPr>
        <p:spPr>
          <a:xfrm>
            <a:off x="488064" y="229743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Multi-riga con IN - set grande</a:t>
            </a:r>
            <a:endParaRPr lang="en-US" sz="14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1725DEA-0150-E6EF-D782-440B1A0F1226}"/>
              </a:ext>
            </a:extLst>
          </p:cNvPr>
          <p:cNvSpPr/>
          <p:nvPr/>
        </p:nvSpPr>
        <p:spPr>
          <a:xfrm>
            <a:off x="3459864" y="2334006"/>
            <a:ext cx="256032" cy="201168"/>
          </a:xfrm>
          <a:prstGeom prst="rect">
            <a:avLst/>
          </a:prstGeom>
          <a:solidFill>
            <a:srgbClr val="E6A817"/>
          </a:solidFill>
          <a:ln w="635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2238F56-EE9D-5493-8913-09E530F619C0}"/>
              </a:ext>
            </a:extLst>
          </p:cNvPr>
          <p:cNvSpPr/>
          <p:nvPr/>
        </p:nvSpPr>
        <p:spPr>
          <a:xfrm>
            <a:off x="3779904" y="2334006"/>
            <a:ext cx="256032" cy="201168"/>
          </a:xfrm>
          <a:prstGeom prst="rect">
            <a:avLst/>
          </a:prstGeom>
          <a:solidFill>
            <a:srgbClr val="E6A817"/>
          </a:solidFill>
          <a:ln w="635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9D680B67-DEB6-AC11-EC89-4965BED129BD}"/>
              </a:ext>
            </a:extLst>
          </p:cNvPr>
          <p:cNvSpPr/>
          <p:nvPr/>
        </p:nvSpPr>
        <p:spPr>
          <a:xfrm>
            <a:off x="4099944" y="2334006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1F2C5C73-9BE6-FB65-782C-DA2954B7C1FA}"/>
              </a:ext>
            </a:extLst>
          </p:cNvPr>
          <p:cNvSpPr/>
          <p:nvPr/>
        </p:nvSpPr>
        <p:spPr>
          <a:xfrm>
            <a:off x="366388" y="2711786"/>
            <a:ext cx="411480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4D3C7CCA-8C2E-0A5C-2C84-393F9F7D321D}"/>
              </a:ext>
            </a:extLst>
          </p:cNvPr>
          <p:cNvSpPr/>
          <p:nvPr/>
        </p:nvSpPr>
        <p:spPr>
          <a:xfrm>
            <a:off x="503548" y="280148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 o EXISTS) +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4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CEA7F07B-4375-560E-F5BE-42945441350B}"/>
              </a:ext>
            </a:extLst>
          </p:cNvPr>
          <p:cNvSpPr/>
          <p:nvPr/>
        </p:nvSpPr>
        <p:spPr>
          <a:xfrm>
            <a:off x="3475348" y="2838062"/>
            <a:ext cx="256032" cy="201168"/>
          </a:xfrm>
          <a:prstGeom prst="rect">
            <a:avLst/>
          </a:prstGeom>
          <a:solidFill>
            <a:srgbClr val="E6A817"/>
          </a:solidFill>
          <a:ln w="635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E6DF686A-9BAC-E64E-96D3-4A63C147485F}"/>
              </a:ext>
            </a:extLst>
          </p:cNvPr>
          <p:cNvSpPr/>
          <p:nvPr/>
        </p:nvSpPr>
        <p:spPr>
          <a:xfrm>
            <a:off x="3795388" y="2838062"/>
            <a:ext cx="256032" cy="201168"/>
          </a:xfrm>
          <a:prstGeom prst="rect">
            <a:avLst/>
          </a:prstGeom>
          <a:solidFill>
            <a:srgbClr val="E6A817"/>
          </a:solidFill>
          <a:ln w="635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131159D2-7D9A-9871-0EB4-35CB3303615E}"/>
              </a:ext>
            </a:extLst>
          </p:cNvPr>
          <p:cNvSpPr/>
          <p:nvPr/>
        </p:nvSpPr>
        <p:spPr>
          <a:xfrm>
            <a:off x="4115428" y="2838062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5238A7F1-A483-5BA9-3D12-57B41F64EEF8}"/>
              </a:ext>
            </a:extLst>
          </p:cNvPr>
          <p:cNvSpPr/>
          <p:nvPr/>
        </p:nvSpPr>
        <p:spPr>
          <a:xfrm>
            <a:off x="366388" y="321470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E6405DAB-F3D2-4B5F-7133-EDD28D0B6B2A}"/>
              </a:ext>
            </a:extLst>
          </p:cNvPr>
          <p:cNvSpPr/>
          <p:nvPr/>
        </p:nvSpPr>
        <p:spPr>
          <a:xfrm>
            <a:off x="503548" y="330554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 o EXISTS) + no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4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98FE8024-013F-D0C7-F47D-8D15B2105E92}"/>
              </a:ext>
            </a:extLst>
          </p:cNvPr>
          <p:cNvSpPr/>
          <p:nvPr/>
        </p:nvSpPr>
        <p:spPr>
          <a:xfrm>
            <a:off x="3475348" y="3342118"/>
            <a:ext cx="256032" cy="20116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5CE1A5B8-25A1-05AF-20C2-260B7211F576}"/>
              </a:ext>
            </a:extLst>
          </p:cNvPr>
          <p:cNvSpPr/>
          <p:nvPr/>
        </p:nvSpPr>
        <p:spPr>
          <a:xfrm>
            <a:off x="3795388" y="3342118"/>
            <a:ext cx="256032" cy="20116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F94EFD8F-9DFD-EABC-5E51-B2D555EB457F}"/>
              </a:ext>
            </a:extLst>
          </p:cNvPr>
          <p:cNvSpPr/>
          <p:nvPr/>
        </p:nvSpPr>
        <p:spPr>
          <a:xfrm>
            <a:off x="4115428" y="3342118"/>
            <a:ext cx="256032" cy="20116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D702B5FA-26E1-5D67-B654-F70E36581530}"/>
              </a:ext>
            </a:extLst>
          </p:cNvPr>
          <p:cNvSpPr/>
          <p:nvPr/>
        </p:nvSpPr>
        <p:spPr>
          <a:xfrm>
            <a:off x="366388" y="3717626"/>
            <a:ext cx="411480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E58A2A54-DF74-D68F-CE11-06621BEB29B9}"/>
              </a:ext>
            </a:extLst>
          </p:cNvPr>
          <p:cNvSpPr/>
          <p:nvPr/>
        </p:nvSpPr>
        <p:spPr>
          <a:xfrm>
            <a:off x="503548" y="380959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con possibili NULL</a:t>
            </a:r>
            <a:endParaRPr lang="en-US" sz="14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9636880B-C016-7CA4-B22D-8BAC7E6837D7}"/>
              </a:ext>
            </a:extLst>
          </p:cNvPr>
          <p:cNvSpPr/>
          <p:nvPr/>
        </p:nvSpPr>
        <p:spPr>
          <a:xfrm>
            <a:off x="3475348" y="3846174"/>
            <a:ext cx="256032" cy="20116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68502B57-185B-1241-42F0-EA5AF6A2A943}"/>
              </a:ext>
            </a:extLst>
          </p:cNvPr>
          <p:cNvSpPr/>
          <p:nvPr/>
        </p:nvSpPr>
        <p:spPr>
          <a:xfrm>
            <a:off x="3795388" y="3846174"/>
            <a:ext cx="256032" cy="20116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C76DAFB0-5FA7-5EE9-D841-567B53980F1D}"/>
              </a:ext>
            </a:extLst>
          </p:cNvPr>
          <p:cNvSpPr/>
          <p:nvPr/>
        </p:nvSpPr>
        <p:spPr>
          <a:xfrm>
            <a:off x="4115428" y="3846174"/>
            <a:ext cx="256032" cy="20116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C6396D72-3E9E-B5B1-0403-FA05132F0A08}"/>
              </a:ext>
            </a:extLst>
          </p:cNvPr>
          <p:cNvSpPr/>
          <p:nvPr/>
        </p:nvSpPr>
        <p:spPr>
          <a:xfrm>
            <a:off x="385192" y="87723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relativo per tipo</a:t>
            </a:r>
            <a:endParaRPr lang="en-US" sz="1600" dirty="0"/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081727F9-D02A-6153-D70B-1F2E551FEE9A}"/>
              </a:ext>
            </a:extLst>
          </p:cNvPr>
          <p:cNvSpPr/>
          <p:nvPr/>
        </p:nvSpPr>
        <p:spPr bwMode="auto">
          <a:xfrm>
            <a:off x="366389" y="4270424"/>
            <a:ext cx="7589988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          Misurare con SET STATISTICS IO  e il piano di esecuzione</a:t>
            </a:r>
          </a:p>
        </p:txBody>
      </p:sp>
      <p:pic>
        <p:nvPicPr>
          <p:cNvPr id="54" name="Elemento grafico 53" descr="Avviso con riempimento a tinta unita">
            <a:extLst>
              <a:ext uri="{FF2B5EF4-FFF2-40B4-BE49-F238E27FC236}">
                <a16:creationId xmlns:a16="http://schemas.microsoft.com/office/drawing/2014/main" id="{187F3D9F-193F-1E6C-E4FA-4877768EFD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552" y="4317743"/>
            <a:ext cx="467993" cy="467993"/>
          </a:xfrm>
          <a:prstGeom prst="rect">
            <a:avLst/>
          </a:prstGeom>
        </p:spPr>
      </p:pic>
      <p:graphicFrame>
        <p:nvGraphicFramePr>
          <p:cNvPr id="55" name="Diagramma 54">
            <a:extLst>
              <a:ext uri="{FF2B5EF4-FFF2-40B4-BE49-F238E27FC236}">
                <a16:creationId xmlns:a16="http://schemas.microsoft.com/office/drawing/2014/main" id="{5ABD9305-C80F-5B6B-8706-CA82860A03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7555019"/>
              </p:ext>
            </p:extLst>
          </p:nvPr>
        </p:nvGraphicFramePr>
        <p:xfrm>
          <a:off x="4824028" y="1319064"/>
          <a:ext cx="4232989" cy="3709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85363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02DE1-77AB-C238-BB9C-EA624B5A3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912C24E0-0E03-A3AB-2267-3B8E62D1A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Cte – common </a:t>
            </a:r>
            <a:r>
              <a:rPr lang="it-IT" sz="3800" spc="0" dirty="0" err="1"/>
              <a:t>table</a:t>
            </a:r>
            <a:r>
              <a:rPr lang="it-IT" sz="3800" spc="0" dirty="0"/>
              <a:t> </a:t>
            </a:r>
            <a:r>
              <a:rPr lang="it-IT" sz="3800" spc="0" dirty="0" err="1"/>
              <a:t>expression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1208992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3A74F-8CC2-1E44-9AC9-F55B6604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5E04CC-E354-AB7C-512F-756B30F7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Cte sintassi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5FA77F-0562-AE9F-7AFC-6821B5C08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it-IT" dirty="0"/>
              <a:t>Definita con WITH alias AS …</a:t>
            </a:r>
          </a:p>
          <a:p>
            <a:r>
              <a:rPr lang="it-IT" dirty="0"/>
              <a:t>Incrementa leggibilità  </a:t>
            </a:r>
          </a:p>
          <a:p>
            <a:r>
              <a:rPr lang="it-IT" dirty="0"/>
              <a:t>Non è materializzata ma calcolata sul momento</a:t>
            </a:r>
          </a:p>
          <a:p>
            <a:r>
              <a:rPr lang="it-IT" dirty="0"/>
              <a:t>Può essere referenziata più volte nella stessa query</a:t>
            </a:r>
          </a:p>
          <a:p>
            <a:r>
              <a:rPr lang="it-IT" dirty="0"/>
              <a:t>Ogni referenza riesegue la query della CTE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55C913A-FBA8-21BD-4C3D-4116D96383BB}"/>
              </a:ext>
            </a:extLst>
          </p:cNvPr>
          <p:cNvSpPr txBox="1"/>
          <p:nvPr/>
        </p:nvSpPr>
        <p:spPr>
          <a:xfrm>
            <a:off x="4572000" y="1239602"/>
            <a:ext cx="4247455" cy="349238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 lnSpcReduction="10000"/>
          </a:bodyPr>
          <a:lstStyle/>
          <a:p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--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Ordini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del 2013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importo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&gt; 1000 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HighOrders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AS (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,
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           SUM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TotalDue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 AS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TotaleCliente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SalesOrderHeader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OrderDate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&gt;= 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'2013-01-01'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OrderDate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&lt;  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'2014-01-01'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TotalDue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 &gt; 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1000
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c.AccountNumber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oa.TotaleCliente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HighOrders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oa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INNER JOIN 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Customer c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c.CustomerID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oa.CustomerID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8C31436D-AC13-8454-D2CA-4B3A81208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0412" y="4191930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445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75A9B-4415-F93F-AFA6-F730978A0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9000F-2410-678E-67E6-F541000E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CTE multipla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1E4851-E39D-0CBA-2071-9B5FE3628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it-IT" dirty="0"/>
              <a:t>Consente più CTE separate da virgola</a:t>
            </a:r>
          </a:p>
          <a:p>
            <a:r>
              <a:rPr lang="it-IT" dirty="0"/>
              <a:t>Ogni CTE può referenziare le precedenti</a:t>
            </a:r>
          </a:p>
          <a:p>
            <a:r>
              <a:rPr lang="it-IT" dirty="0"/>
              <a:t>Ottima soluzione per decomporre query complesse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444DA72-BB09-6863-9AF6-F27D1F13F531}"/>
              </a:ext>
            </a:extLst>
          </p:cNvPr>
          <p:cNvSpPr txBox="1"/>
          <p:nvPr/>
        </p:nvSpPr>
        <p:spPr>
          <a:xfrm>
            <a:off x="4653132" y="627534"/>
            <a:ext cx="4247455" cy="349238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 fontScale="92500" lnSpcReduction="20000"/>
          </a:bodyPr>
          <a:lstStyle/>
          <a:p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VenditePerProdotto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AS (
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-- Step 1: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vendite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aggregate per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prodotto</a:t>
            </a:r>
            <a:endParaRPr lang="en-US" sz="1600" dirty="0">
              <a:solidFill>
                <a:srgbClr val="DCDCDC"/>
              </a:solidFill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,
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           SUM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OrderQty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 AS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TotQta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FROM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SalesOrderDetail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b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</a:b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),</a:t>
            </a:r>
            <a:b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</a:br>
            <a:r>
              <a:rPr lang="en-US" sz="1600" dirty="0" err="1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MediaVendite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AS (
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-- Step 2: media delle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vendite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usa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prima CTE)</a:t>
            </a:r>
            <a:endParaRPr lang="en-US" sz="1600" dirty="0">
              <a:solidFill>
                <a:srgbClr val="DCDCDC"/>
              </a:solidFill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AVG(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TotQty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 AS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MediaQty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  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00" dirty="0" err="1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VenditePerProdotto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b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</a:b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), </a:t>
            </a:r>
            <a:b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</a:b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-- Query finale: </a:t>
            </a:r>
            <a:r>
              <a:rPr lang="en-US" sz="1600" dirty="0" err="1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prodotti</a:t>
            </a:r>
            <a:r>
              <a:rPr lang="en-US" sz="16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 sopra la media</a:t>
            </a:r>
            <a:endParaRPr lang="en-US" sz="1600" dirty="0">
              <a:solidFill>
                <a:srgbClr val="DCDCDC"/>
              </a:solidFill>
              <a:ea typeface="Courier New" pitchFamily="34" charset="-122"/>
              <a:cs typeface="Courier New" pitchFamily="34" charset="-120"/>
            </a:endParaRPr>
          </a:p>
          <a:p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p.Name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vp.TotQty</a:t>
            </a:r>
            <a:b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</a:b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Product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600" b="1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</a:t>
            </a:r>
          </a:p>
          <a:p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INNER JOIN </a:t>
            </a:r>
            <a:r>
              <a:rPr lang="en-US" sz="1600" dirty="0" err="1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VenditePerProdotto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600" b="1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vp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6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 err="1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vp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.CustomerID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oa.CustomerID</a:t>
            </a:r>
            <a:r>
              <a:rPr lang="en-US" sz="16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EFA09653-9DF6-2124-5A17-1269A47CD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1544" y="3579862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68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34365-6499-A2F9-3F20-C02C6721E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944F95-1922-7F01-D0A0-A99C9F5E0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CTE ricorsiva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67439A-CA29-128F-B606-AA5C0C7F4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it-IT" dirty="0"/>
              <a:t>Si richiama da sola</a:t>
            </a:r>
          </a:p>
          <a:p>
            <a:r>
              <a:rPr lang="it-IT" dirty="0"/>
              <a:t>Richiede 3 elementi</a:t>
            </a:r>
          </a:p>
          <a:p>
            <a:pPr lvl="1"/>
            <a:r>
              <a:rPr lang="it-IT" dirty="0"/>
              <a:t>Anchor </a:t>
            </a:r>
            <a:r>
              <a:rPr lang="it-IT" dirty="0" err="1"/>
              <a:t>member</a:t>
            </a:r>
            <a:endParaRPr lang="it-IT" dirty="0"/>
          </a:p>
          <a:p>
            <a:pPr lvl="1"/>
            <a:r>
              <a:rPr lang="it-IT" dirty="0"/>
              <a:t>Recursive </a:t>
            </a:r>
            <a:r>
              <a:rPr lang="it-IT" dirty="0" err="1"/>
              <a:t>member</a:t>
            </a:r>
            <a:endParaRPr lang="it-IT" dirty="0"/>
          </a:p>
          <a:p>
            <a:pPr lvl="1"/>
            <a:r>
              <a:rPr lang="it-IT" dirty="0"/>
              <a:t>UNION ALL </a:t>
            </a:r>
          </a:p>
          <a:p>
            <a:r>
              <a:rPr lang="it-IT" dirty="0"/>
              <a:t>Strumento naturale per estrazione di dati gerarchici</a:t>
            </a:r>
          </a:p>
          <a:p>
            <a:r>
              <a:rPr lang="it-IT" dirty="0"/>
              <a:t>MAXRECURSION per bloccare </a:t>
            </a:r>
            <a:r>
              <a:rPr lang="it-IT" dirty="0" err="1"/>
              <a:t>ricorsione</a:t>
            </a:r>
            <a:r>
              <a:rPr lang="it-IT" dirty="0"/>
              <a:t> su un numero preciso di livelli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6DE2C26-AE40-0075-0BA3-2CFAE359CA7C}"/>
              </a:ext>
            </a:extLst>
          </p:cNvPr>
          <p:cNvSpPr txBox="1"/>
          <p:nvPr/>
        </p:nvSpPr>
        <p:spPr>
          <a:xfrm>
            <a:off x="4645025" y="441701"/>
            <a:ext cx="4247455" cy="4248472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r>
              <a:rPr lang="en-US" sz="15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 </a:t>
            </a:r>
            <a:r>
              <a:rPr lang="en-US" sz="1500" dirty="0" err="1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Distinta</a:t>
            </a:r>
            <a:r>
              <a:rPr lang="en-US" sz="15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base: </a:t>
            </a:r>
            <a:r>
              <a:rPr lang="en-US" sz="1500" dirty="0" err="1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esplosione</a:t>
            </a:r>
            <a:r>
              <a:rPr lang="en-US" sz="15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componenti</a:t>
            </a:r>
            <a:r>
              <a:rPr lang="en-US" sz="15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1500" dirty="0" err="1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Distinta</a:t>
            </a:r>
            <a:r>
              <a:rPr lang="en-US" sz="15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(
</a:t>
            </a:r>
            <a:r>
              <a:rPr lang="en-US" sz="15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-- Anchor: </a:t>
            </a:r>
            <a:r>
              <a:rPr lang="en-US" sz="1500" dirty="0" err="1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componenti</a:t>
            </a:r>
            <a:r>
              <a:rPr lang="en-US" sz="15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1° </a:t>
            </a:r>
            <a:r>
              <a:rPr lang="en-US" sz="1500" dirty="0" err="1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livello</a:t>
            </a:r>
            <a:r>
              <a:rPr lang="en-US" sz="15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SELECT </a:t>
            </a:r>
            <a:r>
              <a:rPr lang="en-US" sz="15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ComponentID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
         </a:t>
            </a:r>
            <a:r>
              <a:rPr lang="en-US" sz="15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ProductAssemblyID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5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Liv
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FROM </a:t>
            </a:r>
            <a:r>
              <a:rPr lang="en-US" sz="15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BillOfMaterials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WHERE </a:t>
            </a:r>
            <a:r>
              <a:rPr lang="en-US" sz="15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ProductAssemblyID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800
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UNION ALL
</a:t>
            </a:r>
            <a:r>
              <a:rPr lang="en-US" sz="15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-- Recursive: sotto-</a:t>
            </a:r>
            <a:r>
              <a:rPr lang="en-US" sz="1500" dirty="0" err="1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componenti</a:t>
            </a:r>
            <a:r>
              <a:rPr lang="en-US" sz="15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SELECT </a:t>
            </a:r>
            <a:r>
              <a:rPr lang="en-US" sz="15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b.ComponentID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
                </a:t>
            </a:r>
            <a:r>
              <a:rPr lang="en-US" sz="15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b.ProductAssemblyID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</a:t>
            </a:r>
            <a:r>
              <a:rPr lang="en-US" sz="15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d.Liv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15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
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FROM </a:t>
            </a:r>
            <a:r>
              <a:rPr lang="en-US" sz="15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BillOfMaterials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
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INNER JOIN </a:t>
            </a:r>
            <a:r>
              <a:rPr lang="en-US" sz="1500" dirty="0" err="1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Distinta</a:t>
            </a:r>
            <a:r>
              <a:rPr lang="en-US" sz="15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 </a:t>
            </a:r>
            <a:br>
              <a:rPr lang="en-US" sz="15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en-US" sz="15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b.ProductAssemblyID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d.ComponentID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)
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1500" dirty="0" err="1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Distinta</a:t>
            </a:r>
            <a:r>
              <a:rPr lang="en-US" sz="15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5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(MAXRECURSION </a:t>
            </a:r>
            <a:r>
              <a:rPr lang="en-US" sz="15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  <a:r>
              <a:rPr lang="en-US" sz="15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469B18AA-3632-C50B-F25B-F7FCF375E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0" y="4155926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78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74320" y="21834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MITI E REALTÀ SULLE PERFORMANCE 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879562"/>
            <a:ext cx="4023360" cy="89611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95271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CTE è più veloce perché è pre-calcolata"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879562"/>
            <a:ext cx="4343400" cy="896112"/>
          </a:xfrm>
          <a:prstGeom prst="rect">
            <a:avLst/>
          </a:prstGeom>
          <a:solidFill>
            <a:srgbClr val="FDEC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53712" y="1135594"/>
            <a:ext cx="310896" cy="31089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53712" y="11355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95271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Realtà</a:t>
            </a: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Falso. La CTE NON è materializzata: SQL Server espande la definizione inline.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Spesso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piano è 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alla subquery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67114"/>
            <a:ext cx="4023360" cy="89611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02920" y="194026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"Posso referenziare la CTE N volte senza costo"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1867114"/>
            <a:ext cx="4343400" cy="896112"/>
          </a:xfrm>
          <a:prstGeom prst="rect">
            <a:avLst/>
          </a:prstGeom>
          <a:solidFill>
            <a:srgbClr val="FDEC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553712" y="2123146"/>
            <a:ext cx="310896" cy="31089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53712" y="21231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94026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Realtà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b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ogni riferimento riesegue la CTE. Su aggregazioni costose usate più volte, una #TempTable è più efficiente.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854666"/>
            <a:ext cx="4023360" cy="89611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02920" y="292781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CTE aiuta l'optimizer a capire la query"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2854666"/>
            <a:ext cx="4343400" cy="896112"/>
          </a:xfrm>
          <a:prstGeom prst="rect">
            <a:avLst/>
          </a:prstGeom>
          <a:solidFill>
            <a:srgbClr val="E8F4EC"/>
          </a:solidFill>
          <a:ln w="12700">
            <a:solidFill>
              <a:srgbClr val="3A8C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553712" y="3110698"/>
            <a:ext cx="310896" cy="310896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2" name="Text 20"/>
          <p:cNvSpPr/>
          <p:nvPr/>
        </p:nvSpPr>
        <p:spPr>
          <a:xfrm>
            <a:off x="4553712" y="31106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92781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3A8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Realtà</a:t>
            </a:r>
            <a:r>
              <a:rPr lang="en-US" sz="1400" b="1" dirty="0">
                <a:solidFill>
                  <a:srgbClr val="3A8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Parzialmente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vero. Suddividere la logica può migliorare le stime di cardinalità, ma l'optimizer vede comunque il piano espanso.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842218"/>
            <a:ext cx="4023360" cy="89611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02920" y="391537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CTE ricorsiva è lenta per definizione"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3842218"/>
            <a:ext cx="4343400" cy="896112"/>
          </a:xfrm>
          <a:prstGeom prst="rect">
            <a:avLst/>
          </a:prstGeom>
          <a:solidFill>
            <a:srgbClr val="E8F4EC"/>
          </a:solidFill>
          <a:ln w="12700">
            <a:solidFill>
              <a:srgbClr val="3A8C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553712" y="4098250"/>
            <a:ext cx="310896" cy="310896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553712" y="40982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91537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3A8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Realtà</a:t>
            </a:r>
            <a:r>
              <a:rPr lang="en-US" sz="1400" b="1" dirty="0">
                <a:solidFill>
                  <a:srgbClr val="3A8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br>
              <a:rPr lang="en-US" sz="1400" b="1" dirty="0">
                <a:solidFill>
                  <a:srgbClr val="3A8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 indici appropriati e MAXRECURSION controllato, le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prestazioni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accettabili anche su gerarchie profonde.</a:t>
            </a:r>
            <a:endParaRPr lang="en-US" sz="1400" dirty="0"/>
          </a:p>
        </p:txBody>
      </p:sp>
      <p:pic>
        <p:nvPicPr>
          <p:cNvPr id="33" name="Elemento grafico 32" descr="Segno di spunta con riempimento a tinta unita">
            <a:extLst>
              <a:ext uri="{FF2B5EF4-FFF2-40B4-BE49-F238E27FC236}">
                <a16:creationId xmlns:a16="http://schemas.microsoft.com/office/drawing/2014/main" id="{79D43EEE-F13F-2403-9771-E194B5E4F2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3138130"/>
            <a:ext cx="283464" cy="283464"/>
          </a:xfrm>
          <a:prstGeom prst="rect">
            <a:avLst/>
          </a:prstGeom>
        </p:spPr>
      </p:pic>
      <p:pic>
        <p:nvPicPr>
          <p:cNvPr id="36" name="Elemento grafico 35" descr="Segno di spunta con riempimento a tinta unita">
            <a:extLst>
              <a:ext uri="{FF2B5EF4-FFF2-40B4-BE49-F238E27FC236}">
                <a16:creationId xmlns:a16="http://schemas.microsoft.com/office/drawing/2014/main" id="{7198A7C0-1C5A-B65A-A1A5-9BA3A3F8F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6568" y="4124512"/>
            <a:ext cx="28346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6326B-2A39-33C5-9395-5104B6EA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EC84206-DA36-BB7A-4549-0A463AEEC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Viste e viste indicizzate</a:t>
            </a:r>
          </a:p>
        </p:txBody>
      </p:sp>
    </p:spTree>
    <p:extLst>
      <p:ext uri="{BB962C8B-B14F-4D97-AF65-F5344CB8AC3E}">
        <p14:creationId xmlns:p14="http://schemas.microsoft.com/office/powerpoint/2010/main" val="1786279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54FA-D305-97B2-4C40-0E0699F7A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5A4373-DB02-5FE0-B583-CADCB52AE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vista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8E4302-1CDC-5F82-58DC-23E0B95C7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pPr marL="342900" indent="-342900">
              <a:buSzPct val="100000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E’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query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un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buSzPct val="100000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ogni SELECT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rilegge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base.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Semplifica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query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complesse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le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necessarie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pPr marL="342900" indent="-342900">
              <a:buSzPct val="100000"/>
            </a:pP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ORDER BY non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ammesso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TOP</a:t>
            </a:r>
          </a:p>
          <a:p>
            <a:pPr marL="342900" indent="-342900">
              <a:buSzPct val="100000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ammette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A038189-0722-27F4-7A21-45D74C10673E}"/>
              </a:ext>
            </a:extLst>
          </p:cNvPr>
          <p:cNvSpPr txBox="1"/>
          <p:nvPr/>
        </p:nvSpPr>
        <p:spPr>
          <a:xfrm>
            <a:off x="4645025" y="189000"/>
            <a:ext cx="4247455" cy="4501173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r>
              <a:rPr lang="en-US" sz="16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 Vista: </a:t>
            </a:r>
            <a:r>
              <a:rPr lang="en-US" sz="1600" dirty="0" err="1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prodotti</a:t>
            </a:r>
            <a:r>
              <a:rPr lang="en-US" sz="16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attivi</a:t>
            </a:r>
            <a:r>
              <a:rPr lang="en-US" sz="16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600" dirty="0" err="1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categoria</a:t>
            </a:r>
            <a:r>
              <a:rPr lang="en-US" sz="16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VIEW </a:t>
            </a:r>
            <a:r>
              <a:rPr lang="en-US" sz="16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ProdottiAttivi
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
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p.ProductID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
   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p.Name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AS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Prodotto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
   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p.ListPrice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AS Prezzo,
   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pc.Name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AS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Categoria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 JOIN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ProductSubcategory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ON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ps.ProductSubcategoryID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p.ProductSubcategoryID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</a:t>
            </a:r>
            <a:r>
              <a:rPr lang="en-US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ProductCategory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pc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ON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pc.ProductCategoryID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ps.ProductCategoryID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GETDATE() BETWEEN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p.SellStartDate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p.SellEndDate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21A12565-5682-F69D-B5BB-D91599978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0" y="4155926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4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C351-8E8C-406D-C896-F1DF5661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6A7736-D8B2-BD67-AC9B-0C9254659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Vista indicizzata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C0D3C7-7C9F-64C9-17E1-3D1F680C2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 fontScale="40000" lnSpcReduction="20000"/>
          </a:bodyPr>
          <a:lstStyle/>
          <a:p>
            <a:pPr marL="342900" indent="-342900">
              <a:lnSpc>
                <a:spcPct val="120000"/>
              </a:lnSpc>
              <a:buSzPct val="100000"/>
            </a:pP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fisicamente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scritta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disco come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lnSpc>
                <a:spcPct val="120000"/>
              </a:lnSpc>
              <a:buSzPct val="100000"/>
            </a:pP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clustered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definito</a:t>
            </a:r>
            <a:endParaRPr lang="en-US" sz="38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</a:pP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Mantenuta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SQL Server </a:t>
            </a:r>
            <a:endParaRPr lang="en-US" sz="3800" dirty="0"/>
          </a:p>
          <a:p>
            <a:pPr marL="342900" indent="-342900">
              <a:lnSpc>
                <a:spcPct val="120000"/>
              </a:lnSpc>
              <a:buSzPct val="100000"/>
            </a:pP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aggregazioni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costose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spesso</a:t>
            </a:r>
            <a:endParaRPr lang="en-US" sz="3800" dirty="0"/>
          </a:p>
          <a:p>
            <a:pPr marL="342900" indent="-342900">
              <a:lnSpc>
                <a:spcPct val="120000"/>
              </a:lnSpc>
              <a:buSzPct val="100000"/>
            </a:pP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</a:t>
            </a:r>
            <a:endParaRPr lang="en-US" sz="38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23900" lvl="1" indent="-342900">
              <a:lnSpc>
                <a:spcPct val="120000"/>
              </a:lnSpc>
              <a:buSzPct val="100000"/>
            </a:pP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SCHEMABINDIG</a:t>
            </a:r>
          </a:p>
          <a:p>
            <a:pPr marL="723900" lvl="1" indent="-342900">
              <a:lnSpc>
                <a:spcPct val="120000"/>
              </a:lnSpc>
              <a:buSzPct val="100000"/>
            </a:pP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INNER JOIN</a:t>
            </a:r>
          </a:p>
          <a:p>
            <a:pPr marL="723900" lvl="1" indent="-342900">
              <a:lnSpc>
                <a:spcPct val="120000"/>
              </a:lnSpc>
              <a:buSzPct val="100000"/>
            </a:pP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Aggregazioni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SUM E COUNT_BIG</a:t>
            </a:r>
          </a:p>
          <a:p>
            <a:pPr marL="723900" lvl="1" indent="-342900">
              <a:lnSpc>
                <a:spcPct val="120000"/>
              </a:lnSpc>
              <a:buSzPct val="100000"/>
            </a:pP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</a:t>
            </a: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deterministiche</a:t>
            </a:r>
            <a:endParaRPr lang="en-US" sz="38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23900" lvl="1" indent="-342900">
              <a:lnSpc>
                <a:spcPct val="120000"/>
              </a:lnSpc>
              <a:buSzPct val="100000"/>
            </a:pPr>
            <a:r>
              <a:rPr lang="en-US" sz="3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UNION, ORDER BY, TOP,  DISTINCT, subquery</a:t>
            </a:r>
          </a:p>
          <a:p>
            <a:pPr marL="723900" lvl="1" indent="-342900">
              <a:buSzPct val="100000"/>
            </a:pPr>
            <a:endPara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81000" lvl="1" indent="0">
              <a:buSzPct val="100000"/>
              <a:buNone/>
            </a:pPr>
            <a:endPara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BDE3A91-CE17-D53C-9DBC-A578E780E850}"/>
              </a:ext>
            </a:extLst>
          </p:cNvPr>
          <p:cNvSpPr txBox="1"/>
          <p:nvPr/>
        </p:nvSpPr>
        <p:spPr>
          <a:xfrm>
            <a:off x="4645025" y="189000"/>
            <a:ext cx="4247455" cy="4501173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r>
              <a:rPr lang="en-US" sz="16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-- 1) Vista con SCHEMABINDING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VIEW </a:t>
            </a:r>
            <a:r>
              <a:rPr lang="en-US" sz="1600" dirty="0" err="1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VenditePerProdotto</a:t>
            </a:r>
            <a:r>
              <a:rPr lang="en-US" sz="16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SCHEMABINDING
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sd.ProductID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
</a:t>
            </a:r>
            <a:r>
              <a:rPr lang="en-US" sz="16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COUNT_BIG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(*)        AS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NumRighe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
</a:t>
            </a:r>
            <a:r>
              <a:rPr lang="en-US" sz="16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SUM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sd.OrderQty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AS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TotQty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
</a:t>
            </a:r>
            <a:r>
              <a:rPr lang="en-US" sz="16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SUM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sd.LineTotal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TotFatt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SalesOrderDetail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sd.ProductID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
</a:t>
            </a:r>
            <a:r>
              <a:rPr lang="en-US" sz="16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-- 2) Il clustered index </a:t>
            </a:r>
            <a:r>
              <a:rPr lang="en-US" sz="1600" dirty="0" err="1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materializza</a:t>
            </a:r>
            <a:r>
              <a:rPr lang="en-US" sz="16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vista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UNIQUE CLUSTERED INDEX
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IX_VenditePerProdotto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ON 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VenditePerProdotto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ProductID</a:t>
            </a:r>
            <a:r>
              <a:rPr lang="en-US" sz="16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
</a:t>
            </a:r>
            <a:r>
              <a:rPr lang="en-US" sz="16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
</a:t>
            </a:r>
            <a:r>
              <a:rPr lang="en-US" sz="16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ED37B705-DD3E-5CD0-778E-9C3388BBA0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0" y="4155926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1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FE45-902C-3C2E-DDDA-67A16BE5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7FEBA07-A957-9B8F-0369-7659AAFFC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Performance e </a:t>
            </a:r>
            <a:r>
              <a:rPr lang="it-IT" sz="3800" dirty="0" err="1"/>
              <a:t>leggibilita’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4206903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775433-B15C-D036-44E6-95E3E5B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Subquery</a:t>
            </a:r>
            <a:r>
              <a:rPr lang="it-IT" dirty="0"/>
              <a:t> VS CTE VS VISTA – QUANDO USARE COSA</a:t>
            </a:r>
          </a:p>
        </p:txBody>
      </p:sp>
      <p:graphicFrame>
        <p:nvGraphicFramePr>
          <p:cNvPr id="9" name="Segnaposto contenuto 4">
            <a:extLst>
              <a:ext uri="{FF2B5EF4-FFF2-40B4-BE49-F238E27FC236}">
                <a16:creationId xmlns:a16="http://schemas.microsoft.com/office/drawing/2014/main" id="{E01AAA7F-9894-E79D-92CD-4EED02B3E97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240089741"/>
              </p:ext>
            </p:extLst>
          </p:nvPr>
        </p:nvGraphicFramePr>
        <p:xfrm>
          <a:off x="341530" y="987574"/>
          <a:ext cx="8460940" cy="36334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15235">
                  <a:extLst>
                    <a:ext uri="{9D8B030D-6E8A-4147-A177-3AD203B41FA5}">
                      <a16:colId xmlns:a16="http://schemas.microsoft.com/office/drawing/2014/main" val="257382681"/>
                    </a:ext>
                  </a:extLst>
                </a:gridCol>
                <a:gridCol w="2115235">
                  <a:extLst>
                    <a:ext uri="{9D8B030D-6E8A-4147-A177-3AD203B41FA5}">
                      <a16:colId xmlns:a16="http://schemas.microsoft.com/office/drawing/2014/main" val="2349371546"/>
                    </a:ext>
                  </a:extLst>
                </a:gridCol>
                <a:gridCol w="2115235">
                  <a:extLst>
                    <a:ext uri="{9D8B030D-6E8A-4147-A177-3AD203B41FA5}">
                      <a16:colId xmlns:a16="http://schemas.microsoft.com/office/drawing/2014/main" val="3200410770"/>
                    </a:ext>
                  </a:extLst>
                </a:gridCol>
                <a:gridCol w="2115235">
                  <a:extLst>
                    <a:ext uri="{9D8B030D-6E8A-4147-A177-3AD203B41FA5}">
                      <a16:colId xmlns:a16="http://schemas.microsoft.com/office/drawing/2014/main" val="1822092122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Subquery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Vista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830381"/>
                  </a:ext>
                </a:extLst>
              </a:tr>
              <a:tr h="743781">
                <a:tc>
                  <a:txBody>
                    <a:bodyPr/>
                    <a:lstStyle/>
                    <a:p>
                      <a:r>
                        <a:rPr lang="it-IT" sz="1400" b="1" dirty="0"/>
                        <a:t>Leggibilità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Scarsa se articolata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Alta – nome custom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Alta – riusabile nel tempo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234643"/>
                  </a:ext>
                </a:extLst>
              </a:tr>
              <a:tr h="452024">
                <a:tc>
                  <a:txBody>
                    <a:bodyPr/>
                    <a:lstStyle/>
                    <a:p>
                      <a:r>
                        <a:rPr lang="it-IT" sz="1400" b="1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Locale (query corrente)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Locale (query corrente)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Globale (database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589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it-IT" sz="1400" b="1" dirty="0"/>
                        <a:t>Riuso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No (solo all’interno della query)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647093"/>
                  </a:ext>
                </a:extLst>
              </a:tr>
              <a:tr h="539458">
                <a:tc>
                  <a:txBody>
                    <a:bodyPr/>
                    <a:lstStyle/>
                    <a:p>
                      <a:r>
                        <a:rPr lang="it-IT" sz="1400" b="1" dirty="0"/>
                        <a:t>Materializzata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Se con indice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885585"/>
                  </a:ext>
                </a:extLst>
              </a:tr>
              <a:tr h="430921">
                <a:tc>
                  <a:txBody>
                    <a:bodyPr/>
                    <a:lstStyle/>
                    <a:p>
                      <a:r>
                        <a:rPr lang="it-IT" sz="1400" b="1" dirty="0" err="1"/>
                        <a:t>Ricorsione</a:t>
                      </a:r>
                      <a:endParaRPr lang="it-IT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Sì (UNION 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192041"/>
                  </a:ext>
                </a:extLst>
              </a:tr>
              <a:tr h="430921">
                <a:tc>
                  <a:txBody>
                    <a:bodyPr/>
                    <a:lstStyle/>
                    <a:p>
                      <a:r>
                        <a:rPr lang="it-IT" sz="1400" b="1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Dipende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Può aiutare </a:t>
                      </a:r>
                      <a:r>
                        <a:rPr lang="it-IT" sz="1400" dirty="0" err="1"/>
                        <a:t>optimizer</a:t>
                      </a:r>
                      <a:r>
                        <a:rPr lang="it-IT" sz="1400" dirty="0"/>
                        <a:t> nei casi complessi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Se indicizzata molto performante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048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367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DA SUBQUERY ANNIDATA A CTE LEGGIBILE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71550"/>
            <a:ext cx="1371600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77155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091590"/>
            <a:ext cx="4114800" cy="3657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02920" y="118303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08B4E"/>
                </a:solidFill>
                <a:ea typeface="Courier New" pitchFamily="34" charset="-122"/>
                <a:cs typeface="Courier New" pitchFamily="34" charset="-120"/>
              </a:rPr>
              <a:t>-- Difficile da leggere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p.Name, sub.TotOrdini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Product p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(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SELECT 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ProductID, SUM</a:t>
            </a:r>
            <a:r>
              <a:rPr lang="en-US" sz="14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(OrderQty) 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AS TotOrdini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FROM </a:t>
            </a:r>
            <a:r>
              <a:rPr lang="en-US" sz="14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SalesOrderDetail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GROUP BY 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ProductID
) sub 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ON 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sub.ProductID = p.ProductID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sub.TotOrdini &gt; (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SELECT </a:t>
            </a:r>
            <a:r>
              <a:rPr lang="en-US" sz="14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(TotOrdini) FROM
  (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SELECT </a:t>
            </a:r>
            <a:r>
              <a:rPr lang="en-US" sz="14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(OrderQty) TotOrdini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FROM </a:t>
            </a:r>
            <a:r>
              <a:rPr lang="en-US" sz="1400" dirty="0" err="1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SalesOrderDetail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00" dirty="0">
                <a:solidFill>
                  <a:srgbClr val="C8473A"/>
                </a:solidFill>
                <a:ea typeface="Courier New" pitchFamily="34" charset="-122"/>
                <a:cs typeface="Courier New" pitchFamily="34" charset="-120"/>
              </a:rPr>
              <a:t>    GROUP BY </a:t>
            </a: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ProductID
  ) x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DCDCDC"/>
                </a:solidFill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771550"/>
            <a:ext cx="1371600" cy="29260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663440" y="77155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1590"/>
            <a:ext cx="4114800" cy="3657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800600" y="118303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08B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 Ogni passo ha un nome chiaro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1400" dirty="0" err="1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VenditePerProdotto</a:t>
            </a:r>
            <a:r>
              <a:rPr lang="en-US" sz="14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(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SELECT </a:t>
            </a:r>
            <a:r>
              <a:rPr lang="en-US" sz="14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ProductID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14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SUM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(OrderQty) AS TotOrdini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FROM </a:t>
            </a:r>
            <a:r>
              <a:rPr lang="en-US" sz="1400" dirty="0" err="1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SalesOrderDetail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GROUP BY 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ProductID
),
</a:t>
            </a:r>
            <a:r>
              <a:rPr lang="en-US" sz="14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MediaVendite 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(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SELECT </a:t>
            </a:r>
            <a:r>
              <a:rPr lang="en-US" sz="14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(TotOrdini) AS MediaTot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FROM </a:t>
            </a:r>
            <a:r>
              <a:rPr lang="en-US" sz="14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VenditePerProdotto
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p.Name, vpp.TotOrdini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 JOIN </a:t>
            </a:r>
            <a:r>
              <a:rPr lang="en-US" sz="1400" dirty="0" err="1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VenditePerProdotto</a:t>
            </a:r>
            <a:r>
              <a:rPr lang="en-US" sz="14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vpp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ON 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vpp.ProductID = p.ProductID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 JOIN </a:t>
            </a:r>
            <a:r>
              <a:rPr lang="en-US" sz="1400" dirty="0">
                <a:solidFill>
                  <a:srgbClr val="CE91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MediaVendite mv
</a:t>
            </a:r>
            <a:r>
              <a:rPr lang="en-US" sz="1400" dirty="0">
                <a:solidFill>
                  <a:srgbClr val="C847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US" sz="1400" dirty="0">
                <a:solidFill>
                  <a:srgbClr val="DC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vpp.TotOrdini &gt; mv.MediaTot;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CEB3E2-2A3F-351C-4F81-304C9B6C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checklist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B67D8B25-D8A9-3A93-8ADC-C1EC97F25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027748"/>
              </p:ext>
            </p:extLst>
          </p:nvPr>
        </p:nvGraphicFramePr>
        <p:xfrm>
          <a:off x="359532" y="1059582"/>
          <a:ext cx="8424936" cy="32860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5778">
                  <a:extLst>
                    <a:ext uri="{9D8B030D-6E8A-4147-A177-3AD203B41FA5}">
                      <a16:colId xmlns:a16="http://schemas.microsoft.com/office/drawing/2014/main" val="775866638"/>
                    </a:ext>
                  </a:extLst>
                </a:gridCol>
                <a:gridCol w="7459158">
                  <a:extLst>
                    <a:ext uri="{9D8B030D-6E8A-4147-A177-3AD203B41FA5}">
                      <a16:colId xmlns:a16="http://schemas.microsoft.com/office/drawing/2014/main" val="2377615157"/>
                    </a:ext>
                  </a:extLst>
                </a:gridCol>
              </a:tblGrid>
              <a:tr h="389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#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Domanda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276714678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1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Logica complessa semplificabile con CTE per leggibilità e </a:t>
                      </a:r>
                      <a:r>
                        <a:rPr lang="it-IT" sz="1800" dirty="0" err="1"/>
                        <a:t>optimizer</a:t>
                      </a:r>
                      <a:endParaRPr lang="it-IT" sz="1800" dirty="0"/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2693386679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2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 err="1"/>
                        <a:t>Subquery</a:t>
                      </a:r>
                      <a:r>
                        <a:rPr lang="it-IT" sz="1800" dirty="0"/>
                        <a:t> nel WHERE con EXISTS al posto di IN su set grandi (circa 1000 record)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78474845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3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IN / NOT IN vs NULL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568214551"/>
                  </a:ext>
                </a:extLst>
              </a:tr>
              <a:tr h="398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4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CTE o </a:t>
                      </a:r>
                      <a:r>
                        <a:rPr lang="it-IT" sz="1800" dirty="0" err="1"/>
                        <a:t>subquery</a:t>
                      </a:r>
                      <a:r>
                        <a:rPr lang="it-IT" sz="1800" dirty="0"/>
                        <a:t> referenziata più volte in una query può diventare </a:t>
                      </a:r>
                      <a:r>
                        <a:rPr lang="it-IT" sz="1800" dirty="0" err="1"/>
                        <a:t>temp</a:t>
                      </a:r>
                      <a:r>
                        <a:rPr lang="it-IT" sz="1800" dirty="0"/>
                        <a:t> </a:t>
                      </a:r>
                      <a:r>
                        <a:rPr lang="it-IT" sz="1800" dirty="0" err="1"/>
                        <a:t>table</a:t>
                      </a:r>
                      <a:endParaRPr lang="it-IT" sz="1800" dirty="0"/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372481749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5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 err="1"/>
                        <a:t>Subquery</a:t>
                      </a:r>
                      <a:r>
                        <a:rPr lang="it-IT" sz="1800" dirty="0"/>
                        <a:t> annidata a più livelli può diventare CTE multipla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1153661363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6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 err="1"/>
                        <a:t>Subquery</a:t>
                      </a:r>
                      <a:r>
                        <a:rPr lang="it-IT" sz="1800" dirty="0"/>
                        <a:t> correlata: attenzione agli indici per evitare </a:t>
                      </a:r>
                      <a:r>
                        <a:rPr lang="it-IT" sz="1800" dirty="0" err="1"/>
                        <a:t>scan</a:t>
                      </a:r>
                      <a:r>
                        <a:rPr lang="it-IT" sz="1800" dirty="0"/>
                        <a:t> ripetute.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807659556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7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Viste vs viste materializzate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379506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467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F19C-A660-27C5-550D-F6DD1012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6FA2CE1-A017-53FC-3E8E-1CCC0708E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Prossima lezione</a:t>
            </a:r>
            <a:br>
              <a:rPr lang="it-IT" sz="3800" dirty="0"/>
            </a:br>
            <a:r>
              <a:rPr lang="it-IT" sz="3800" dirty="0"/>
              <a:t>TABELLE TEMPORANEE 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3463856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23853</TotalTime>
  <Words>2468</Words>
  <Application>Microsoft Office PowerPoint</Application>
  <PresentationFormat>Presentazione su schermo (16:9)</PresentationFormat>
  <Paragraphs>238</Paragraphs>
  <Slides>21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6" baseType="lpstr">
      <vt:lpstr>Arial</vt:lpstr>
      <vt:lpstr>Arial Narrow</vt:lpstr>
      <vt:lpstr>Calibri</vt:lpstr>
      <vt:lpstr>Courier New</vt:lpstr>
      <vt:lpstr>Sistemi</vt:lpstr>
      <vt:lpstr>Presentazione standard di PowerPoint</vt:lpstr>
      <vt:lpstr>agenda</vt:lpstr>
      <vt:lpstr>subquery</vt:lpstr>
      <vt:lpstr>Subquery scalare</vt:lpstr>
      <vt:lpstr>Subquery multi-riga</vt:lpstr>
      <vt:lpstr>Subquery INLINE</vt:lpstr>
      <vt:lpstr>Subquery correlata</vt:lpstr>
      <vt:lpstr>Subquery VS Performance</vt:lpstr>
      <vt:lpstr>Cte – common table expression</vt:lpstr>
      <vt:lpstr>Cte sintassi</vt:lpstr>
      <vt:lpstr>CTE multipla</vt:lpstr>
      <vt:lpstr>CTE ricorsiva</vt:lpstr>
      <vt:lpstr>Presentazione standard di PowerPoint</vt:lpstr>
      <vt:lpstr>Viste e viste indicizzate</vt:lpstr>
      <vt:lpstr>vista</vt:lpstr>
      <vt:lpstr>Vista indicizzata</vt:lpstr>
      <vt:lpstr>Performance e leggibilita’</vt:lpstr>
      <vt:lpstr>Subquery VS CTE VS VISTA – QUANDO USARE COSA</vt:lpstr>
      <vt:lpstr>Presentazione standard di PowerPoint</vt:lpstr>
      <vt:lpstr>checklist</vt:lpstr>
      <vt:lpstr>Prossima lezione TABELLE TEMPORANEE 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2026-07-27T12:55:48Z</dcterms:modified>
</cp:coreProperties>
</file>